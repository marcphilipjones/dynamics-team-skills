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svg" ContentType="image/svg+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4229" r:id="rId4"/>
  </p:sldMasterIdLst>
  <p:notesMasterIdLst>
    <p:notesMasterId r:id="rId51"/>
  </p:notesMasterIdLst>
  <p:handoutMasterIdLst>
    <p:handoutMasterId r:id="rId52"/>
  </p:handoutMasterIdLst>
  <p:sldIdLst>
    <p:sldId id="2076138208" r:id="rId5"/>
    <p:sldId id="2076138207" r:id="rId6"/>
    <p:sldId id="2076138237" r:id="rId7"/>
    <p:sldId id="2076138216" r:id="rId8"/>
    <p:sldId id="2076138215" r:id="rId9"/>
    <p:sldId id="2076138246" r:id="rId10"/>
    <p:sldId id="2076138247" r:id="rId11"/>
    <p:sldId id="2076138245" r:id="rId12"/>
    <p:sldId id="2076138243" r:id="rId13"/>
    <p:sldId id="2076138227" r:id="rId14"/>
    <p:sldId id="2076138228" r:id="rId15"/>
    <p:sldId id="2076138229" r:id="rId16"/>
    <p:sldId id="2076138248" r:id="rId17"/>
    <p:sldId id="2076138231" r:id="rId18"/>
    <p:sldId id="2076138230" r:id="rId19"/>
    <p:sldId id="2076138249" r:id="rId20"/>
    <p:sldId id="2076138250" r:id="rId21"/>
    <p:sldId id="2076138238" r:id="rId22"/>
    <p:sldId id="1720" r:id="rId23"/>
    <p:sldId id="2051" r:id="rId24"/>
    <p:sldId id="1660" r:id="rId25"/>
    <p:sldId id="1670" r:id="rId26"/>
    <p:sldId id="2076137992" r:id="rId27"/>
    <p:sldId id="2076137994" r:id="rId28"/>
    <p:sldId id="2076137993" r:id="rId29"/>
    <p:sldId id="1716" r:id="rId30"/>
    <p:sldId id="1524" r:id="rId31"/>
    <p:sldId id="2076138187" r:id="rId32"/>
    <p:sldId id="2076138188" r:id="rId33"/>
    <p:sldId id="2076138189" r:id="rId34"/>
    <p:sldId id="2076138190" r:id="rId35"/>
    <p:sldId id="2076138191" r:id="rId36"/>
    <p:sldId id="2076138192" r:id="rId37"/>
    <p:sldId id="2076138105" r:id="rId38"/>
    <p:sldId id="2046" r:id="rId39"/>
    <p:sldId id="1995" r:id="rId40"/>
    <p:sldId id="1994" r:id="rId41"/>
    <p:sldId id="2042" r:id="rId42"/>
    <p:sldId id="1941" r:id="rId43"/>
    <p:sldId id="1804" r:id="rId44"/>
    <p:sldId id="2076138002" r:id="rId45"/>
    <p:sldId id="1527" r:id="rId46"/>
    <p:sldId id="2076138217" r:id="rId47"/>
    <p:sldId id="2076138218" r:id="rId48"/>
    <p:sldId id="1531" r:id="rId49"/>
    <p:sldId id="1532" r:id="rId50"/>
  </p:sldIdLst>
  <p:sldSz cx="12192000" cy="6858000"/>
  <p:notesSz cx="6858000" cy="9144000"/>
  <p:defaultTextStyle>
    <a:defPPr>
      <a:defRPr lang="en-US"/>
    </a:defPPr>
    <a:lvl1pPr marL="0" algn="l" defTabSz="914367" rtl="0" eaLnBrk="1" latinLnBrk="0" hangingPunct="1">
      <a:defRPr sz="1765" kern="1200">
        <a:solidFill>
          <a:schemeClr val="tx1"/>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p:defaultTextStyle>
  <p:extLst>
    <p:ext uri="{521415D9-36F7-43E2-AB2F-B90AF26B5E84}">
      <p14:sectionLst xmlns:p14="http://schemas.microsoft.com/office/powerpoint/2010/main">
        <p14:section name="Title slide options" id="{38B656EC-D568-4EF7-8842-9FA1AE1192C9}">
          <p14:sldIdLst>
            <p14:sldId id="2076138208"/>
            <p14:sldId id="2076138207"/>
            <p14:sldId id="2076138237"/>
          </p14:sldIdLst>
        </p14:section>
        <p14:section name="Agenda slide options" id="{82BFF96B-6F92-4676-A990-CF72A7BAECE2}">
          <p14:sldIdLst>
            <p14:sldId id="2076138216"/>
            <p14:sldId id="2076138215"/>
          </p14:sldIdLst>
        </p14:section>
        <p14:section name="Section divider slide options" id="{A7797EC2-5730-4AF6-AB33-ACA0176E6EDC}">
          <p14:sldIdLst>
            <p14:sldId id="2076138246"/>
            <p14:sldId id="2076138247"/>
            <p14:sldId id="2076138245"/>
            <p14:sldId id="2076138243"/>
          </p14:sldIdLst>
        </p14:section>
        <p14:section name="Quote slide options" id="{BA0AA2BC-080C-4C98-976E-7D4C540E0938}">
          <p14:sldIdLst>
            <p14:sldId id="2076138227"/>
            <p14:sldId id="2076138228"/>
            <p14:sldId id="2076138229"/>
            <p14:sldId id="2076138248"/>
          </p14:sldIdLst>
        </p14:section>
        <p14:section name="Thank you slide options" id="{E39E1DD6-D9BA-44BD-B192-C3738BFC843B}">
          <p14:sldIdLst>
            <p14:sldId id="2076138231"/>
            <p14:sldId id="2076138230"/>
          </p14:sldIdLst>
        </p14:section>
        <p14:section name="Screenshots" id="{15342DB4-EB17-4AF6-BCB4-72A88A88CE97}">
          <p14:sldIdLst>
            <p14:sldId id="2076138249"/>
            <p14:sldId id="2076138250"/>
          </p14:sldIdLst>
        </p14:section>
        <p14:section name="Charts" id="{715D75C3-B4CB-4904-8BA4-797BB2E700BA}">
          <p14:sldIdLst>
            <p14:sldId id="2076138238"/>
          </p14:sldIdLst>
        </p14:section>
        <p14:section name="Content slides" id="{556C2B89-60C5-4AD6-B947-C9DA189F7A3B}">
          <p14:sldIdLst>
            <p14:sldId id="1720"/>
            <p14:sldId id="2051"/>
            <p14:sldId id="1660"/>
            <p14:sldId id="1670"/>
            <p14:sldId id="2076137992"/>
            <p14:sldId id="2076137994"/>
            <p14:sldId id="2076137993"/>
            <p14:sldId id="1716"/>
            <p14:sldId id="1524"/>
            <p14:sldId id="2076138187"/>
            <p14:sldId id="2076138188"/>
            <p14:sldId id="2076138189"/>
            <p14:sldId id="2076138190"/>
            <p14:sldId id="2076138191"/>
            <p14:sldId id="2076138192"/>
            <p14:sldId id="2076138105"/>
            <p14:sldId id="2046"/>
            <p14:sldId id="1995"/>
            <p14:sldId id="1994"/>
            <p14:sldId id="2042"/>
            <p14:sldId id="1941"/>
            <p14:sldId id="1804"/>
            <p14:sldId id="2076138002"/>
            <p14:sldId id="1527"/>
            <p14:sldId id="2076138217"/>
            <p14:sldId id="2076138218"/>
            <p14:sldId id="1531"/>
            <p14:sldId id="1532"/>
          </p14:sldIdLst>
        </p14:section>
      </p14:sectionLst>
    </p:ext>
    <p:ext uri="{EFAFB233-063F-42B5-8137-9DF3F51BA10A}">
      <p15:sldGuideLst xmlns:p15="http://schemas.microsoft.com/office/powerpoint/2012/main"/>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Saku Uchikawa" initials="SU" lastIdx="11" clrIdx="0"/>
  <p:cmAuthor id="1" name="Mary Feil-Jacobs" initials="MFJ" lastIdx="43" clrIdx="1"/>
  <p:cmAuthor id="2" name="Monica Lueder" initials="ML" lastIdx="22" clrIdx="2">
    <p:extLst>
      <p:ext uri="{19B8F6BF-5375-455C-9EA6-DF929625EA0E}">
        <p15:presenceInfo xmlns:p15="http://schemas.microsoft.com/office/powerpoint/2012/main" userId="S-1-5-21-2127521184-1604012920-1887927527-2598260" providerId="AD"/>
      </p:ext>
    </p:extLst>
  </p:cmAuthor>
  <p:cmAuthor id="3" name="Mary Feil-Jacobs" initials="MF" lastIdx="28" clrIdx="3">
    <p:extLst>
      <p:ext uri="{19B8F6BF-5375-455C-9EA6-DF929625EA0E}">
        <p15:presenceInfo xmlns:p15="http://schemas.microsoft.com/office/powerpoint/2012/main" userId="S-1-5-21-2127521184-1604012920-1887927527-65006" providerId="AD"/>
      </p:ext>
    </p:extLst>
  </p:cmAuthor>
  <p:cmAuthor id="4" name="Tracy Tran" initials="TT" lastIdx="9" clrIdx="4">
    <p:extLst>
      <p:ext uri="{19B8F6BF-5375-455C-9EA6-DF929625EA0E}">
        <p15:presenceInfo xmlns:p15="http://schemas.microsoft.com/office/powerpoint/2012/main" userId="S::tracyt@microsoft.com::7b485f56-8fe8-4efc-a1b3-85e720327ac5" providerId="AD"/>
      </p:ext>
    </p:extLst>
  </p:cmAuthor>
  <p:cmAuthor id="5" name="David Griffith" initials="DG" lastIdx="5" clrIdx="5">
    <p:extLst>
      <p:ext uri="{19B8F6BF-5375-455C-9EA6-DF929625EA0E}">
        <p15:presenceInfo xmlns:p15="http://schemas.microsoft.com/office/powerpoint/2012/main" userId="David Griffith"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83B01"/>
    <a:srgbClr val="50E6FF"/>
    <a:srgbClr val="EAE4DC"/>
    <a:srgbClr val="E6E6E6"/>
    <a:srgbClr val="D59DFF"/>
    <a:srgbClr val="770180"/>
    <a:srgbClr val="FF9349"/>
    <a:srgbClr val="0078D4"/>
    <a:srgbClr val="FEF050"/>
    <a:srgbClr val="1392B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7" autoAdjust="0"/>
    <p:restoredTop sz="96327" autoAdjust="0"/>
  </p:normalViewPr>
  <p:slideViewPr>
    <p:cSldViewPr snapToGrid="0">
      <p:cViewPr varScale="1">
        <p:scale>
          <a:sx n="95" d="100"/>
          <a:sy n="95" d="100"/>
        </p:scale>
        <p:origin x="2160" y="76"/>
      </p:cViewPr>
      <p:guideLst/>
    </p:cSldViewPr>
  </p:slideViewPr>
  <p:outlineViewPr>
    <p:cViewPr>
      <p:scale>
        <a:sx n="33" d="100"/>
        <a:sy n="33" d="100"/>
      </p:scale>
      <p:origin x="0" y="0"/>
    </p:cViewPr>
  </p:outlineViewPr>
  <p:notesTextViewPr>
    <p:cViewPr>
      <p:scale>
        <a:sx n="3" d="2"/>
        <a:sy n="3" d="2"/>
      </p:scale>
      <p:origin x="0" y="0"/>
    </p:cViewPr>
  </p:notesTextViewPr>
  <p:sorterViewPr>
    <p:cViewPr>
      <p:scale>
        <a:sx n="66" d="100"/>
        <a:sy n="66" d="100"/>
      </p:scale>
      <p:origin x="0" y="0"/>
    </p:cViewPr>
  </p:sorterViewPr>
  <p:notesViewPr>
    <p:cSldViewPr snapToGrid="0" showGuides="1">
      <p:cViewPr varScale="1">
        <p:scale>
          <a:sx n="83" d="100"/>
          <a:sy n="83" d="100"/>
        </p:scale>
        <p:origin x="2955" y="39"/>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slide" Target="slides/slide46.xml"/><Relationship Id="rId55" Type="http://schemas.openxmlformats.org/officeDocument/2006/relationships/viewProps" Target="viewProp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commentAuthors" Target="commentAuthors.xml"/><Relationship Id="rId5" Type="http://schemas.openxmlformats.org/officeDocument/2006/relationships/slide" Target="slides/slide1.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theme" Target="theme/theme1.xml"/><Relationship Id="rId8" Type="http://schemas.openxmlformats.org/officeDocument/2006/relationships/slide" Target="slides/slide4.xml"/><Relationship Id="rId51" Type="http://schemas.openxmlformats.org/officeDocument/2006/relationships/notesMaster" Target="notesMasters/notesMaster1.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tableStyles" Target="tableStyles.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handoutMaster" Target="handoutMasters/handoutMaster1.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2.xml"/><Relationship Id="rId1" Type="http://schemas.microsoft.com/office/2011/relationships/chartStyle" Target="style2.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vert="horz" wrap="square" anchor="ctr" anchorCtr="1"/>
        <a:lstStyle/>
        <a:p>
          <a:pPr>
            <a:defRPr sz="1800" b="0" i="0" u="none" strike="noStrike" kern="1200" spc="0" baseline="0">
              <a:solidFill>
                <a:schemeClr val="tx1"/>
              </a:solidFill>
              <a:latin typeface="+mn-lt"/>
              <a:ea typeface="+mn-ea"/>
              <a:cs typeface="+mn-cs"/>
            </a:defRPr>
          </a:pPr>
          <a:endParaRPr lang="en-US"/>
        </a:p>
      </c:txPr>
    </c:title>
    <c:autoTitleDeleted val="0"/>
    <c:plotArea>
      <c:layout/>
      <c:doughnutChart>
        <c:varyColors val="1"/>
        <c:ser>
          <c:idx val="0"/>
          <c:order val="0"/>
          <c:tx>
            <c:strRef>
              <c:f>Sheet1!$B$1</c:f>
              <c:strCache>
                <c:ptCount val="1"/>
                <c:pt idx="0">
                  <c:v>Sales</c:v>
                </c:pt>
              </c:strCache>
            </c:strRef>
          </c:tx>
          <c:spPr>
            <a:ln>
              <a:noFill/>
            </a:ln>
            <a:effectLst>
              <a:outerShdw blurRad="88900" dist="38100" dir="2700000" sx="101000" sy="101000" algn="ctr" rotWithShape="0">
                <a:srgbClr val="000000">
                  <a:alpha val="15000"/>
                </a:srgbClr>
              </a:outerShdw>
            </a:effectLst>
          </c:spPr>
          <c:dPt>
            <c:idx val="0"/>
            <c:bubble3D val="0"/>
            <c:spPr>
              <a:solidFill>
                <a:schemeClr val="accent1"/>
              </a:solidFill>
              <a:ln w="19050">
                <a:noFill/>
              </a:ln>
              <a:effectLst>
                <a:outerShdw blurRad="88900" dist="38100" dir="2700000" sx="101000" sy="101000" algn="ctr" rotWithShape="0">
                  <a:srgbClr val="000000">
                    <a:alpha val="15000"/>
                  </a:srgbClr>
                </a:outerShdw>
              </a:effectLst>
            </c:spPr>
            <c:extLst>
              <c:ext xmlns:c16="http://schemas.microsoft.com/office/drawing/2014/chart" uri="{C3380CC4-5D6E-409C-BE32-E72D297353CC}">
                <c16:uniqueId val="{00000001-E707-4B86-9254-198547FB1E69}"/>
              </c:ext>
            </c:extLst>
          </c:dPt>
          <c:dPt>
            <c:idx val="1"/>
            <c:bubble3D val="0"/>
            <c:spPr>
              <a:solidFill>
                <a:schemeClr val="accent2"/>
              </a:solidFill>
              <a:ln w="19050">
                <a:noFill/>
              </a:ln>
              <a:effectLst>
                <a:outerShdw blurRad="88900" dist="38100" dir="2700000" sx="101000" sy="101000" algn="ctr" rotWithShape="0">
                  <a:srgbClr val="000000">
                    <a:alpha val="15000"/>
                  </a:srgbClr>
                </a:outerShdw>
              </a:effectLst>
            </c:spPr>
            <c:extLst>
              <c:ext xmlns:c16="http://schemas.microsoft.com/office/drawing/2014/chart" uri="{C3380CC4-5D6E-409C-BE32-E72D297353CC}">
                <c16:uniqueId val="{00000003-E707-4B86-9254-198547FB1E69}"/>
              </c:ext>
            </c:extLst>
          </c:dPt>
          <c:dPt>
            <c:idx val="2"/>
            <c:bubble3D val="0"/>
            <c:spPr>
              <a:solidFill>
                <a:schemeClr val="accent3"/>
              </a:solidFill>
              <a:ln w="19050">
                <a:noFill/>
              </a:ln>
              <a:effectLst>
                <a:outerShdw blurRad="88900" dist="38100" dir="2700000" sx="101000" sy="101000" algn="ctr" rotWithShape="0">
                  <a:srgbClr val="000000">
                    <a:alpha val="15000"/>
                  </a:srgbClr>
                </a:outerShdw>
              </a:effectLst>
            </c:spPr>
            <c:extLst>
              <c:ext xmlns:c16="http://schemas.microsoft.com/office/drawing/2014/chart" uri="{C3380CC4-5D6E-409C-BE32-E72D297353CC}">
                <c16:uniqueId val="{00000005-E707-4B86-9254-198547FB1E69}"/>
              </c:ext>
            </c:extLst>
          </c:dPt>
          <c:dPt>
            <c:idx val="3"/>
            <c:bubble3D val="0"/>
            <c:spPr>
              <a:solidFill>
                <a:schemeClr val="accent4"/>
              </a:solidFill>
              <a:ln w="19050">
                <a:noFill/>
              </a:ln>
              <a:effectLst>
                <a:outerShdw blurRad="88900" dist="38100" dir="2700000" sx="101000" sy="101000" algn="ctr" rotWithShape="0">
                  <a:srgbClr val="000000">
                    <a:alpha val="15000"/>
                  </a:srgbClr>
                </a:outerShdw>
              </a:effectLst>
            </c:spPr>
            <c:extLst>
              <c:ext xmlns:c16="http://schemas.microsoft.com/office/drawing/2014/chart" uri="{C3380CC4-5D6E-409C-BE32-E72D297353CC}">
                <c16:uniqueId val="{00000007-E707-4B86-9254-198547FB1E69}"/>
              </c:ext>
            </c:extLst>
          </c:dPt>
          <c:cat>
            <c:strRef>
              <c:f>Sheet1!$A$2:$A$5</c:f>
              <c:strCache>
                <c:ptCount val="4"/>
                <c:pt idx="0">
                  <c:v>1st Qtr</c:v>
                </c:pt>
                <c:pt idx="1">
                  <c:v>2nd Qtr</c:v>
                </c:pt>
                <c:pt idx="2">
                  <c:v>3rd Qtr</c:v>
                </c:pt>
                <c:pt idx="3">
                  <c:v>4th Qtr</c:v>
                </c:pt>
              </c:strCache>
            </c:strRef>
          </c:cat>
          <c:val>
            <c:numRef>
              <c:f>Sheet1!$B$2:$B$5</c:f>
              <c:numCache>
                <c:formatCode>General</c:formatCode>
                <c:ptCount val="4"/>
                <c:pt idx="0">
                  <c:v>8.1999999999999993</c:v>
                </c:pt>
                <c:pt idx="1">
                  <c:v>3.2</c:v>
                </c:pt>
                <c:pt idx="2">
                  <c:v>1.4</c:v>
                </c:pt>
                <c:pt idx="3">
                  <c:v>1.2</c:v>
                </c:pt>
              </c:numCache>
            </c:numRef>
          </c:val>
          <c:extLst>
            <c:ext xmlns:c16="http://schemas.microsoft.com/office/drawing/2014/chart" uri="{C3380CC4-5D6E-409C-BE32-E72D297353CC}">
              <c16:uniqueId val="{00000000-E60A-4F35-8575-6CFCB5A95B8A}"/>
            </c:ext>
          </c:extLst>
        </c:ser>
        <c:dLbls>
          <c:showLegendKey val="0"/>
          <c:showVal val="0"/>
          <c:showCatName val="0"/>
          <c:showSerName val="0"/>
          <c:showPercent val="0"/>
          <c:showBubbleSize val="0"/>
          <c:showLeaderLines val="1"/>
        </c:dLbls>
        <c:firstSliceAng val="0"/>
        <c:holeSize val="52"/>
      </c:doughnut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vert="horz" wrap="square" anchor="ctr" anchorCtr="1"/>
        <a:lstStyle/>
        <a:p>
          <a:pPr>
            <a:defRPr sz="1800" b="0" i="0" u="none" strike="noStrike" kern="1200" spc="0" baseline="0">
              <a:solidFill>
                <a:schemeClr val="tx1"/>
              </a:solidFill>
              <a:latin typeface="+mn-lt"/>
              <a:ea typeface="+mn-ea"/>
              <a:cs typeface="+mn-cs"/>
            </a:defRPr>
          </a:pPr>
          <a:endParaRPr lang="en-US"/>
        </a:p>
      </c:txPr>
    </c:title>
    <c:autoTitleDeleted val="0"/>
    <c:plotArea>
      <c:layout/>
      <c:barChart>
        <c:barDir val="col"/>
        <c:grouping val="clustered"/>
        <c:varyColors val="0"/>
        <c:ser>
          <c:idx val="0"/>
          <c:order val="0"/>
          <c:tx>
            <c:strRef>
              <c:f>Sheet1!$B$1</c:f>
              <c:strCache>
                <c:ptCount val="1"/>
                <c:pt idx="0">
                  <c:v>Series 1</c:v>
                </c:pt>
              </c:strCache>
            </c:strRef>
          </c:tx>
          <c:spPr>
            <a:solidFill>
              <a:schemeClr val="accent1"/>
            </a:solidFill>
            <a:ln>
              <a:noFill/>
            </a:ln>
            <a:effectLst>
              <a:outerShdw blurRad="88900" dist="38100" dir="2700000" sx="101000" sy="101000" algn="ctr" rotWithShape="0">
                <a:srgbClr val="000000">
                  <a:alpha val="15000"/>
                </a:srgbClr>
              </a:outerShdw>
            </a:effectLst>
          </c:spPr>
          <c:invertIfNegative val="0"/>
          <c:cat>
            <c:strRef>
              <c:f>Sheet1!$A$2:$A$5</c:f>
              <c:strCache>
                <c:ptCount val="4"/>
                <c:pt idx="0">
                  <c:v>Category 1</c:v>
                </c:pt>
                <c:pt idx="1">
                  <c:v>Category 2</c:v>
                </c:pt>
                <c:pt idx="2">
                  <c:v>Category 3</c:v>
                </c:pt>
                <c:pt idx="3">
                  <c:v>Category 4</c:v>
                </c:pt>
              </c:strCache>
            </c:strRef>
          </c:cat>
          <c:val>
            <c:numRef>
              <c:f>Sheet1!$B$2:$B$5</c:f>
              <c:numCache>
                <c:formatCode>General</c:formatCode>
                <c:ptCount val="4"/>
                <c:pt idx="0">
                  <c:v>4.3</c:v>
                </c:pt>
                <c:pt idx="1">
                  <c:v>2.5</c:v>
                </c:pt>
                <c:pt idx="2">
                  <c:v>3.5</c:v>
                </c:pt>
                <c:pt idx="3">
                  <c:v>4.5</c:v>
                </c:pt>
              </c:numCache>
            </c:numRef>
          </c:val>
          <c:extLst>
            <c:ext xmlns:c16="http://schemas.microsoft.com/office/drawing/2014/chart" uri="{C3380CC4-5D6E-409C-BE32-E72D297353CC}">
              <c16:uniqueId val="{00000000-692A-440D-A16F-575FCA711F7C}"/>
            </c:ext>
          </c:extLst>
        </c:ser>
        <c:ser>
          <c:idx val="1"/>
          <c:order val="1"/>
          <c:tx>
            <c:strRef>
              <c:f>Sheet1!$C$1</c:f>
              <c:strCache>
                <c:ptCount val="1"/>
                <c:pt idx="0">
                  <c:v>Series 2</c:v>
                </c:pt>
              </c:strCache>
            </c:strRef>
          </c:tx>
          <c:spPr>
            <a:solidFill>
              <a:schemeClr val="accent2"/>
            </a:solidFill>
            <a:ln>
              <a:noFill/>
            </a:ln>
            <a:effectLst>
              <a:outerShdw blurRad="88900" dist="38100" dir="2700000" sx="101000" sy="101000" algn="ctr" rotWithShape="0">
                <a:srgbClr val="000000">
                  <a:alpha val="15000"/>
                </a:srgbClr>
              </a:outerShdw>
            </a:effectLst>
          </c:spPr>
          <c:invertIfNegative val="0"/>
          <c:cat>
            <c:strRef>
              <c:f>Sheet1!$A$2:$A$5</c:f>
              <c:strCache>
                <c:ptCount val="4"/>
                <c:pt idx="0">
                  <c:v>Category 1</c:v>
                </c:pt>
                <c:pt idx="1">
                  <c:v>Category 2</c:v>
                </c:pt>
                <c:pt idx="2">
                  <c:v>Category 3</c:v>
                </c:pt>
                <c:pt idx="3">
                  <c:v>Category 4</c:v>
                </c:pt>
              </c:strCache>
            </c:strRef>
          </c:cat>
          <c:val>
            <c:numRef>
              <c:f>Sheet1!$C$2:$C$5</c:f>
              <c:numCache>
                <c:formatCode>General</c:formatCode>
                <c:ptCount val="4"/>
                <c:pt idx="0">
                  <c:v>2.4</c:v>
                </c:pt>
                <c:pt idx="1">
                  <c:v>4.4000000000000004</c:v>
                </c:pt>
                <c:pt idx="2">
                  <c:v>1.8</c:v>
                </c:pt>
                <c:pt idx="3">
                  <c:v>2.8</c:v>
                </c:pt>
              </c:numCache>
            </c:numRef>
          </c:val>
          <c:extLst>
            <c:ext xmlns:c16="http://schemas.microsoft.com/office/drawing/2014/chart" uri="{C3380CC4-5D6E-409C-BE32-E72D297353CC}">
              <c16:uniqueId val="{00000001-692A-440D-A16F-575FCA711F7C}"/>
            </c:ext>
          </c:extLst>
        </c:ser>
        <c:ser>
          <c:idx val="2"/>
          <c:order val="2"/>
          <c:tx>
            <c:strRef>
              <c:f>Sheet1!$D$1</c:f>
              <c:strCache>
                <c:ptCount val="1"/>
                <c:pt idx="0">
                  <c:v>Series 3</c:v>
                </c:pt>
              </c:strCache>
            </c:strRef>
          </c:tx>
          <c:spPr>
            <a:solidFill>
              <a:schemeClr val="accent3"/>
            </a:solidFill>
            <a:ln>
              <a:noFill/>
            </a:ln>
            <a:effectLst>
              <a:outerShdw blurRad="88900" dist="38100" dir="2700000" sx="101000" sy="101000" algn="ctr" rotWithShape="0">
                <a:srgbClr val="000000">
                  <a:alpha val="15000"/>
                </a:srgbClr>
              </a:outerShdw>
            </a:effectLst>
          </c:spPr>
          <c:invertIfNegative val="0"/>
          <c:cat>
            <c:strRef>
              <c:f>Sheet1!$A$2:$A$5</c:f>
              <c:strCache>
                <c:ptCount val="4"/>
                <c:pt idx="0">
                  <c:v>Category 1</c:v>
                </c:pt>
                <c:pt idx="1">
                  <c:v>Category 2</c:v>
                </c:pt>
                <c:pt idx="2">
                  <c:v>Category 3</c:v>
                </c:pt>
                <c:pt idx="3">
                  <c:v>Category 4</c:v>
                </c:pt>
              </c:strCache>
            </c:strRef>
          </c:cat>
          <c:val>
            <c:numRef>
              <c:f>Sheet1!$D$2:$D$5</c:f>
              <c:numCache>
                <c:formatCode>General</c:formatCode>
                <c:ptCount val="4"/>
                <c:pt idx="0">
                  <c:v>2</c:v>
                </c:pt>
                <c:pt idx="1">
                  <c:v>2</c:v>
                </c:pt>
                <c:pt idx="2">
                  <c:v>3</c:v>
                </c:pt>
                <c:pt idx="3">
                  <c:v>5</c:v>
                </c:pt>
              </c:numCache>
            </c:numRef>
          </c:val>
          <c:extLst>
            <c:ext xmlns:c16="http://schemas.microsoft.com/office/drawing/2014/chart" uri="{C3380CC4-5D6E-409C-BE32-E72D297353CC}">
              <c16:uniqueId val="{00000002-692A-440D-A16F-575FCA711F7C}"/>
            </c:ext>
          </c:extLst>
        </c:ser>
        <c:dLbls>
          <c:showLegendKey val="0"/>
          <c:showVal val="0"/>
          <c:showCatName val="0"/>
          <c:showSerName val="0"/>
          <c:showPercent val="0"/>
          <c:showBubbleSize val="0"/>
        </c:dLbls>
        <c:gapWidth val="219"/>
        <c:overlap val="-27"/>
        <c:axId val="531675007"/>
        <c:axId val="531668351"/>
      </c:barChart>
      <c:catAx>
        <c:axId val="531675007"/>
        <c:scaling>
          <c:orientation val="minMax"/>
        </c:scaling>
        <c:delete val="1"/>
        <c:axPos val="b"/>
        <c:numFmt formatCode="General" sourceLinked="1"/>
        <c:majorTickMark val="none"/>
        <c:minorTickMark val="none"/>
        <c:tickLblPos val="nextTo"/>
        <c:crossAx val="531668351"/>
        <c:crosses val="autoZero"/>
        <c:auto val="1"/>
        <c:lblAlgn val="ctr"/>
        <c:lblOffset val="100"/>
        <c:noMultiLvlLbl val="0"/>
      </c:catAx>
      <c:valAx>
        <c:axId val="531668351"/>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531675007"/>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 name="Header Placeholder 5"/>
          <p:cNvSpPr>
            <a:spLocks noGrp="1"/>
          </p:cNvSpPr>
          <p:nvPr>
            <p:ph type="hdr" sz="quarter"/>
          </p:nvPr>
        </p:nvSpPr>
        <p:spPr>
          <a:xfrm>
            <a:off x="0" y="-11574"/>
            <a:ext cx="2971800" cy="457200"/>
          </a:xfrm>
          <a:prstGeom prst="rect">
            <a:avLst/>
          </a:prstGeom>
        </p:spPr>
        <p:txBody>
          <a:bodyPr vert="horz" lIns="91440" tIns="45720" rIns="91440" bIns="45720" rtlCol="0"/>
          <a:lstStyle>
            <a:lvl1pPr algn="l">
              <a:defRPr sz="1200"/>
            </a:lvl1pPr>
          </a:lstStyle>
          <a:p>
            <a:endParaRPr lang="en-US" dirty="0">
              <a:latin typeface="Segoe UI" pitchFamily="34" charset="0"/>
            </a:endParaRPr>
          </a:p>
        </p:txBody>
      </p:sp>
      <p:sp>
        <p:nvSpPr>
          <p:cNvPr id="7" name="Date Placeholder 6"/>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460F9EC6-89FF-47E1-8594-1A32E3B45134}" type="datetime8">
              <a:rPr lang="en-US" smtClean="0">
                <a:latin typeface="Segoe UI" pitchFamily="34" charset="0"/>
              </a:rPr>
              <a:t>4/30/2026 10:02 AM</a:t>
            </a:fld>
            <a:endParaRPr lang="en-US" dirty="0">
              <a:latin typeface="Segoe UI" pitchFamily="34" charset="0"/>
            </a:endParaRPr>
          </a:p>
        </p:txBody>
      </p:sp>
      <p:sp>
        <p:nvSpPr>
          <p:cNvPr id="8" name="Footer Placeholder 7"/>
          <p:cNvSpPr>
            <a:spLocks noGrp="1"/>
          </p:cNvSpPr>
          <p:nvPr>
            <p:ph type="ftr" sz="quarter" idx="2"/>
          </p:nvPr>
        </p:nvSpPr>
        <p:spPr>
          <a:xfrm>
            <a:off x="0" y="8685213"/>
            <a:ext cx="5795010" cy="332434"/>
          </a:xfrm>
          <a:prstGeom prst="rect">
            <a:avLst/>
          </a:prstGeom>
        </p:spPr>
        <p:txBody>
          <a:bodyPr vert="horz" lIns="91440" tIns="45720" rIns="91440" bIns="45720" rtlCol="0" anchor="b"/>
          <a:lstStyle>
            <a:lvl1pPr algn="l">
              <a:defRPr sz="1200"/>
            </a:lvl1pPr>
          </a:lstStyle>
          <a:p>
            <a:pPr marL="398463" defTabSz="914099" eaLnBrk="0" hangingPunct="0"/>
            <a:r>
              <a:rPr lang="en-US" sz="400" dirty="0">
                <a:gradFill>
                  <a:gsLst>
                    <a:gs pos="0">
                      <a:schemeClr val="tx1"/>
                    </a:gs>
                    <a:gs pos="100000">
                      <a:schemeClr val="tx1"/>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9" name="Slide Number Placeholder 8"/>
          <p:cNvSpPr>
            <a:spLocks noGrp="1"/>
          </p:cNvSpPr>
          <p:nvPr>
            <p:ph type="sldNum" sz="quarter" idx="3"/>
          </p:nvPr>
        </p:nvSpPr>
        <p:spPr>
          <a:xfrm>
            <a:off x="5783579" y="8685213"/>
            <a:ext cx="1072833" cy="457200"/>
          </a:xfrm>
          <a:prstGeom prst="rect">
            <a:avLst/>
          </a:prstGeom>
        </p:spPr>
        <p:txBody>
          <a:bodyPr vert="horz" lIns="91440" tIns="45720" rIns="91440" bIns="45720" rtlCol="0" anchor="b"/>
          <a:lstStyle>
            <a:lvl1pPr algn="r">
              <a:defRPr sz="1200"/>
            </a:lvl1pPr>
          </a:lstStyle>
          <a:p>
            <a:fld id="{0EC9E9D6-92A0-482B-A603-C9BA7FFB8190}" type="slidenum">
              <a:rPr lang="en-US" smtClean="0">
                <a:latin typeface="Segoe UI" pitchFamily="34" charset="0"/>
              </a:rPr>
              <a:t>‹#›</a:t>
            </a:fld>
            <a:endParaRPr lang="en-US" dirty="0">
              <a:latin typeface="Segoe UI" pitchFamily="34" charset="0"/>
            </a:endParaRPr>
          </a:p>
        </p:txBody>
      </p:sp>
    </p:spTree>
    <p:extLst>
      <p:ext uri="{BB962C8B-B14F-4D97-AF65-F5344CB8AC3E}">
        <p14:creationId xmlns:p14="http://schemas.microsoft.com/office/powerpoint/2010/main" val="3904595630"/>
      </p:ext>
    </p:extLst>
  </p:cSld>
  <p:clrMap bg1="lt1" tx1="dk1" bg2="lt2" tx2="dk2" accent1="accent1" accent2="accent2" accent3="accent3" accent4="accent4" accent5="accent5" accent6="accent6" hlink="hlink" folHlink="folHlink"/>
  <p:hf/>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8" name="Header Placeholder 7"/>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atin typeface="Segoe UI" pitchFamily="34" charset="0"/>
              </a:defRPr>
            </a:lvl1pPr>
          </a:lstStyle>
          <a:p>
            <a:endParaRPr lang="en-US" dirty="0"/>
          </a:p>
        </p:txBody>
      </p:sp>
      <p:sp>
        <p:nvSpPr>
          <p:cNvPr id="9" name="Slide Image Placeholder 8"/>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10" name="Footer Placeholder 9"/>
          <p:cNvSpPr>
            <a:spLocks noGrp="1"/>
          </p:cNvSpPr>
          <p:nvPr>
            <p:ph type="ftr" sz="quarter" idx="4"/>
          </p:nvPr>
        </p:nvSpPr>
        <p:spPr>
          <a:xfrm>
            <a:off x="0" y="8686800"/>
            <a:ext cx="5920740" cy="355964"/>
          </a:xfrm>
          <a:prstGeom prst="rect">
            <a:avLst/>
          </a:prstGeom>
        </p:spPr>
        <p:txBody>
          <a:bodyPr vert="horz" lIns="91440" tIns="45720" rIns="91440" bIns="45720" rtlCol="0" anchor="b"/>
          <a:lstStyle>
            <a:lvl1pPr marL="571500" indent="0" algn="l">
              <a:defRPr sz="1200"/>
            </a:lvl1pPr>
          </a:lstStyle>
          <a:p>
            <a:pPr defTabSz="914099" eaLnBrk="0" hangingPunct="0"/>
            <a:r>
              <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11" name="Date Placeholder 10"/>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atin typeface="Segoe UI" pitchFamily="34" charset="0"/>
              </a:defRPr>
            </a:lvl1pPr>
          </a:lstStyle>
          <a:p>
            <a:fld id="{386CE63F-9E7F-4C04-9D0D-FCA25A8E9E86}" type="datetime8">
              <a:rPr lang="en-US" smtClean="0"/>
              <a:t>4/30/2026 10:02 AM</a:t>
            </a:fld>
            <a:endParaRPr lang="en-US" dirty="0"/>
          </a:p>
        </p:txBody>
      </p:sp>
      <p:sp>
        <p:nvSpPr>
          <p:cNvPr id="12" name="Notes Placeholder 11"/>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Slide Number Placeholder 12"/>
          <p:cNvSpPr>
            <a:spLocks noGrp="1"/>
          </p:cNvSpPr>
          <p:nvPr>
            <p:ph type="sldNum" sz="quarter" idx="5"/>
          </p:nvPr>
        </p:nvSpPr>
        <p:spPr>
          <a:xfrm>
            <a:off x="5909309" y="8685213"/>
            <a:ext cx="947103" cy="457200"/>
          </a:xfrm>
          <a:prstGeom prst="rect">
            <a:avLst/>
          </a:prstGeom>
        </p:spPr>
        <p:txBody>
          <a:bodyPr vert="horz" lIns="91440" tIns="45720" rIns="91440" bIns="45720" rtlCol="0" anchor="b"/>
          <a:lstStyle>
            <a:lvl1pPr algn="r">
              <a:defRPr sz="1200">
                <a:latin typeface="Segoe UI" pitchFamily="34" charset="0"/>
              </a:defRPr>
            </a:lvl1pPr>
          </a:lstStyle>
          <a:p>
            <a:fld id="{B4008EB6-D09E-4580-8CD6-DDB14511944F}" type="slidenum">
              <a:rPr lang="en-US" smtClean="0"/>
              <a:pPr/>
              <a:t>‹#›</a:t>
            </a:fld>
            <a:endParaRPr lang="en-US" dirty="0"/>
          </a:p>
        </p:txBody>
      </p:sp>
    </p:spTree>
    <p:extLst>
      <p:ext uri="{BB962C8B-B14F-4D97-AF65-F5344CB8AC3E}">
        <p14:creationId xmlns:p14="http://schemas.microsoft.com/office/powerpoint/2010/main" val="2624648265"/>
      </p:ext>
    </p:extLst>
  </p:cSld>
  <p:clrMap bg1="lt1" tx1="dk1" bg2="lt2" tx2="dk2" accent1="accent1" accent2="accent2" accent3="accent3" accent4="accent4" accent5="accent5" accent6="accent6" hlink="hlink" folHlink="folHlink"/>
  <p:hf/>
  <p:notesStyle>
    <a:lvl1pPr marL="0" algn="l" defTabSz="914367" rtl="0" eaLnBrk="1" latinLnBrk="0" hangingPunct="1">
      <a:lnSpc>
        <a:spcPct val="90000"/>
      </a:lnSpc>
      <a:spcAft>
        <a:spcPts val="333"/>
      </a:spcAft>
      <a:defRPr sz="882" kern="1200">
        <a:solidFill>
          <a:schemeClr val="tx1"/>
        </a:solidFill>
        <a:latin typeface="Segoe UI" panose="020B0502040204020203" pitchFamily="34" charset="0"/>
        <a:ea typeface="+mn-ea"/>
        <a:cs typeface="+mn-cs"/>
      </a:defRPr>
    </a:lvl1pPr>
    <a:lvl2pPr marL="212982" indent="-105829" algn="l" defTabSz="914367" rtl="0" eaLnBrk="1" latinLnBrk="0" hangingPunct="1">
      <a:lnSpc>
        <a:spcPct val="90000"/>
      </a:lnSpc>
      <a:spcAft>
        <a:spcPts val="333"/>
      </a:spcAft>
      <a:buFont typeface="Arial" pitchFamily="34" charset="0"/>
      <a:buChar char="•"/>
      <a:defRPr sz="882" kern="1200">
        <a:solidFill>
          <a:schemeClr val="tx1"/>
        </a:solidFill>
        <a:latin typeface="Segoe UI" panose="020B0502040204020203" pitchFamily="34" charset="0"/>
        <a:ea typeface="+mn-ea"/>
        <a:cs typeface="+mn-cs"/>
      </a:defRPr>
    </a:lvl2pPr>
    <a:lvl3pPr marL="328071" indent="-115090" algn="l" defTabSz="914367" rtl="0" eaLnBrk="1" latinLnBrk="0" hangingPunct="1">
      <a:lnSpc>
        <a:spcPct val="90000"/>
      </a:lnSpc>
      <a:spcAft>
        <a:spcPts val="333"/>
      </a:spcAft>
      <a:buFont typeface="Arial" pitchFamily="34" charset="0"/>
      <a:buChar char="•"/>
      <a:defRPr sz="882" kern="1200">
        <a:solidFill>
          <a:schemeClr val="tx1"/>
        </a:solidFill>
        <a:latin typeface="Segoe UI" panose="020B0502040204020203" pitchFamily="34" charset="0"/>
        <a:ea typeface="+mn-ea"/>
        <a:cs typeface="+mn-cs"/>
      </a:defRPr>
    </a:lvl3pPr>
    <a:lvl4pPr marL="482848" indent="-146838" algn="l" defTabSz="914367" rtl="0" eaLnBrk="1" latinLnBrk="0" hangingPunct="1">
      <a:lnSpc>
        <a:spcPct val="90000"/>
      </a:lnSpc>
      <a:spcAft>
        <a:spcPts val="333"/>
      </a:spcAft>
      <a:buFont typeface="Arial" pitchFamily="34" charset="0"/>
      <a:buChar char="•"/>
      <a:defRPr sz="882" kern="1200">
        <a:solidFill>
          <a:schemeClr val="tx1"/>
        </a:solidFill>
        <a:latin typeface="Segoe UI" panose="020B0502040204020203" pitchFamily="34" charset="0"/>
        <a:ea typeface="+mn-ea"/>
        <a:cs typeface="+mn-cs"/>
      </a:defRPr>
    </a:lvl4pPr>
    <a:lvl5pPr marL="615134" indent="-115090" algn="l" defTabSz="914367" rtl="0" eaLnBrk="1" latinLnBrk="0" hangingPunct="1">
      <a:lnSpc>
        <a:spcPct val="90000"/>
      </a:lnSpc>
      <a:spcAft>
        <a:spcPts val="333"/>
      </a:spcAft>
      <a:buFont typeface="Arial" pitchFamily="34" charset="0"/>
      <a:buChar char="•"/>
      <a:defRPr sz="882" kern="1200">
        <a:solidFill>
          <a:schemeClr val="tx1"/>
        </a:solidFill>
        <a:latin typeface="Segoe UI" panose="020B0502040204020203" pitchFamily="34" charset="0"/>
        <a:ea typeface="+mn-ea"/>
        <a:cs typeface="+mn-cs"/>
      </a:defRPr>
    </a:lvl5pPr>
    <a:lvl6pPr marL="2285918" algn="l" defTabSz="914367" rtl="0" eaLnBrk="1" latinLnBrk="0" hangingPunct="1">
      <a:defRPr sz="1176" kern="1200">
        <a:solidFill>
          <a:schemeClr val="tx1"/>
        </a:solidFill>
        <a:latin typeface="+mn-lt"/>
        <a:ea typeface="+mn-ea"/>
        <a:cs typeface="+mn-cs"/>
      </a:defRPr>
    </a:lvl6pPr>
    <a:lvl7pPr marL="2743101" algn="l" defTabSz="914367" rtl="0" eaLnBrk="1" latinLnBrk="0" hangingPunct="1">
      <a:defRPr sz="1176" kern="1200">
        <a:solidFill>
          <a:schemeClr val="tx1"/>
        </a:solidFill>
        <a:latin typeface="+mn-lt"/>
        <a:ea typeface="+mn-ea"/>
        <a:cs typeface="+mn-cs"/>
      </a:defRPr>
    </a:lvl7pPr>
    <a:lvl8pPr marL="3200284" algn="l" defTabSz="914367" rtl="0" eaLnBrk="1" latinLnBrk="0" hangingPunct="1">
      <a:defRPr sz="1176" kern="1200">
        <a:solidFill>
          <a:schemeClr val="tx1"/>
        </a:solidFill>
        <a:latin typeface="+mn-lt"/>
        <a:ea typeface="+mn-ea"/>
        <a:cs typeface="+mn-cs"/>
      </a:defRPr>
    </a:lvl8pPr>
    <a:lvl9pPr marL="3657469" algn="l" defTabSz="914367" rtl="0" eaLnBrk="1" latinLnBrk="0" hangingPunct="1">
      <a:defRPr sz="1176"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idx="10"/>
          </p:nvPr>
        </p:nvSpPr>
        <p:spPr/>
        <p:txBody>
          <a:bodyPr/>
          <a:lstStyle/>
          <a:p>
            <a:endParaRPr lang="en-US" dirty="0"/>
          </a:p>
        </p:txBody>
      </p:sp>
      <p:sp>
        <p:nvSpPr>
          <p:cNvPr id="5" name="Footer Placeholder 4"/>
          <p:cNvSpPr>
            <a:spLocks noGrp="1"/>
          </p:cNvSpPr>
          <p:nvPr>
            <p:ph type="ftr" sz="quarter" idx="11"/>
          </p:nvPr>
        </p:nvSpPr>
        <p:spPr/>
        <p:txBody>
          <a:bodyPr/>
          <a:lstStyle/>
          <a:p>
            <a:pPr defTabSz="914099" eaLnBrk="0" hangingPunct="0"/>
            <a:r>
              <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fld id="{321E5A7B-BB8D-4368-A182-109669521632}" type="datetime8">
              <a:rPr lang="en-US" smtClean="0"/>
              <a:t>4/30/2026 10:02 AM</a:t>
            </a:fld>
            <a:endParaRPr lang="en-US" dirty="0"/>
          </a:p>
        </p:txBody>
      </p:sp>
      <p:sp>
        <p:nvSpPr>
          <p:cNvPr id="7" name="Slide Number Placeholder 6"/>
          <p:cNvSpPr>
            <a:spLocks noGrp="1"/>
          </p:cNvSpPr>
          <p:nvPr>
            <p:ph type="sldNum" sz="quarter" idx="13"/>
          </p:nvPr>
        </p:nvSpPr>
        <p:spPr/>
        <p:txBody>
          <a:bodyPr/>
          <a:lstStyle/>
          <a:p>
            <a:fld id="{B4008EB6-D09E-4580-8CD6-DDB14511944F}" type="slidenum">
              <a:rPr lang="en-US" smtClean="0"/>
              <a:pPr/>
              <a:t>1</a:t>
            </a:fld>
            <a:endParaRPr lang="en-US" dirty="0"/>
          </a:p>
        </p:txBody>
      </p:sp>
    </p:spTree>
    <p:extLst>
      <p:ext uri="{BB962C8B-B14F-4D97-AF65-F5344CB8AC3E}">
        <p14:creationId xmlns:p14="http://schemas.microsoft.com/office/powerpoint/2010/main" val="308866467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idx="10"/>
          </p:nvPr>
        </p:nvSpPr>
        <p:spPr/>
        <p:txBody>
          <a:bodyPr/>
          <a:lstStyle/>
          <a:p>
            <a:endParaRPr lang="en-US" dirty="0"/>
          </a:p>
        </p:txBody>
      </p:sp>
      <p:sp>
        <p:nvSpPr>
          <p:cNvPr id="5" name="Footer Placeholder 4"/>
          <p:cNvSpPr>
            <a:spLocks noGrp="1"/>
          </p:cNvSpPr>
          <p:nvPr>
            <p:ph type="ftr" sz="quarter" idx="11"/>
          </p:nvPr>
        </p:nvSpPr>
        <p:spPr/>
        <p:txBody>
          <a:bodyPr/>
          <a:lstStyle/>
          <a:p>
            <a:pPr defTabSz="914099" eaLnBrk="0" hangingPunct="0"/>
            <a:r>
              <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fld id="{321E5A7B-BB8D-4368-A182-109669521632}" type="datetime8">
              <a:rPr lang="en-US" smtClean="0"/>
              <a:t>4/30/2026 10:02 AM</a:t>
            </a:fld>
            <a:endParaRPr lang="en-US" dirty="0"/>
          </a:p>
        </p:txBody>
      </p:sp>
      <p:sp>
        <p:nvSpPr>
          <p:cNvPr id="7" name="Slide Number Placeholder 6"/>
          <p:cNvSpPr>
            <a:spLocks noGrp="1"/>
          </p:cNvSpPr>
          <p:nvPr>
            <p:ph type="sldNum" sz="quarter" idx="13"/>
          </p:nvPr>
        </p:nvSpPr>
        <p:spPr/>
        <p:txBody>
          <a:bodyPr/>
          <a:lstStyle/>
          <a:p>
            <a:fld id="{B4008EB6-D09E-4580-8CD6-DDB14511944F}" type="slidenum">
              <a:rPr lang="en-US" smtClean="0"/>
              <a:pPr/>
              <a:t>2</a:t>
            </a:fld>
            <a:endParaRPr lang="en-US" dirty="0"/>
          </a:p>
        </p:txBody>
      </p:sp>
    </p:spTree>
    <p:extLst>
      <p:ext uri="{BB962C8B-B14F-4D97-AF65-F5344CB8AC3E}">
        <p14:creationId xmlns:p14="http://schemas.microsoft.com/office/powerpoint/2010/main" val="105077881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idx="10"/>
          </p:nvPr>
        </p:nvSpPr>
        <p:spPr/>
        <p:txBody>
          <a:bodyPr/>
          <a:lstStyle/>
          <a:p>
            <a:endParaRPr lang="en-US" dirty="0"/>
          </a:p>
        </p:txBody>
      </p:sp>
      <p:sp>
        <p:nvSpPr>
          <p:cNvPr id="5" name="Footer Placeholder 4"/>
          <p:cNvSpPr>
            <a:spLocks noGrp="1"/>
          </p:cNvSpPr>
          <p:nvPr>
            <p:ph type="ftr" sz="quarter" idx="11"/>
          </p:nvPr>
        </p:nvSpPr>
        <p:spPr/>
        <p:txBody>
          <a:bodyPr/>
          <a:lstStyle/>
          <a:p>
            <a:pPr defTabSz="914099" eaLnBrk="0" hangingPunct="0"/>
            <a:r>
              <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fld id="{321E5A7B-BB8D-4368-A182-109669521632}" type="datetime8">
              <a:rPr lang="en-US" smtClean="0"/>
              <a:t>4/30/2026 10:02 AM</a:t>
            </a:fld>
            <a:endParaRPr lang="en-US" dirty="0"/>
          </a:p>
        </p:txBody>
      </p:sp>
      <p:sp>
        <p:nvSpPr>
          <p:cNvPr id="7" name="Slide Number Placeholder 6"/>
          <p:cNvSpPr>
            <a:spLocks noGrp="1"/>
          </p:cNvSpPr>
          <p:nvPr>
            <p:ph type="sldNum" sz="quarter" idx="13"/>
          </p:nvPr>
        </p:nvSpPr>
        <p:spPr/>
        <p:txBody>
          <a:bodyPr/>
          <a:lstStyle/>
          <a:p>
            <a:fld id="{B4008EB6-D09E-4580-8CD6-DDB14511944F}" type="slidenum">
              <a:rPr lang="en-US" smtClean="0"/>
              <a:pPr/>
              <a:t>3</a:t>
            </a:fld>
            <a:endParaRPr lang="en-US" dirty="0"/>
          </a:p>
        </p:txBody>
      </p:sp>
    </p:spTree>
    <p:extLst>
      <p:ext uri="{BB962C8B-B14F-4D97-AF65-F5344CB8AC3E}">
        <p14:creationId xmlns:p14="http://schemas.microsoft.com/office/powerpoint/2010/main" val="291570784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idx="10"/>
          </p:nvPr>
        </p:nvSpPr>
        <p:spPr/>
        <p:txBody>
          <a:bodyPr/>
          <a:lstStyle/>
          <a:p>
            <a:endParaRPr lang="en-US" dirty="0"/>
          </a:p>
        </p:txBody>
      </p:sp>
      <p:sp>
        <p:nvSpPr>
          <p:cNvPr id="5" name="Footer Placeholder 4"/>
          <p:cNvSpPr>
            <a:spLocks noGrp="1"/>
          </p:cNvSpPr>
          <p:nvPr>
            <p:ph type="ftr" sz="quarter" idx="11"/>
          </p:nvPr>
        </p:nvSpPr>
        <p:spPr/>
        <p:txBody>
          <a:bodyPr/>
          <a:lstStyle/>
          <a:p>
            <a:pPr defTabSz="914099" eaLnBrk="0" hangingPunct="0"/>
            <a:r>
              <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fld id="{62072DC8-D49D-432C-9D46-A7718B5F5490}" type="datetime8">
              <a:rPr lang="en-US" smtClean="0"/>
              <a:t>4/30/2026 10:02 AM</a:t>
            </a:fld>
            <a:endParaRPr lang="en-US" dirty="0"/>
          </a:p>
        </p:txBody>
      </p:sp>
      <p:sp>
        <p:nvSpPr>
          <p:cNvPr id="7" name="Slide Number Placeholder 6"/>
          <p:cNvSpPr>
            <a:spLocks noGrp="1"/>
          </p:cNvSpPr>
          <p:nvPr>
            <p:ph type="sldNum" sz="quarter" idx="13"/>
          </p:nvPr>
        </p:nvSpPr>
        <p:spPr/>
        <p:txBody>
          <a:bodyPr/>
          <a:lstStyle/>
          <a:p>
            <a:fld id="{B4008EB6-D09E-4580-8CD6-DDB14511944F}" type="slidenum">
              <a:rPr lang="en-US" smtClean="0"/>
              <a:pPr/>
              <a:t>19</a:t>
            </a:fld>
            <a:endParaRPr lang="en-US" dirty="0"/>
          </a:p>
        </p:txBody>
      </p:sp>
    </p:spTree>
    <p:extLst>
      <p:ext uri="{BB962C8B-B14F-4D97-AF65-F5344CB8AC3E}">
        <p14:creationId xmlns:p14="http://schemas.microsoft.com/office/powerpoint/2010/main" val="194600967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p:nvPr>
        </p:nvSpPr>
        <p:spPr/>
        <p:txBody>
          <a:bodyPr/>
          <a:lstStyle/>
          <a:p>
            <a:endParaRPr lang="en-US" dirty="0"/>
          </a:p>
        </p:txBody>
      </p:sp>
      <p:sp>
        <p:nvSpPr>
          <p:cNvPr id="5" name="Footer Placeholder 4"/>
          <p:cNvSpPr>
            <a:spLocks noGrp="1"/>
          </p:cNvSpPr>
          <p:nvPr>
            <p:ph type="ftr" sz="quarter" idx="4"/>
          </p:nvPr>
        </p:nvSpPr>
        <p:spPr/>
        <p:txBody>
          <a:bodyPr/>
          <a:lstStyle/>
          <a:p>
            <a:pPr defTabSz="914099" eaLnBrk="0" hangingPunct="0"/>
            <a:r>
              <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
          </p:nvPr>
        </p:nvSpPr>
        <p:spPr/>
        <p:txBody>
          <a:bodyPr/>
          <a:lstStyle/>
          <a:p>
            <a:fld id="{386CE63F-9E7F-4C04-9D0D-FCA25A8E9E86}" type="datetime8">
              <a:rPr lang="en-US" smtClean="0"/>
              <a:t>4/30/2026 10:02 AM</a:t>
            </a:fld>
            <a:endParaRPr lang="en-US" dirty="0"/>
          </a:p>
        </p:txBody>
      </p:sp>
      <p:sp>
        <p:nvSpPr>
          <p:cNvPr id="7" name="Slide Number Placeholder 6"/>
          <p:cNvSpPr>
            <a:spLocks noGrp="1"/>
          </p:cNvSpPr>
          <p:nvPr>
            <p:ph type="sldNum" sz="quarter" idx="5"/>
          </p:nvPr>
        </p:nvSpPr>
        <p:spPr/>
        <p:txBody>
          <a:bodyPr/>
          <a:lstStyle/>
          <a:p>
            <a:fld id="{B4008EB6-D09E-4580-8CD6-DDB14511944F}" type="slidenum">
              <a:rPr lang="en-US" smtClean="0"/>
              <a:pPr/>
              <a:t>20</a:t>
            </a:fld>
            <a:endParaRPr lang="en-US" dirty="0"/>
          </a:p>
        </p:txBody>
      </p:sp>
    </p:spTree>
    <p:extLst>
      <p:ext uri="{BB962C8B-B14F-4D97-AF65-F5344CB8AC3E}">
        <p14:creationId xmlns:p14="http://schemas.microsoft.com/office/powerpoint/2010/main" val="132124549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idx="10"/>
          </p:nvPr>
        </p:nvSpPr>
        <p:spPr/>
        <p:txBody>
          <a:bodyPr/>
          <a:lstStyle/>
          <a:p>
            <a:endParaRPr lang="en-US" dirty="0"/>
          </a:p>
        </p:txBody>
      </p:sp>
      <p:sp>
        <p:nvSpPr>
          <p:cNvPr id="5" name="Footer Placeholder 4"/>
          <p:cNvSpPr>
            <a:spLocks noGrp="1"/>
          </p:cNvSpPr>
          <p:nvPr>
            <p:ph type="ftr" sz="quarter" idx="11"/>
          </p:nvPr>
        </p:nvSpPr>
        <p:spPr/>
        <p:txBody>
          <a:bodyPr/>
          <a:lstStyle/>
          <a:p>
            <a:pPr defTabSz="914099" eaLnBrk="0" hangingPunct="0"/>
            <a:r>
              <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fld id="{72E0C910-0166-48E0-B8EF-5071277A02A8}" type="datetime8">
              <a:rPr lang="en-US" smtClean="0"/>
              <a:t>4/30/2026 10:02 AM</a:t>
            </a:fld>
            <a:endParaRPr lang="en-US" dirty="0"/>
          </a:p>
        </p:txBody>
      </p:sp>
      <p:sp>
        <p:nvSpPr>
          <p:cNvPr id="7" name="Slide Number Placeholder 6"/>
          <p:cNvSpPr>
            <a:spLocks noGrp="1"/>
          </p:cNvSpPr>
          <p:nvPr>
            <p:ph type="sldNum" sz="quarter" idx="13"/>
          </p:nvPr>
        </p:nvSpPr>
        <p:spPr/>
        <p:txBody>
          <a:bodyPr/>
          <a:lstStyle/>
          <a:p>
            <a:fld id="{B4008EB6-D09E-4580-8CD6-DDB14511944F}" type="slidenum">
              <a:rPr lang="en-US" smtClean="0"/>
              <a:pPr/>
              <a:t>21</a:t>
            </a:fld>
            <a:endParaRPr lang="en-US" dirty="0"/>
          </a:p>
        </p:txBody>
      </p:sp>
    </p:spTree>
    <p:extLst>
      <p:ext uri="{BB962C8B-B14F-4D97-AF65-F5344CB8AC3E}">
        <p14:creationId xmlns:p14="http://schemas.microsoft.com/office/powerpoint/2010/main" val="160108967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idx="10"/>
          </p:nvPr>
        </p:nvSpPr>
        <p:spPr/>
        <p:txBody>
          <a:bodyPr/>
          <a:lstStyle/>
          <a:p>
            <a:endParaRPr lang="en-US" dirty="0"/>
          </a:p>
        </p:txBody>
      </p:sp>
      <p:sp>
        <p:nvSpPr>
          <p:cNvPr id="5" name="Footer Placeholder 4"/>
          <p:cNvSpPr>
            <a:spLocks noGrp="1"/>
          </p:cNvSpPr>
          <p:nvPr>
            <p:ph type="ftr" sz="quarter" idx="11"/>
          </p:nvPr>
        </p:nvSpPr>
        <p:spPr/>
        <p:txBody>
          <a:bodyPr/>
          <a:lstStyle/>
          <a:p>
            <a:pPr defTabSz="914099" eaLnBrk="0" hangingPunct="0"/>
            <a:r>
              <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fld id="{9427A7F7-BB1E-479D-AFAA-B52F4D0C99F2}" type="datetime8">
              <a:rPr lang="en-US" smtClean="0"/>
              <a:t>4/30/2026 10:02 AM</a:t>
            </a:fld>
            <a:endParaRPr lang="en-US" dirty="0"/>
          </a:p>
        </p:txBody>
      </p:sp>
      <p:sp>
        <p:nvSpPr>
          <p:cNvPr id="7" name="Slide Number Placeholder 6"/>
          <p:cNvSpPr>
            <a:spLocks noGrp="1"/>
          </p:cNvSpPr>
          <p:nvPr>
            <p:ph type="sldNum" sz="quarter" idx="13"/>
          </p:nvPr>
        </p:nvSpPr>
        <p:spPr/>
        <p:txBody>
          <a:bodyPr/>
          <a:lstStyle/>
          <a:p>
            <a:fld id="{B4008EB6-D09E-4580-8CD6-DDB14511944F}" type="slidenum">
              <a:rPr lang="en-US" smtClean="0"/>
              <a:pPr/>
              <a:t>22</a:t>
            </a:fld>
            <a:endParaRPr lang="en-US" dirty="0"/>
          </a:p>
        </p:txBody>
      </p:sp>
    </p:spTree>
    <p:extLst>
      <p:ext uri="{BB962C8B-B14F-4D97-AF65-F5344CB8AC3E}">
        <p14:creationId xmlns:p14="http://schemas.microsoft.com/office/powerpoint/2010/main" val="195851969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p:nvPr>
        </p:nvSpPr>
        <p:spPr/>
        <p:txBody>
          <a:bodyPr/>
          <a:lstStyle/>
          <a:p>
            <a:endParaRPr lang="en-US" dirty="0"/>
          </a:p>
        </p:txBody>
      </p:sp>
      <p:sp>
        <p:nvSpPr>
          <p:cNvPr id="5" name="Footer Placeholder 4"/>
          <p:cNvSpPr>
            <a:spLocks noGrp="1"/>
          </p:cNvSpPr>
          <p:nvPr>
            <p:ph type="ftr" sz="quarter" idx="4"/>
          </p:nvPr>
        </p:nvSpPr>
        <p:spPr/>
        <p:txBody>
          <a:bodyPr/>
          <a:lstStyle/>
          <a:p>
            <a:pPr defTabSz="914099" eaLnBrk="0" hangingPunct="0"/>
            <a:r>
              <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
          </p:nvPr>
        </p:nvSpPr>
        <p:spPr/>
        <p:txBody>
          <a:bodyPr/>
          <a:lstStyle/>
          <a:p>
            <a:fld id="{386CE63F-9E7F-4C04-9D0D-FCA25A8E9E86}" type="datetime8">
              <a:rPr lang="en-US" smtClean="0"/>
              <a:t>4/30/2026 10:02 AM</a:t>
            </a:fld>
            <a:endParaRPr lang="en-US" dirty="0"/>
          </a:p>
        </p:txBody>
      </p:sp>
      <p:sp>
        <p:nvSpPr>
          <p:cNvPr id="7" name="Slide Number Placeholder 6"/>
          <p:cNvSpPr>
            <a:spLocks noGrp="1"/>
          </p:cNvSpPr>
          <p:nvPr>
            <p:ph type="sldNum" sz="quarter" idx="5"/>
          </p:nvPr>
        </p:nvSpPr>
        <p:spPr/>
        <p:txBody>
          <a:bodyPr/>
          <a:lstStyle/>
          <a:p>
            <a:fld id="{B4008EB6-D09E-4580-8CD6-DDB14511944F}" type="slidenum">
              <a:rPr lang="en-US" smtClean="0"/>
              <a:pPr/>
              <a:t>23</a:t>
            </a:fld>
            <a:endParaRPr lang="en-US" dirty="0"/>
          </a:p>
        </p:txBody>
      </p:sp>
    </p:spTree>
    <p:extLst>
      <p:ext uri="{BB962C8B-B14F-4D97-AF65-F5344CB8AC3E}">
        <p14:creationId xmlns:p14="http://schemas.microsoft.com/office/powerpoint/2010/main" val="9347968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p:nvPr>
        </p:nvSpPr>
        <p:spPr/>
        <p:txBody>
          <a:bodyPr/>
          <a:lstStyle/>
          <a:p>
            <a:endParaRPr lang="en-US" dirty="0"/>
          </a:p>
        </p:txBody>
      </p:sp>
      <p:sp>
        <p:nvSpPr>
          <p:cNvPr id="5" name="Footer Placeholder 4"/>
          <p:cNvSpPr>
            <a:spLocks noGrp="1"/>
          </p:cNvSpPr>
          <p:nvPr>
            <p:ph type="ftr" sz="quarter" idx="4"/>
          </p:nvPr>
        </p:nvSpPr>
        <p:spPr/>
        <p:txBody>
          <a:bodyPr/>
          <a:lstStyle/>
          <a:p>
            <a:pPr defTabSz="914099" eaLnBrk="0" hangingPunct="0"/>
            <a:r>
              <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
          </p:nvPr>
        </p:nvSpPr>
        <p:spPr/>
        <p:txBody>
          <a:bodyPr/>
          <a:lstStyle/>
          <a:p>
            <a:fld id="{386CE63F-9E7F-4C04-9D0D-FCA25A8E9E86}" type="datetime8">
              <a:rPr lang="en-US" smtClean="0"/>
              <a:t>4/30/2026 10:02 AM</a:t>
            </a:fld>
            <a:endParaRPr lang="en-US" dirty="0"/>
          </a:p>
        </p:txBody>
      </p:sp>
      <p:sp>
        <p:nvSpPr>
          <p:cNvPr id="7" name="Slide Number Placeholder 6"/>
          <p:cNvSpPr>
            <a:spLocks noGrp="1"/>
          </p:cNvSpPr>
          <p:nvPr>
            <p:ph type="sldNum" sz="quarter" idx="5"/>
          </p:nvPr>
        </p:nvSpPr>
        <p:spPr/>
        <p:txBody>
          <a:bodyPr/>
          <a:lstStyle/>
          <a:p>
            <a:fld id="{B4008EB6-D09E-4580-8CD6-DDB14511944F}" type="slidenum">
              <a:rPr lang="en-US" smtClean="0"/>
              <a:pPr/>
              <a:t>24</a:t>
            </a:fld>
            <a:endParaRPr lang="en-US" dirty="0"/>
          </a:p>
        </p:txBody>
      </p:sp>
    </p:spTree>
    <p:extLst>
      <p:ext uri="{BB962C8B-B14F-4D97-AF65-F5344CB8AC3E}">
        <p14:creationId xmlns:p14="http://schemas.microsoft.com/office/powerpoint/2010/main" val="77425472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p:nvPr>
        </p:nvSpPr>
        <p:spPr/>
        <p:txBody>
          <a:bodyPr/>
          <a:lstStyle/>
          <a:p>
            <a:endParaRPr lang="en-US" dirty="0"/>
          </a:p>
        </p:txBody>
      </p:sp>
      <p:sp>
        <p:nvSpPr>
          <p:cNvPr id="5" name="Footer Placeholder 4"/>
          <p:cNvSpPr>
            <a:spLocks noGrp="1"/>
          </p:cNvSpPr>
          <p:nvPr>
            <p:ph type="ftr" sz="quarter" idx="4"/>
          </p:nvPr>
        </p:nvSpPr>
        <p:spPr/>
        <p:txBody>
          <a:bodyPr/>
          <a:lstStyle/>
          <a:p>
            <a:pPr defTabSz="914099" eaLnBrk="0" hangingPunct="0"/>
            <a:r>
              <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
          </p:nvPr>
        </p:nvSpPr>
        <p:spPr/>
        <p:txBody>
          <a:bodyPr/>
          <a:lstStyle/>
          <a:p>
            <a:fld id="{386CE63F-9E7F-4C04-9D0D-FCA25A8E9E86}" type="datetime8">
              <a:rPr lang="en-US" smtClean="0"/>
              <a:t>4/30/2026 10:02 AM</a:t>
            </a:fld>
            <a:endParaRPr lang="en-US" dirty="0"/>
          </a:p>
        </p:txBody>
      </p:sp>
      <p:sp>
        <p:nvSpPr>
          <p:cNvPr id="7" name="Slide Number Placeholder 6"/>
          <p:cNvSpPr>
            <a:spLocks noGrp="1"/>
          </p:cNvSpPr>
          <p:nvPr>
            <p:ph type="sldNum" sz="quarter" idx="5"/>
          </p:nvPr>
        </p:nvSpPr>
        <p:spPr/>
        <p:txBody>
          <a:bodyPr/>
          <a:lstStyle/>
          <a:p>
            <a:fld id="{B4008EB6-D09E-4580-8CD6-DDB14511944F}" type="slidenum">
              <a:rPr lang="en-US" smtClean="0"/>
              <a:pPr/>
              <a:t>25</a:t>
            </a:fld>
            <a:endParaRPr lang="en-US" dirty="0"/>
          </a:p>
        </p:txBody>
      </p:sp>
    </p:spTree>
    <p:extLst>
      <p:ext uri="{BB962C8B-B14F-4D97-AF65-F5344CB8AC3E}">
        <p14:creationId xmlns:p14="http://schemas.microsoft.com/office/powerpoint/2010/main" val="95388205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idx="10"/>
          </p:nvPr>
        </p:nvSpPr>
        <p:spPr/>
        <p:txBody>
          <a:bodyPr/>
          <a:lstStyle/>
          <a:p>
            <a:endParaRPr lang="en-US" dirty="0"/>
          </a:p>
        </p:txBody>
      </p:sp>
      <p:sp>
        <p:nvSpPr>
          <p:cNvPr id="5" name="Footer Placeholder 4"/>
          <p:cNvSpPr>
            <a:spLocks noGrp="1"/>
          </p:cNvSpPr>
          <p:nvPr>
            <p:ph type="ftr" sz="quarter" idx="11"/>
          </p:nvPr>
        </p:nvSpPr>
        <p:spPr/>
        <p:txBody>
          <a:bodyPr/>
          <a:lstStyle/>
          <a:p>
            <a:pPr defTabSz="914099" eaLnBrk="0" hangingPunct="0"/>
            <a:r>
              <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fld id="{A5CD2277-7C1A-43CA-8676-87B24AD584BD}" type="datetime8">
              <a:rPr lang="en-US" smtClean="0"/>
              <a:t>4/30/2026 10:02 AM</a:t>
            </a:fld>
            <a:endParaRPr lang="en-US" dirty="0"/>
          </a:p>
        </p:txBody>
      </p:sp>
      <p:sp>
        <p:nvSpPr>
          <p:cNvPr id="7" name="Slide Number Placeholder 6"/>
          <p:cNvSpPr>
            <a:spLocks noGrp="1"/>
          </p:cNvSpPr>
          <p:nvPr>
            <p:ph type="sldNum" sz="quarter" idx="13"/>
          </p:nvPr>
        </p:nvSpPr>
        <p:spPr/>
        <p:txBody>
          <a:bodyPr/>
          <a:lstStyle/>
          <a:p>
            <a:fld id="{B4008EB6-D09E-4580-8CD6-DDB14511944F}" type="slidenum">
              <a:rPr lang="en-US" smtClean="0"/>
              <a:pPr/>
              <a:t>26</a:t>
            </a:fld>
            <a:endParaRPr lang="en-US" dirty="0"/>
          </a:p>
        </p:txBody>
      </p:sp>
    </p:spTree>
    <p:extLst>
      <p:ext uri="{BB962C8B-B14F-4D97-AF65-F5344CB8AC3E}">
        <p14:creationId xmlns:p14="http://schemas.microsoft.com/office/powerpoint/2010/main" val="238954282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idx="10"/>
          </p:nvPr>
        </p:nvSpPr>
        <p:spPr/>
        <p:txBody>
          <a:bodyPr/>
          <a:lstStyle/>
          <a:p>
            <a:endParaRPr lang="en-US" dirty="0"/>
          </a:p>
        </p:txBody>
      </p:sp>
      <p:sp>
        <p:nvSpPr>
          <p:cNvPr id="5" name="Footer Placeholder 4"/>
          <p:cNvSpPr>
            <a:spLocks noGrp="1"/>
          </p:cNvSpPr>
          <p:nvPr>
            <p:ph type="ftr" sz="quarter" idx="11"/>
          </p:nvPr>
        </p:nvSpPr>
        <p:spPr/>
        <p:txBody>
          <a:bodyPr/>
          <a:lstStyle/>
          <a:p>
            <a:pPr defTabSz="914099" eaLnBrk="0" hangingPunct="0"/>
            <a:r>
              <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fld id="{49B14B72-BE03-4760-B747-D349DA60D861}" type="datetime8">
              <a:rPr lang="en-US" smtClean="0"/>
              <a:t>4/30/2026 10:02 AM</a:t>
            </a:fld>
            <a:endParaRPr lang="en-US" dirty="0"/>
          </a:p>
        </p:txBody>
      </p:sp>
      <p:sp>
        <p:nvSpPr>
          <p:cNvPr id="7" name="Slide Number Placeholder 6"/>
          <p:cNvSpPr>
            <a:spLocks noGrp="1"/>
          </p:cNvSpPr>
          <p:nvPr>
            <p:ph type="sldNum" sz="quarter" idx="13"/>
          </p:nvPr>
        </p:nvSpPr>
        <p:spPr/>
        <p:txBody>
          <a:bodyPr/>
          <a:lstStyle/>
          <a:p>
            <a:fld id="{B4008EB6-D09E-4580-8CD6-DDB14511944F}" type="slidenum">
              <a:rPr lang="en-US" smtClean="0"/>
              <a:pPr/>
              <a:t>27</a:t>
            </a:fld>
            <a:endParaRPr lang="en-US" dirty="0"/>
          </a:p>
        </p:txBody>
      </p:sp>
    </p:spTree>
    <p:extLst>
      <p:ext uri="{BB962C8B-B14F-4D97-AF65-F5344CB8AC3E}">
        <p14:creationId xmlns:p14="http://schemas.microsoft.com/office/powerpoint/2010/main" val="247058391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idx="10"/>
          </p:nvPr>
        </p:nvSpPr>
        <p:spPr/>
        <p:txBody>
          <a:bodyPr/>
          <a:lstStyle/>
          <a:p>
            <a:endParaRPr lang="en-US" dirty="0"/>
          </a:p>
        </p:txBody>
      </p:sp>
      <p:sp>
        <p:nvSpPr>
          <p:cNvPr id="5" name="Footer Placeholder 4"/>
          <p:cNvSpPr>
            <a:spLocks noGrp="1"/>
          </p:cNvSpPr>
          <p:nvPr>
            <p:ph type="ftr" sz="quarter" idx="11"/>
          </p:nvPr>
        </p:nvSpPr>
        <p:spPr/>
        <p:txBody>
          <a:bodyPr/>
          <a:lstStyle/>
          <a:p>
            <a:pPr defTabSz="914099" eaLnBrk="0" hangingPunct="0"/>
            <a:r>
              <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fld id="{49B14B72-BE03-4760-B747-D349DA60D861}" type="datetime8">
              <a:rPr lang="en-US" smtClean="0"/>
              <a:t>4/30/2026 10:02 AM</a:t>
            </a:fld>
            <a:endParaRPr lang="en-US" dirty="0"/>
          </a:p>
        </p:txBody>
      </p:sp>
      <p:sp>
        <p:nvSpPr>
          <p:cNvPr id="7" name="Slide Number Placeholder 6"/>
          <p:cNvSpPr>
            <a:spLocks noGrp="1"/>
          </p:cNvSpPr>
          <p:nvPr>
            <p:ph type="sldNum" sz="quarter" idx="13"/>
          </p:nvPr>
        </p:nvSpPr>
        <p:spPr/>
        <p:txBody>
          <a:bodyPr/>
          <a:lstStyle/>
          <a:p>
            <a:fld id="{B4008EB6-D09E-4580-8CD6-DDB14511944F}" type="slidenum">
              <a:rPr lang="en-US" smtClean="0"/>
              <a:pPr/>
              <a:t>28</a:t>
            </a:fld>
            <a:endParaRPr lang="en-US" dirty="0"/>
          </a:p>
        </p:txBody>
      </p:sp>
    </p:spTree>
    <p:extLst>
      <p:ext uri="{BB962C8B-B14F-4D97-AF65-F5344CB8AC3E}">
        <p14:creationId xmlns:p14="http://schemas.microsoft.com/office/powerpoint/2010/main" val="156519850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p:nvPr>
        </p:nvSpPr>
        <p:spPr/>
        <p:txBody>
          <a:bodyPr/>
          <a:lstStyle/>
          <a:p>
            <a:endParaRPr lang="en-US" dirty="0"/>
          </a:p>
        </p:txBody>
      </p:sp>
      <p:sp>
        <p:nvSpPr>
          <p:cNvPr id="5" name="Footer Placeholder 4"/>
          <p:cNvSpPr>
            <a:spLocks noGrp="1"/>
          </p:cNvSpPr>
          <p:nvPr>
            <p:ph type="ftr" sz="quarter" idx="4"/>
          </p:nvPr>
        </p:nvSpPr>
        <p:spPr/>
        <p:txBody>
          <a:bodyPr/>
          <a:lstStyle/>
          <a:p>
            <a:pPr defTabSz="914099" eaLnBrk="0" hangingPunct="0"/>
            <a:r>
              <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
          </p:nvPr>
        </p:nvSpPr>
        <p:spPr/>
        <p:txBody>
          <a:bodyPr/>
          <a:lstStyle/>
          <a:p>
            <a:fld id="{386CE63F-9E7F-4C04-9D0D-FCA25A8E9E86}" type="datetime8">
              <a:rPr lang="en-US" smtClean="0"/>
              <a:t>4/30/2026 10:02 AM</a:t>
            </a:fld>
            <a:endParaRPr lang="en-US" dirty="0"/>
          </a:p>
        </p:txBody>
      </p:sp>
      <p:sp>
        <p:nvSpPr>
          <p:cNvPr id="7" name="Slide Number Placeholder 6"/>
          <p:cNvSpPr>
            <a:spLocks noGrp="1"/>
          </p:cNvSpPr>
          <p:nvPr>
            <p:ph type="sldNum" sz="quarter" idx="5"/>
          </p:nvPr>
        </p:nvSpPr>
        <p:spPr/>
        <p:txBody>
          <a:bodyPr/>
          <a:lstStyle/>
          <a:p>
            <a:fld id="{B4008EB6-D09E-4580-8CD6-DDB14511944F}" type="slidenum">
              <a:rPr lang="en-US" smtClean="0"/>
              <a:pPr/>
              <a:t>29</a:t>
            </a:fld>
            <a:endParaRPr lang="en-US" dirty="0"/>
          </a:p>
        </p:txBody>
      </p:sp>
    </p:spTree>
    <p:extLst>
      <p:ext uri="{BB962C8B-B14F-4D97-AF65-F5344CB8AC3E}">
        <p14:creationId xmlns:p14="http://schemas.microsoft.com/office/powerpoint/2010/main" val="424020168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p:nvPr>
        </p:nvSpPr>
        <p:spPr/>
        <p:txBody>
          <a:bodyPr/>
          <a:lstStyle/>
          <a:p>
            <a:endParaRPr lang="en-US" dirty="0"/>
          </a:p>
        </p:txBody>
      </p:sp>
      <p:sp>
        <p:nvSpPr>
          <p:cNvPr id="5" name="Footer Placeholder 4"/>
          <p:cNvSpPr>
            <a:spLocks noGrp="1"/>
          </p:cNvSpPr>
          <p:nvPr>
            <p:ph type="ftr" sz="quarter" idx="4"/>
          </p:nvPr>
        </p:nvSpPr>
        <p:spPr/>
        <p:txBody>
          <a:bodyPr/>
          <a:lstStyle/>
          <a:p>
            <a:pPr defTabSz="914099" eaLnBrk="0" hangingPunct="0"/>
            <a:r>
              <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
          </p:nvPr>
        </p:nvSpPr>
        <p:spPr/>
        <p:txBody>
          <a:bodyPr/>
          <a:lstStyle/>
          <a:p>
            <a:fld id="{386CE63F-9E7F-4C04-9D0D-FCA25A8E9E86}" type="datetime8">
              <a:rPr lang="en-US" smtClean="0"/>
              <a:t>4/30/2026 10:02 AM</a:t>
            </a:fld>
            <a:endParaRPr lang="en-US" dirty="0"/>
          </a:p>
        </p:txBody>
      </p:sp>
      <p:sp>
        <p:nvSpPr>
          <p:cNvPr id="7" name="Slide Number Placeholder 6"/>
          <p:cNvSpPr>
            <a:spLocks noGrp="1"/>
          </p:cNvSpPr>
          <p:nvPr>
            <p:ph type="sldNum" sz="quarter" idx="5"/>
          </p:nvPr>
        </p:nvSpPr>
        <p:spPr/>
        <p:txBody>
          <a:bodyPr/>
          <a:lstStyle/>
          <a:p>
            <a:fld id="{B4008EB6-D09E-4580-8CD6-DDB14511944F}" type="slidenum">
              <a:rPr lang="en-US" smtClean="0"/>
              <a:pPr/>
              <a:t>30</a:t>
            </a:fld>
            <a:endParaRPr lang="en-US" dirty="0"/>
          </a:p>
        </p:txBody>
      </p:sp>
    </p:spTree>
    <p:extLst>
      <p:ext uri="{BB962C8B-B14F-4D97-AF65-F5344CB8AC3E}">
        <p14:creationId xmlns:p14="http://schemas.microsoft.com/office/powerpoint/2010/main" val="354214513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p:nvPr>
        </p:nvSpPr>
        <p:spPr/>
        <p:txBody>
          <a:bodyPr/>
          <a:lstStyle/>
          <a:p>
            <a:endParaRPr lang="en-US" dirty="0"/>
          </a:p>
        </p:txBody>
      </p:sp>
      <p:sp>
        <p:nvSpPr>
          <p:cNvPr id="5" name="Footer Placeholder 4"/>
          <p:cNvSpPr>
            <a:spLocks noGrp="1"/>
          </p:cNvSpPr>
          <p:nvPr>
            <p:ph type="ftr" sz="quarter" idx="4"/>
          </p:nvPr>
        </p:nvSpPr>
        <p:spPr/>
        <p:txBody>
          <a:bodyPr/>
          <a:lstStyle/>
          <a:p>
            <a:pPr defTabSz="914099" eaLnBrk="0" hangingPunct="0"/>
            <a:r>
              <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
          </p:nvPr>
        </p:nvSpPr>
        <p:spPr/>
        <p:txBody>
          <a:bodyPr/>
          <a:lstStyle/>
          <a:p>
            <a:fld id="{386CE63F-9E7F-4C04-9D0D-FCA25A8E9E86}" type="datetime8">
              <a:rPr lang="en-US" smtClean="0"/>
              <a:t>4/30/2026 10:02 AM</a:t>
            </a:fld>
            <a:endParaRPr lang="en-US" dirty="0"/>
          </a:p>
        </p:txBody>
      </p:sp>
      <p:sp>
        <p:nvSpPr>
          <p:cNvPr id="7" name="Slide Number Placeholder 6"/>
          <p:cNvSpPr>
            <a:spLocks noGrp="1"/>
          </p:cNvSpPr>
          <p:nvPr>
            <p:ph type="sldNum" sz="quarter" idx="5"/>
          </p:nvPr>
        </p:nvSpPr>
        <p:spPr/>
        <p:txBody>
          <a:bodyPr/>
          <a:lstStyle/>
          <a:p>
            <a:fld id="{B4008EB6-D09E-4580-8CD6-DDB14511944F}" type="slidenum">
              <a:rPr lang="en-US" smtClean="0"/>
              <a:pPr/>
              <a:t>31</a:t>
            </a:fld>
            <a:endParaRPr lang="en-US" dirty="0"/>
          </a:p>
        </p:txBody>
      </p:sp>
    </p:spTree>
    <p:extLst>
      <p:ext uri="{BB962C8B-B14F-4D97-AF65-F5344CB8AC3E}">
        <p14:creationId xmlns:p14="http://schemas.microsoft.com/office/powerpoint/2010/main" val="304143158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p:nvPr>
        </p:nvSpPr>
        <p:spPr/>
        <p:txBody>
          <a:bodyPr/>
          <a:lstStyle/>
          <a:p>
            <a:endParaRPr lang="en-US" dirty="0"/>
          </a:p>
        </p:txBody>
      </p:sp>
      <p:sp>
        <p:nvSpPr>
          <p:cNvPr id="5" name="Footer Placeholder 4"/>
          <p:cNvSpPr>
            <a:spLocks noGrp="1"/>
          </p:cNvSpPr>
          <p:nvPr>
            <p:ph type="ftr" sz="quarter" idx="4"/>
          </p:nvPr>
        </p:nvSpPr>
        <p:spPr/>
        <p:txBody>
          <a:bodyPr/>
          <a:lstStyle/>
          <a:p>
            <a:pPr defTabSz="914099" eaLnBrk="0" hangingPunct="0"/>
            <a:r>
              <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
          </p:nvPr>
        </p:nvSpPr>
        <p:spPr/>
        <p:txBody>
          <a:bodyPr/>
          <a:lstStyle/>
          <a:p>
            <a:fld id="{386CE63F-9E7F-4C04-9D0D-FCA25A8E9E86}" type="datetime8">
              <a:rPr lang="en-US" smtClean="0"/>
              <a:t>4/30/2026 10:02 AM</a:t>
            </a:fld>
            <a:endParaRPr lang="en-US" dirty="0"/>
          </a:p>
        </p:txBody>
      </p:sp>
      <p:sp>
        <p:nvSpPr>
          <p:cNvPr id="7" name="Slide Number Placeholder 6"/>
          <p:cNvSpPr>
            <a:spLocks noGrp="1"/>
          </p:cNvSpPr>
          <p:nvPr>
            <p:ph type="sldNum" sz="quarter" idx="5"/>
          </p:nvPr>
        </p:nvSpPr>
        <p:spPr/>
        <p:txBody>
          <a:bodyPr/>
          <a:lstStyle/>
          <a:p>
            <a:fld id="{B4008EB6-D09E-4580-8CD6-DDB14511944F}" type="slidenum">
              <a:rPr lang="en-US" smtClean="0"/>
              <a:pPr/>
              <a:t>32</a:t>
            </a:fld>
            <a:endParaRPr lang="en-US" dirty="0"/>
          </a:p>
        </p:txBody>
      </p:sp>
    </p:spTree>
    <p:extLst>
      <p:ext uri="{BB962C8B-B14F-4D97-AF65-F5344CB8AC3E}">
        <p14:creationId xmlns:p14="http://schemas.microsoft.com/office/powerpoint/2010/main" val="354073774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p:nvPr>
        </p:nvSpPr>
        <p:spPr/>
        <p:txBody>
          <a:bodyPr/>
          <a:lstStyle/>
          <a:p>
            <a:endParaRPr lang="en-US" dirty="0"/>
          </a:p>
        </p:txBody>
      </p:sp>
      <p:sp>
        <p:nvSpPr>
          <p:cNvPr id="5" name="Footer Placeholder 4"/>
          <p:cNvSpPr>
            <a:spLocks noGrp="1"/>
          </p:cNvSpPr>
          <p:nvPr>
            <p:ph type="ftr" sz="quarter" idx="4"/>
          </p:nvPr>
        </p:nvSpPr>
        <p:spPr/>
        <p:txBody>
          <a:bodyPr/>
          <a:lstStyle/>
          <a:p>
            <a:pPr defTabSz="914099" eaLnBrk="0" hangingPunct="0"/>
            <a:r>
              <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
          </p:nvPr>
        </p:nvSpPr>
        <p:spPr/>
        <p:txBody>
          <a:bodyPr/>
          <a:lstStyle/>
          <a:p>
            <a:fld id="{386CE63F-9E7F-4C04-9D0D-FCA25A8E9E86}" type="datetime8">
              <a:rPr lang="en-US" smtClean="0"/>
              <a:t>4/30/2026 10:02 AM</a:t>
            </a:fld>
            <a:endParaRPr lang="en-US" dirty="0"/>
          </a:p>
        </p:txBody>
      </p:sp>
      <p:sp>
        <p:nvSpPr>
          <p:cNvPr id="7" name="Slide Number Placeholder 6"/>
          <p:cNvSpPr>
            <a:spLocks noGrp="1"/>
          </p:cNvSpPr>
          <p:nvPr>
            <p:ph type="sldNum" sz="quarter" idx="5"/>
          </p:nvPr>
        </p:nvSpPr>
        <p:spPr/>
        <p:txBody>
          <a:bodyPr/>
          <a:lstStyle/>
          <a:p>
            <a:fld id="{B4008EB6-D09E-4580-8CD6-DDB14511944F}" type="slidenum">
              <a:rPr lang="en-US" smtClean="0"/>
              <a:pPr/>
              <a:t>33</a:t>
            </a:fld>
            <a:endParaRPr lang="en-US" dirty="0"/>
          </a:p>
        </p:txBody>
      </p:sp>
    </p:spTree>
    <p:extLst>
      <p:ext uri="{BB962C8B-B14F-4D97-AF65-F5344CB8AC3E}">
        <p14:creationId xmlns:p14="http://schemas.microsoft.com/office/powerpoint/2010/main" val="258714154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p:nvPr>
        </p:nvSpPr>
        <p:spPr/>
        <p:txBody>
          <a:bodyPr/>
          <a:lstStyle/>
          <a:p>
            <a:endParaRPr lang="en-US" dirty="0"/>
          </a:p>
        </p:txBody>
      </p:sp>
      <p:sp>
        <p:nvSpPr>
          <p:cNvPr id="5" name="Footer Placeholder 4"/>
          <p:cNvSpPr>
            <a:spLocks noGrp="1"/>
          </p:cNvSpPr>
          <p:nvPr>
            <p:ph type="ftr" sz="quarter" idx="4"/>
          </p:nvPr>
        </p:nvSpPr>
        <p:spPr/>
        <p:txBody>
          <a:bodyPr/>
          <a:lstStyle/>
          <a:p>
            <a:pPr defTabSz="914099" eaLnBrk="0" hangingPunct="0"/>
            <a:r>
              <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
          </p:nvPr>
        </p:nvSpPr>
        <p:spPr/>
        <p:txBody>
          <a:bodyPr/>
          <a:lstStyle/>
          <a:p>
            <a:fld id="{386CE63F-9E7F-4C04-9D0D-FCA25A8E9E86}" type="datetime8">
              <a:rPr lang="en-US" smtClean="0"/>
              <a:t>4/30/2026 10:02 AM</a:t>
            </a:fld>
            <a:endParaRPr lang="en-US" dirty="0"/>
          </a:p>
        </p:txBody>
      </p:sp>
      <p:sp>
        <p:nvSpPr>
          <p:cNvPr id="7" name="Slide Number Placeholder 6"/>
          <p:cNvSpPr>
            <a:spLocks noGrp="1"/>
          </p:cNvSpPr>
          <p:nvPr>
            <p:ph type="sldNum" sz="quarter" idx="5"/>
          </p:nvPr>
        </p:nvSpPr>
        <p:spPr/>
        <p:txBody>
          <a:bodyPr/>
          <a:lstStyle/>
          <a:p>
            <a:fld id="{B4008EB6-D09E-4580-8CD6-DDB14511944F}" type="slidenum">
              <a:rPr lang="en-US" smtClean="0"/>
              <a:pPr/>
              <a:t>34</a:t>
            </a:fld>
            <a:endParaRPr lang="en-US" dirty="0"/>
          </a:p>
        </p:txBody>
      </p:sp>
    </p:spTree>
    <p:extLst>
      <p:ext uri="{BB962C8B-B14F-4D97-AF65-F5344CB8AC3E}">
        <p14:creationId xmlns:p14="http://schemas.microsoft.com/office/powerpoint/2010/main" val="214133806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p:nvPr>
        </p:nvSpPr>
        <p:spPr/>
        <p:txBody>
          <a:bodyPr/>
          <a:lstStyle/>
          <a:p>
            <a:endParaRPr lang="en-US" dirty="0"/>
          </a:p>
        </p:txBody>
      </p:sp>
      <p:sp>
        <p:nvSpPr>
          <p:cNvPr id="5" name="Footer Placeholder 4"/>
          <p:cNvSpPr>
            <a:spLocks noGrp="1"/>
          </p:cNvSpPr>
          <p:nvPr>
            <p:ph type="ftr" sz="quarter" idx="4"/>
          </p:nvPr>
        </p:nvSpPr>
        <p:spPr/>
        <p:txBody>
          <a:bodyPr/>
          <a:lstStyle/>
          <a:p>
            <a:pPr defTabSz="914099" eaLnBrk="0" hangingPunct="0"/>
            <a:r>
              <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
          </p:nvPr>
        </p:nvSpPr>
        <p:spPr/>
        <p:txBody>
          <a:bodyPr/>
          <a:lstStyle/>
          <a:p>
            <a:fld id="{386CE63F-9E7F-4C04-9D0D-FCA25A8E9E86}" type="datetime8">
              <a:rPr lang="en-US" smtClean="0"/>
              <a:t>4/30/2026 10:02 AM</a:t>
            </a:fld>
            <a:endParaRPr lang="en-US" dirty="0"/>
          </a:p>
        </p:txBody>
      </p:sp>
      <p:sp>
        <p:nvSpPr>
          <p:cNvPr id="7" name="Slide Number Placeholder 6"/>
          <p:cNvSpPr>
            <a:spLocks noGrp="1"/>
          </p:cNvSpPr>
          <p:nvPr>
            <p:ph type="sldNum" sz="quarter" idx="5"/>
          </p:nvPr>
        </p:nvSpPr>
        <p:spPr/>
        <p:txBody>
          <a:bodyPr/>
          <a:lstStyle/>
          <a:p>
            <a:fld id="{B4008EB6-D09E-4580-8CD6-DDB14511944F}" type="slidenum">
              <a:rPr lang="en-US" smtClean="0"/>
              <a:pPr/>
              <a:t>35</a:t>
            </a:fld>
            <a:endParaRPr lang="en-US" dirty="0"/>
          </a:p>
        </p:txBody>
      </p:sp>
    </p:spTree>
    <p:extLst>
      <p:ext uri="{BB962C8B-B14F-4D97-AF65-F5344CB8AC3E}">
        <p14:creationId xmlns:p14="http://schemas.microsoft.com/office/powerpoint/2010/main" val="11626924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idx="10"/>
          </p:nvPr>
        </p:nvSpPr>
        <p:spPr/>
        <p:txBody>
          <a:bodyPr/>
          <a:lstStyle/>
          <a:p>
            <a:endParaRPr lang="en-US" dirty="0"/>
          </a:p>
        </p:txBody>
      </p:sp>
      <p:sp>
        <p:nvSpPr>
          <p:cNvPr id="5" name="Footer Placeholder 4"/>
          <p:cNvSpPr>
            <a:spLocks noGrp="1"/>
          </p:cNvSpPr>
          <p:nvPr>
            <p:ph type="ftr" sz="quarter" idx="11"/>
          </p:nvPr>
        </p:nvSpPr>
        <p:spPr/>
        <p:txBody>
          <a:bodyPr/>
          <a:lstStyle/>
          <a:p>
            <a:pPr defTabSz="914099" eaLnBrk="0" hangingPunct="0"/>
            <a:r>
              <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fld id="{54A7B7B7-C694-4FC8-B0BD-20DAA0A272F9}" type="datetime8">
              <a:rPr lang="en-US" smtClean="0"/>
              <a:t>4/30/2026 10:02 AM</a:t>
            </a:fld>
            <a:endParaRPr lang="en-US" dirty="0"/>
          </a:p>
        </p:txBody>
      </p:sp>
      <p:sp>
        <p:nvSpPr>
          <p:cNvPr id="7" name="Slide Number Placeholder 6"/>
          <p:cNvSpPr>
            <a:spLocks noGrp="1"/>
          </p:cNvSpPr>
          <p:nvPr>
            <p:ph type="sldNum" sz="quarter" idx="13"/>
          </p:nvPr>
        </p:nvSpPr>
        <p:spPr/>
        <p:txBody>
          <a:bodyPr/>
          <a:lstStyle/>
          <a:p>
            <a:fld id="{B4008EB6-D09E-4580-8CD6-DDB14511944F}" type="slidenum">
              <a:rPr lang="en-US" smtClean="0"/>
              <a:t>36</a:t>
            </a:fld>
            <a:endParaRPr lang="en-US" dirty="0"/>
          </a:p>
        </p:txBody>
      </p:sp>
    </p:spTree>
    <p:extLst>
      <p:ext uri="{BB962C8B-B14F-4D97-AF65-F5344CB8AC3E}">
        <p14:creationId xmlns:p14="http://schemas.microsoft.com/office/powerpoint/2010/main" val="10315441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idx="10"/>
          </p:nvPr>
        </p:nvSpPr>
        <p:spPr/>
        <p:txBody>
          <a:bodyPr/>
          <a:lstStyle/>
          <a:p>
            <a:endParaRPr lang="en-US" dirty="0"/>
          </a:p>
        </p:txBody>
      </p:sp>
      <p:sp>
        <p:nvSpPr>
          <p:cNvPr id="5" name="Footer Placeholder 4"/>
          <p:cNvSpPr>
            <a:spLocks noGrp="1"/>
          </p:cNvSpPr>
          <p:nvPr>
            <p:ph type="ftr" sz="quarter" idx="11"/>
          </p:nvPr>
        </p:nvSpPr>
        <p:spPr/>
        <p:txBody>
          <a:bodyPr/>
          <a:lstStyle/>
          <a:p>
            <a:pPr defTabSz="914099" eaLnBrk="0" hangingPunct="0"/>
            <a:r>
              <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fld id="{91FF42D5-4657-4D58-A751-082C26315A19}" type="datetime8">
              <a:rPr lang="en-US" smtClean="0"/>
              <a:t>4/30/2026 10:02 AM</a:t>
            </a:fld>
            <a:endParaRPr lang="en-US" dirty="0"/>
          </a:p>
        </p:txBody>
      </p:sp>
      <p:sp>
        <p:nvSpPr>
          <p:cNvPr id="7" name="Slide Number Placeholder 6"/>
          <p:cNvSpPr>
            <a:spLocks noGrp="1"/>
          </p:cNvSpPr>
          <p:nvPr>
            <p:ph type="sldNum" sz="quarter" idx="13"/>
          </p:nvPr>
        </p:nvSpPr>
        <p:spPr/>
        <p:txBody>
          <a:bodyPr/>
          <a:lstStyle/>
          <a:p>
            <a:fld id="{B4008EB6-D09E-4580-8CD6-DDB14511944F}" type="slidenum">
              <a:rPr lang="en-US" smtClean="0"/>
              <a:pPr/>
              <a:t>37</a:t>
            </a:fld>
            <a:endParaRPr lang="en-US" dirty="0"/>
          </a:p>
        </p:txBody>
      </p:sp>
    </p:spTree>
    <p:extLst>
      <p:ext uri="{BB962C8B-B14F-4D97-AF65-F5344CB8AC3E}">
        <p14:creationId xmlns:p14="http://schemas.microsoft.com/office/powerpoint/2010/main" val="338393824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C5079D02-5D34-4786-9834-A1F44E52D535}" type="slidenum">
              <a:rPr lang="en-US" smtClean="0"/>
              <a:t>38</a:t>
            </a:fld>
            <a:endParaRPr lang="en-US" dirty="0"/>
          </a:p>
        </p:txBody>
      </p:sp>
      <p:sp>
        <p:nvSpPr>
          <p:cNvPr id="5" name="Date Placeholder 4">
            <a:extLst>
              <a:ext uri="{FF2B5EF4-FFF2-40B4-BE49-F238E27FC236}">
                <a16:creationId xmlns:a16="http://schemas.microsoft.com/office/drawing/2014/main" id="{58E3CE72-94EE-4689-AB80-A0CFFB93F1EA}"/>
              </a:ext>
            </a:extLst>
          </p:cNvPr>
          <p:cNvSpPr>
            <a:spLocks noGrp="1"/>
          </p:cNvSpPr>
          <p:nvPr>
            <p:ph type="dt" idx="11"/>
          </p:nvPr>
        </p:nvSpPr>
        <p:spPr/>
        <p:txBody>
          <a:bodyPr/>
          <a:lstStyle/>
          <a:p>
            <a:fld id="{480C6978-FA11-423D-8FDA-CB59A4787224}" type="datetime8">
              <a:rPr lang="en-US" smtClean="0"/>
              <a:t>4/30/2026 10:02 AM</a:t>
            </a:fld>
            <a:endParaRPr lang="en-US" dirty="0"/>
          </a:p>
        </p:txBody>
      </p:sp>
      <p:sp>
        <p:nvSpPr>
          <p:cNvPr id="6" name="Footer Placeholder 5">
            <a:extLst>
              <a:ext uri="{FF2B5EF4-FFF2-40B4-BE49-F238E27FC236}">
                <a16:creationId xmlns:a16="http://schemas.microsoft.com/office/drawing/2014/main" id="{1AF229CA-F1E4-48C0-AD59-34CCFB3BE2A2}"/>
              </a:ext>
            </a:extLst>
          </p:cNvPr>
          <p:cNvSpPr>
            <a:spLocks noGrp="1"/>
          </p:cNvSpPr>
          <p:nvPr>
            <p:ph type="ftr" sz="quarter" idx="12"/>
          </p:nvPr>
        </p:nvSpPr>
        <p:spPr/>
        <p:txBody>
          <a:bodyPr/>
          <a:lstStyle/>
          <a:p>
            <a:pPr defTabSz="914099" eaLnBrk="0" hangingPunct="0"/>
            <a:r>
              <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7" name="Header Placeholder 6">
            <a:extLst>
              <a:ext uri="{FF2B5EF4-FFF2-40B4-BE49-F238E27FC236}">
                <a16:creationId xmlns:a16="http://schemas.microsoft.com/office/drawing/2014/main" id="{1C7DFC74-16C9-4146-B136-C825DE01E4DA}"/>
              </a:ext>
            </a:extLst>
          </p:cNvPr>
          <p:cNvSpPr>
            <a:spLocks noGrp="1"/>
          </p:cNvSpPr>
          <p:nvPr>
            <p:ph type="hdr" sz="quarter" idx="13"/>
          </p:nvPr>
        </p:nvSpPr>
        <p:spPr/>
        <p:txBody>
          <a:bodyPr/>
          <a:lstStyle/>
          <a:p>
            <a:endParaRPr lang="en-US" dirty="0"/>
          </a:p>
        </p:txBody>
      </p:sp>
    </p:spTree>
    <p:extLst>
      <p:ext uri="{BB962C8B-B14F-4D97-AF65-F5344CB8AC3E}">
        <p14:creationId xmlns:p14="http://schemas.microsoft.com/office/powerpoint/2010/main" val="274103645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6" name="Date Placeholder 5"/>
          <p:cNvSpPr>
            <a:spLocks noGrp="1"/>
          </p:cNvSpPr>
          <p:nvPr>
            <p:ph type="dt" idx="12"/>
          </p:nvPr>
        </p:nvSpPr>
        <p:spPr/>
        <p:txBody>
          <a:bodyPr/>
          <a:lstStyle/>
          <a:p>
            <a:fld id="{353CB5B1-3D40-4389-814A-A3E0AEC8E2FF}" type="datetime8">
              <a:rPr lang="en-US" smtClean="0"/>
              <a:t>4/30/2026 10:02 AM</a:t>
            </a:fld>
            <a:endParaRPr lang="en-US" dirty="0"/>
          </a:p>
        </p:txBody>
      </p:sp>
      <p:sp>
        <p:nvSpPr>
          <p:cNvPr id="7" name="Slide Number Placeholder 6"/>
          <p:cNvSpPr>
            <a:spLocks noGrp="1"/>
          </p:cNvSpPr>
          <p:nvPr>
            <p:ph type="sldNum" sz="quarter" idx="13"/>
          </p:nvPr>
        </p:nvSpPr>
        <p:spPr/>
        <p:txBody>
          <a:bodyPr/>
          <a:lstStyle/>
          <a:p>
            <a:fld id="{B4008EB6-D09E-4580-8CD6-DDB14511944F}" type="slidenum">
              <a:rPr lang="en-US" smtClean="0"/>
              <a:pPr/>
              <a:t>39</a:t>
            </a:fld>
            <a:endParaRPr lang="en-US" dirty="0"/>
          </a:p>
        </p:txBody>
      </p:sp>
      <p:sp>
        <p:nvSpPr>
          <p:cNvPr id="8" name="Footer Placeholder 7">
            <a:extLst>
              <a:ext uri="{FF2B5EF4-FFF2-40B4-BE49-F238E27FC236}">
                <a16:creationId xmlns:a16="http://schemas.microsoft.com/office/drawing/2014/main" id="{AB0A3098-74CE-4AF5-9C5C-C2A7A2AE65A8}"/>
              </a:ext>
            </a:extLst>
          </p:cNvPr>
          <p:cNvSpPr>
            <a:spLocks noGrp="1"/>
          </p:cNvSpPr>
          <p:nvPr>
            <p:ph type="ftr" sz="quarter" idx="14"/>
          </p:nvPr>
        </p:nvSpPr>
        <p:spPr/>
        <p:txBody>
          <a:bodyPr/>
          <a:lstStyle/>
          <a:p>
            <a:pPr defTabSz="914099" eaLnBrk="0" hangingPunct="0"/>
            <a:r>
              <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9" name="Header Placeholder 8">
            <a:extLst>
              <a:ext uri="{FF2B5EF4-FFF2-40B4-BE49-F238E27FC236}">
                <a16:creationId xmlns:a16="http://schemas.microsoft.com/office/drawing/2014/main" id="{E0F78483-C1B0-470C-ACDF-3FFAE031C6ED}"/>
              </a:ext>
            </a:extLst>
          </p:cNvPr>
          <p:cNvSpPr>
            <a:spLocks noGrp="1"/>
          </p:cNvSpPr>
          <p:nvPr>
            <p:ph type="hdr" sz="quarter" idx="15"/>
          </p:nvPr>
        </p:nvSpPr>
        <p:spPr/>
        <p:txBody>
          <a:bodyPr/>
          <a:lstStyle/>
          <a:p>
            <a:endParaRPr lang="en-US" dirty="0"/>
          </a:p>
        </p:txBody>
      </p:sp>
    </p:spTree>
    <p:extLst>
      <p:ext uri="{BB962C8B-B14F-4D97-AF65-F5344CB8AC3E}">
        <p14:creationId xmlns:p14="http://schemas.microsoft.com/office/powerpoint/2010/main" val="37929038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6" name="Date Placeholder 5"/>
          <p:cNvSpPr>
            <a:spLocks noGrp="1"/>
          </p:cNvSpPr>
          <p:nvPr>
            <p:ph type="dt" idx="12"/>
          </p:nvPr>
        </p:nvSpPr>
        <p:spPr/>
        <p:txBody>
          <a:bodyPr/>
          <a:lstStyle/>
          <a:p>
            <a:fld id="{353CB5B1-3D40-4389-814A-A3E0AEC8E2FF}" type="datetime8">
              <a:rPr lang="en-US" smtClean="0"/>
              <a:t>4/30/2026 10:02 AM</a:t>
            </a:fld>
            <a:endParaRPr lang="en-US" dirty="0"/>
          </a:p>
        </p:txBody>
      </p:sp>
      <p:sp>
        <p:nvSpPr>
          <p:cNvPr id="7" name="Slide Number Placeholder 6"/>
          <p:cNvSpPr>
            <a:spLocks noGrp="1"/>
          </p:cNvSpPr>
          <p:nvPr>
            <p:ph type="sldNum" sz="quarter" idx="13"/>
          </p:nvPr>
        </p:nvSpPr>
        <p:spPr/>
        <p:txBody>
          <a:bodyPr/>
          <a:lstStyle/>
          <a:p>
            <a:fld id="{B4008EB6-D09E-4580-8CD6-DDB14511944F}" type="slidenum">
              <a:rPr lang="en-US" smtClean="0"/>
              <a:pPr/>
              <a:t>40</a:t>
            </a:fld>
            <a:endParaRPr lang="en-US" dirty="0"/>
          </a:p>
        </p:txBody>
      </p:sp>
      <p:sp>
        <p:nvSpPr>
          <p:cNvPr id="8" name="Footer Placeholder 7">
            <a:extLst>
              <a:ext uri="{FF2B5EF4-FFF2-40B4-BE49-F238E27FC236}">
                <a16:creationId xmlns:a16="http://schemas.microsoft.com/office/drawing/2014/main" id="{AB0A3098-74CE-4AF5-9C5C-C2A7A2AE65A8}"/>
              </a:ext>
            </a:extLst>
          </p:cNvPr>
          <p:cNvSpPr>
            <a:spLocks noGrp="1"/>
          </p:cNvSpPr>
          <p:nvPr>
            <p:ph type="ftr" sz="quarter" idx="14"/>
          </p:nvPr>
        </p:nvSpPr>
        <p:spPr/>
        <p:txBody>
          <a:bodyPr/>
          <a:lstStyle/>
          <a:p>
            <a:pPr defTabSz="914099" eaLnBrk="0" hangingPunct="0"/>
            <a:r>
              <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9" name="Header Placeholder 8">
            <a:extLst>
              <a:ext uri="{FF2B5EF4-FFF2-40B4-BE49-F238E27FC236}">
                <a16:creationId xmlns:a16="http://schemas.microsoft.com/office/drawing/2014/main" id="{E0F78483-C1B0-470C-ACDF-3FFAE031C6ED}"/>
              </a:ext>
            </a:extLst>
          </p:cNvPr>
          <p:cNvSpPr>
            <a:spLocks noGrp="1"/>
          </p:cNvSpPr>
          <p:nvPr>
            <p:ph type="hdr" sz="quarter" idx="15"/>
          </p:nvPr>
        </p:nvSpPr>
        <p:spPr/>
        <p:txBody>
          <a:bodyPr/>
          <a:lstStyle/>
          <a:p>
            <a:endParaRPr lang="en-US" dirty="0"/>
          </a:p>
        </p:txBody>
      </p:sp>
    </p:spTree>
    <p:extLst>
      <p:ext uri="{BB962C8B-B14F-4D97-AF65-F5344CB8AC3E}">
        <p14:creationId xmlns:p14="http://schemas.microsoft.com/office/powerpoint/2010/main" val="225561997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6" name="Slide Number Placeholder 5"/>
          <p:cNvSpPr>
            <a:spLocks noGrp="1"/>
          </p:cNvSpPr>
          <p:nvPr>
            <p:ph type="sldNum" sz="quarter" idx="12"/>
          </p:nvPr>
        </p:nvSpPr>
        <p:spPr/>
        <p:txBody>
          <a:bodyPr/>
          <a:lstStyle/>
          <a:p>
            <a:fld id="{B4008EB6-D09E-4580-8CD6-DDB14511944F}" type="slidenum">
              <a:rPr lang="en-US" smtClean="0"/>
              <a:pPr/>
              <a:t>41</a:t>
            </a:fld>
            <a:endParaRPr lang="en-US" dirty="0"/>
          </a:p>
        </p:txBody>
      </p:sp>
      <p:sp>
        <p:nvSpPr>
          <p:cNvPr id="10" name="Date Placeholder 9"/>
          <p:cNvSpPr>
            <a:spLocks noGrp="1"/>
          </p:cNvSpPr>
          <p:nvPr>
            <p:ph type="dt" idx="13"/>
          </p:nvPr>
        </p:nvSpPr>
        <p:spPr/>
        <p:txBody>
          <a:bodyPr/>
          <a:lstStyle/>
          <a:p>
            <a:fld id="{D44C3489-8257-4E60-994D-6A5CEE67ED71}" type="datetime8">
              <a:rPr lang="en-US" smtClean="0"/>
              <a:t>4/30/2026 10:02 AM</a:t>
            </a:fld>
            <a:endParaRPr lang="en-US" dirty="0"/>
          </a:p>
        </p:txBody>
      </p:sp>
      <p:sp>
        <p:nvSpPr>
          <p:cNvPr id="4" name="Footer Placeholder 3"/>
          <p:cNvSpPr>
            <a:spLocks noGrp="1"/>
          </p:cNvSpPr>
          <p:nvPr>
            <p:ph type="ftr" sz="quarter" idx="14"/>
          </p:nvPr>
        </p:nvSpPr>
        <p:spPr/>
        <p:txBody>
          <a:bodyPr/>
          <a:lstStyle/>
          <a:p>
            <a:pPr defTabSz="914099" eaLnBrk="0" hangingPunct="0"/>
            <a:r>
              <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5" name="Header Placeholder 4"/>
          <p:cNvSpPr>
            <a:spLocks noGrp="1"/>
          </p:cNvSpPr>
          <p:nvPr>
            <p:ph type="hdr" sz="quarter" idx="15"/>
          </p:nvPr>
        </p:nvSpPr>
        <p:spPr/>
        <p:txBody>
          <a:bodyPr/>
          <a:lstStyle/>
          <a:p>
            <a:endParaRPr lang="en-US" dirty="0"/>
          </a:p>
        </p:txBody>
      </p:sp>
    </p:spTree>
    <p:extLst>
      <p:ext uri="{BB962C8B-B14F-4D97-AF65-F5344CB8AC3E}">
        <p14:creationId xmlns:p14="http://schemas.microsoft.com/office/powerpoint/2010/main" val="290915463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idx="10"/>
          </p:nvPr>
        </p:nvSpPr>
        <p:spPr/>
        <p:txBody>
          <a:bodyPr/>
          <a:lstStyle/>
          <a:p>
            <a:endParaRPr lang="en-US" dirty="0"/>
          </a:p>
        </p:txBody>
      </p:sp>
      <p:sp>
        <p:nvSpPr>
          <p:cNvPr id="5" name="Footer Placeholder 4"/>
          <p:cNvSpPr>
            <a:spLocks noGrp="1"/>
          </p:cNvSpPr>
          <p:nvPr>
            <p:ph type="ftr" sz="quarter" idx="11"/>
          </p:nvPr>
        </p:nvSpPr>
        <p:spPr/>
        <p:txBody>
          <a:bodyPr/>
          <a:lstStyle/>
          <a:p>
            <a:pPr defTabSz="914099" eaLnBrk="0" hangingPunct="0"/>
            <a:r>
              <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fld id="{B16574EE-8191-4BCC-ABE6-D00A4F4D7690}" type="datetime8">
              <a:rPr lang="en-US" smtClean="0"/>
              <a:t>4/30/2026 10:02 AM</a:t>
            </a:fld>
            <a:endParaRPr lang="en-US" dirty="0"/>
          </a:p>
        </p:txBody>
      </p:sp>
      <p:sp>
        <p:nvSpPr>
          <p:cNvPr id="7" name="Slide Number Placeholder 6"/>
          <p:cNvSpPr>
            <a:spLocks noGrp="1"/>
          </p:cNvSpPr>
          <p:nvPr>
            <p:ph type="sldNum" sz="quarter" idx="13"/>
          </p:nvPr>
        </p:nvSpPr>
        <p:spPr/>
        <p:txBody>
          <a:bodyPr/>
          <a:lstStyle/>
          <a:p>
            <a:fld id="{B4008EB6-D09E-4580-8CD6-DDB14511944F}" type="slidenum">
              <a:rPr lang="en-US" smtClean="0"/>
              <a:pPr/>
              <a:t>42</a:t>
            </a:fld>
            <a:endParaRPr lang="en-US" dirty="0"/>
          </a:p>
        </p:txBody>
      </p:sp>
    </p:spTree>
    <p:extLst>
      <p:ext uri="{BB962C8B-B14F-4D97-AF65-F5344CB8AC3E}">
        <p14:creationId xmlns:p14="http://schemas.microsoft.com/office/powerpoint/2010/main" val="51192287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idx="10"/>
          </p:nvPr>
        </p:nvSpPr>
        <p:spPr/>
        <p:txBody>
          <a:bodyPr/>
          <a:lstStyle/>
          <a:p>
            <a:endParaRPr lang="en-US" dirty="0"/>
          </a:p>
        </p:txBody>
      </p:sp>
      <p:sp>
        <p:nvSpPr>
          <p:cNvPr id="5" name="Footer Placeholder 4"/>
          <p:cNvSpPr>
            <a:spLocks noGrp="1"/>
          </p:cNvSpPr>
          <p:nvPr>
            <p:ph type="ftr" sz="quarter" idx="11"/>
          </p:nvPr>
        </p:nvSpPr>
        <p:spPr/>
        <p:txBody>
          <a:bodyPr/>
          <a:lstStyle/>
          <a:p>
            <a:pPr defTabSz="914099" eaLnBrk="0" hangingPunct="0"/>
            <a:r>
              <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fld id="{B16574EE-8191-4BCC-ABE6-D00A4F4D7690}" type="datetime8">
              <a:rPr lang="en-US" smtClean="0"/>
              <a:t>4/30/2026 10:02 AM</a:t>
            </a:fld>
            <a:endParaRPr lang="en-US" dirty="0"/>
          </a:p>
        </p:txBody>
      </p:sp>
      <p:sp>
        <p:nvSpPr>
          <p:cNvPr id="7" name="Slide Number Placeholder 6"/>
          <p:cNvSpPr>
            <a:spLocks noGrp="1"/>
          </p:cNvSpPr>
          <p:nvPr>
            <p:ph type="sldNum" sz="quarter" idx="13"/>
          </p:nvPr>
        </p:nvSpPr>
        <p:spPr/>
        <p:txBody>
          <a:bodyPr/>
          <a:lstStyle/>
          <a:p>
            <a:fld id="{B4008EB6-D09E-4580-8CD6-DDB14511944F}" type="slidenum">
              <a:rPr lang="en-US" smtClean="0"/>
              <a:pPr/>
              <a:t>43</a:t>
            </a:fld>
            <a:endParaRPr lang="en-US" dirty="0"/>
          </a:p>
        </p:txBody>
      </p:sp>
    </p:spTree>
    <p:extLst>
      <p:ext uri="{BB962C8B-B14F-4D97-AF65-F5344CB8AC3E}">
        <p14:creationId xmlns:p14="http://schemas.microsoft.com/office/powerpoint/2010/main" val="122865416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idx="10"/>
          </p:nvPr>
        </p:nvSpPr>
        <p:spPr/>
        <p:txBody>
          <a:bodyPr/>
          <a:lstStyle/>
          <a:p>
            <a:endParaRPr lang="en-US" dirty="0"/>
          </a:p>
        </p:txBody>
      </p:sp>
      <p:sp>
        <p:nvSpPr>
          <p:cNvPr id="5" name="Footer Placeholder 4"/>
          <p:cNvSpPr>
            <a:spLocks noGrp="1"/>
          </p:cNvSpPr>
          <p:nvPr>
            <p:ph type="ftr" sz="quarter" idx="11"/>
          </p:nvPr>
        </p:nvSpPr>
        <p:spPr/>
        <p:txBody>
          <a:bodyPr/>
          <a:lstStyle/>
          <a:p>
            <a:pPr defTabSz="914099" eaLnBrk="0" hangingPunct="0"/>
            <a:r>
              <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fld id="{B16574EE-8191-4BCC-ABE6-D00A4F4D7690}" type="datetime8">
              <a:rPr lang="en-US" smtClean="0"/>
              <a:t>4/30/2026 10:02 AM</a:t>
            </a:fld>
            <a:endParaRPr lang="en-US" dirty="0"/>
          </a:p>
        </p:txBody>
      </p:sp>
      <p:sp>
        <p:nvSpPr>
          <p:cNvPr id="7" name="Slide Number Placeholder 6"/>
          <p:cNvSpPr>
            <a:spLocks noGrp="1"/>
          </p:cNvSpPr>
          <p:nvPr>
            <p:ph type="sldNum" sz="quarter" idx="13"/>
          </p:nvPr>
        </p:nvSpPr>
        <p:spPr/>
        <p:txBody>
          <a:bodyPr/>
          <a:lstStyle/>
          <a:p>
            <a:fld id="{B4008EB6-D09E-4580-8CD6-DDB14511944F}" type="slidenum">
              <a:rPr lang="en-US" smtClean="0"/>
              <a:pPr/>
              <a:t>44</a:t>
            </a:fld>
            <a:endParaRPr lang="en-US" dirty="0"/>
          </a:p>
        </p:txBody>
      </p:sp>
    </p:spTree>
    <p:extLst>
      <p:ext uri="{BB962C8B-B14F-4D97-AF65-F5344CB8AC3E}">
        <p14:creationId xmlns:p14="http://schemas.microsoft.com/office/powerpoint/2010/main" val="80506382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US" dirty="0"/>
          </a:p>
        </p:txBody>
      </p:sp>
      <p:sp>
        <p:nvSpPr>
          <p:cNvPr id="4" name="Header Placeholder 3"/>
          <p:cNvSpPr>
            <a:spLocks noGrp="1"/>
          </p:cNvSpPr>
          <p:nvPr>
            <p:ph type="hdr" sz="quarter" idx="10"/>
          </p:nvPr>
        </p:nvSpPr>
        <p:spPr>
          <a:xfrm>
            <a:off x="0" y="0"/>
            <a:ext cx="2971800" cy="457200"/>
          </a:xfrm>
          <a:prstGeom prst="rect">
            <a:avLst/>
          </a:prstGeom>
        </p:spPr>
        <p:txBody>
          <a:bodyPr/>
          <a:lstStyle/>
          <a:p>
            <a:endParaRPr lang="en-US" dirty="0">
              <a:solidFill>
                <a:prstClr val="black"/>
              </a:solidFill>
            </a:endParaRPr>
          </a:p>
        </p:txBody>
      </p:sp>
      <p:sp>
        <p:nvSpPr>
          <p:cNvPr id="5" name="Date Placeholder 4"/>
          <p:cNvSpPr>
            <a:spLocks noGrp="1"/>
          </p:cNvSpPr>
          <p:nvPr>
            <p:ph type="dt" idx="11"/>
          </p:nvPr>
        </p:nvSpPr>
        <p:spPr/>
        <p:txBody>
          <a:bodyPr/>
          <a:lstStyle/>
          <a:p>
            <a:fld id="{C0CB9372-CA2B-44D2-90ED-A4A158EB6F2D}" type="datetime8">
              <a:rPr lang="en-US" smtClean="0">
                <a:solidFill>
                  <a:prstClr val="black"/>
                </a:solidFill>
              </a:rPr>
              <a:t>4/30/2026 10:02 AM</a:t>
            </a:fld>
            <a:endParaRPr lang="en-US" dirty="0">
              <a:solidFill>
                <a:prstClr val="black"/>
              </a:solidFill>
            </a:endParaRPr>
          </a:p>
        </p:txBody>
      </p:sp>
      <p:sp>
        <p:nvSpPr>
          <p:cNvPr id="7" name="Slide Number Placeholder 6"/>
          <p:cNvSpPr>
            <a:spLocks noGrp="1"/>
          </p:cNvSpPr>
          <p:nvPr>
            <p:ph type="sldNum" sz="quarter" idx="13"/>
          </p:nvPr>
        </p:nvSpPr>
        <p:spPr/>
        <p:txBody>
          <a:bodyPr/>
          <a:lstStyle/>
          <a:p>
            <a:fld id="{EC87E0CF-87F6-4B58-B8B8-DCAB2DAAF3CA}" type="slidenum">
              <a:rPr lang="en-US" smtClean="0">
                <a:solidFill>
                  <a:prstClr val="black"/>
                </a:solidFill>
              </a:rPr>
              <a:pPr/>
              <a:t>45</a:t>
            </a:fld>
            <a:endParaRPr lang="en-US" dirty="0">
              <a:solidFill>
                <a:prstClr val="black"/>
              </a:solidFill>
            </a:endParaRPr>
          </a:p>
        </p:txBody>
      </p:sp>
      <p:sp>
        <p:nvSpPr>
          <p:cNvPr id="6" name="Footer Placeholder 5"/>
          <p:cNvSpPr>
            <a:spLocks noGrp="1"/>
          </p:cNvSpPr>
          <p:nvPr>
            <p:ph type="ftr" sz="quarter" idx="14"/>
          </p:nvPr>
        </p:nvSpPr>
        <p:spPr/>
        <p:txBody>
          <a:bodyPr/>
          <a:lstStyle/>
          <a:p>
            <a:pPr defTabSz="914099" eaLnBrk="0" hangingPunct="0"/>
            <a:r>
              <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Tree>
    <p:extLst>
      <p:ext uri="{BB962C8B-B14F-4D97-AF65-F5344CB8AC3E}">
        <p14:creationId xmlns:p14="http://schemas.microsoft.com/office/powerpoint/2010/main" val="247942525"/>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US" dirty="0"/>
          </a:p>
        </p:txBody>
      </p:sp>
      <p:sp>
        <p:nvSpPr>
          <p:cNvPr id="4" name="Header Placeholder 3"/>
          <p:cNvSpPr>
            <a:spLocks noGrp="1"/>
          </p:cNvSpPr>
          <p:nvPr>
            <p:ph type="hdr" sz="quarter" idx="10"/>
          </p:nvPr>
        </p:nvSpPr>
        <p:spPr>
          <a:xfrm>
            <a:off x="0" y="0"/>
            <a:ext cx="2971800" cy="457200"/>
          </a:xfrm>
          <a:prstGeom prst="rect">
            <a:avLst/>
          </a:prstGeom>
        </p:spPr>
        <p:txBody>
          <a:bodyPr/>
          <a:lstStyle/>
          <a:p>
            <a:endParaRPr lang="en-US" dirty="0">
              <a:solidFill>
                <a:prstClr val="black"/>
              </a:solidFill>
            </a:endParaRPr>
          </a:p>
        </p:txBody>
      </p:sp>
      <p:sp>
        <p:nvSpPr>
          <p:cNvPr id="5" name="Date Placeholder 4"/>
          <p:cNvSpPr>
            <a:spLocks noGrp="1"/>
          </p:cNvSpPr>
          <p:nvPr>
            <p:ph type="dt" idx="11"/>
          </p:nvPr>
        </p:nvSpPr>
        <p:spPr/>
        <p:txBody>
          <a:bodyPr/>
          <a:lstStyle/>
          <a:p>
            <a:fld id="{0ECFDC7D-F4BE-4668-920D-08874925A5D7}" type="datetime8">
              <a:rPr lang="en-US" smtClean="0">
                <a:solidFill>
                  <a:prstClr val="black"/>
                </a:solidFill>
              </a:rPr>
              <a:t>4/30/2026 10:02 AM</a:t>
            </a:fld>
            <a:endParaRPr lang="en-US" dirty="0">
              <a:solidFill>
                <a:prstClr val="black"/>
              </a:solidFill>
            </a:endParaRPr>
          </a:p>
        </p:txBody>
      </p:sp>
      <p:sp>
        <p:nvSpPr>
          <p:cNvPr id="7" name="Slide Number Placeholder 6"/>
          <p:cNvSpPr>
            <a:spLocks noGrp="1"/>
          </p:cNvSpPr>
          <p:nvPr>
            <p:ph type="sldNum" sz="quarter" idx="13"/>
          </p:nvPr>
        </p:nvSpPr>
        <p:spPr/>
        <p:txBody>
          <a:bodyPr/>
          <a:lstStyle/>
          <a:p>
            <a:fld id="{EC87E0CF-87F6-4B58-B8B8-DCAB2DAAF3CA}" type="slidenum">
              <a:rPr lang="en-US" smtClean="0">
                <a:solidFill>
                  <a:prstClr val="black"/>
                </a:solidFill>
              </a:rPr>
              <a:pPr/>
              <a:t>46</a:t>
            </a:fld>
            <a:endParaRPr lang="en-US" dirty="0">
              <a:solidFill>
                <a:prstClr val="black"/>
              </a:solidFill>
            </a:endParaRPr>
          </a:p>
        </p:txBody>
      </p:sp>
      <p:sp>
        <p:nvSpPr>
          <p:cNvPr id="6" name="Footer Placeholder 5"/>
          <p:cNvSpPr>
            <a:spLocks noGrp="1"/>
          </p:cNvSpPr>
          <p:nvPr>
            <p:ph type="ftr" sz="quarter" idx="14"/>
          </p:nvPr>
        </p:nvSpPr>
        <p:spPr/>
        <p:txBody>
          <a:bodyPr/>
          <a:lstStyle/>
          <a:p>
            <a:pPr defTabSz="914099" eaLnBrk="0" hangingPunct="0"/>
            <a:r>
              <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Tree>
    <p:extLst>
      <p:ext uri="{BB962C8B-B14F-4D97-AF65-F5344CB8AC3E}">
        <p14:creationId xmlns:p14="http://schemas.microsoft.com/office/powerpoint/2010/main" val="2185510719"/>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2.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13.jp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13.jp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13.jp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14.jp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14.jp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3" Type="http://schemas.openxmlformats.org/officeDocument/2006/relationships/image" Target="../media/image16.jpg"/><Relationship Id="rId2" Type="http://schemas.openxmlformats.org/officeDocument/2006/relationships/image" Target="../media/image15.jp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3" Type="http://schemas.openxmlformats.org/officeDocument/2006/relationships/image" Target="../media/image17.jpg"/><Relationship Id="rId2" Type="http://schemas.openxmlformats.org/officeDocument/2006/relationships/image" Target="../media/image12.jpg"/><Relationship Id="rId1" Type="http://schemas.openxmlformats.org/officeDocument/2006/relationships/slideMaster" Target="../slideMasters/slideMaster1.xml"/><Relationship Id="rId4" Type="http://schemas.openxmlformats.org/officeDocument/2006/relationships/image" Target="../media/image18.jpg"/></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17.jpg"/><Relationship Id="rId2" Type="http://schemas.openxmlformats.org/officeDocument/2006/relationships/image" Target="../media/image12.jpg"/><Relationship Id="rId1" Type="http://schemas.openxmlformats.org/officeDocument/2006/relationships/slideMaster" Target="../slideMasters/slideMaster1.xml"/><Relationship Id="rId5" Type="http://schemas.openxmlformats.org/officeDocument/2006/relationships/image" Target="../media/image19.jpg"/><Relationship Id="rId4" Type="http://schemas.openxmlformats.org/officeDocument/2006/relationships/image" Target="../media/image18.jpg"/></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21.jpg"/><Relationship Id="rId2" Type="http://schemas.openxmlformats.org/officeDocument/2006/relationships/image" Target="../media/image20.jp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23.jpg"/><Relationship Id="rId2" Type="http://schemas.openxmlformats.org/officeDocument/2006/relationships/image" Target="../media/image22.jpg"/><Relationship Id="rId1" Type="http://schemas.openxmlformats.org/officeDocument/2006/relationships/slideMaster" Target="../slideMasters/slideMaster1.xml"/><Relationship Id="rId4" Type="http://schemas.openxmlformats.org/officeDocument/2006/relationships/image" Target="../media/image24.jpg"/></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26.jpg"/><Relationship Id="rId2" Type="http://schemas.openxmlformats.org/officeDocument/2006/relationships/image" Target="../media/image25.jpg"/><Relationship Id="rId1" Type="http://schemas.openxmlformats.org/officeDocument/2006/relationships/slideMaster" Target="../slideMasters/slideMaster1.xml"/><Relationship Id="rId5" Type="http://schemas.openxmlformats.org/officeDocument/2006/relationships/image" Target="../media/image28.jpg"/><Relationship Id="rId4" Type="http://schemas.openxmlformats.org/officeDocument/2006/relationships/image" Target="../media/image27.jpg"/></Relationships>
</file>

<file path=ppt/slideLayouts/_rels/slideLayout39.xml.rels><?xml version="1.0" encoding="UTF-8" standalone="yes"?>
<Relationships xmlns="http://schemas.openxmlformats.org/package/2006/relationships"><Relationship Id="rId3" Type="http://schemas.openxmlformats.org/officeDocument/2006/relationships/image" Target="../media/image17.jpg"/><Relationship Id="rId2" Type="http://schemas.openxmlformats.org/officeDocument/2006/relationships/image" Target="../media/image12.jpg"/><Relationship Id="rId1" Type="http://schemas.openxmlformats.org/officeDocument/2006/relationships/slideMaster" Target="../slideMasters/slideMaster1.xml"/><Relationship Id="rId6" Type="http://schemas.openxmlformats.org/officeDocument/2006/relationships/image" Target="../media/image29.jpg"/><Relationship Id="rId5" Type="http://schemas.openxmlformats.org/officeDocument/2006/relationships/image" Target="../media/image19.jpg"/><Relationship Id="rId4" Type="http://schemas.openxmlformats.org/officeDocument/2006/relationships/image" Target="../media/image18.jpg"/></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17.jpg"/><Relationship Id="rId2" Type="http://schemas.openxmlformats.org/officeDocument/2006/relationships/image" Target="../media/image12.jpg"/><Relationship Id="rId1" Type="http://schemas.openxmlformats.org/officeDocument/2006/relationships/slideMaster" Target="../slideMasters/slideMaster1.xml"/><Relationship Id="rId4" Type="http://schemas.openxmlformats.org/officeDocument/2006/relationships/image" Target="../media/image18.jpg"/></Relationships>
</file>

<file path=ppt/slideLayouts/_rels/slideLayout41.xml.rels><?xml version="1.0" encoding="UTF-8" standalone="yes"?>
<Relationships xmlns="http://schemas.openxmlformats.org/package/2006/relationships"><Relationship Id="rId3" Type="http://schemas.openxmlformats.org/officeDocument/2006/relationships/image" Target="../media/image17.jpg"/><Relationship Id="rId2" Type="http://schemas.openxmlformats.org/officeDocument/2006/relationships/image" Target="../media/image12.jpg"/><Relationship Id="rId1" Type="http://schemas.openxmlformats.org/officeDocument/2006/relationships/slideMaster" Target="../slideMasters/slideMaster1.xml"/><Relationship Id="rId5" Type="http://schemas.openxmlformats.org/officeDocument/2006/relationships/image" Target="../media/image19.jpg"/><Relationship Id="rId4" Type="http://schemas.openxmlformats.org/officeDocument/2006/relationships/image" Target="../media/image18.jpg"/></Relationships>
</file>

<file path=ppt/slideLayouts/_rels/slideLayout42.xml.rels><?xml version="1.0" encoding="UTF-8" standalone="yes"?>
<Relationships xmlns="http://schemas.openxmlformats.org/package/2006/relationships"><Relationship Id="rId3" Type="http://schemas.openxmlformats.org/officeDocument/2006/relationships/image" Target="../media/image17.jpg"/><Relationship Id="rId2" Type="http://schemas.openxmlformats.org/officeDocument/2006/relationships/image" Target="../media/image12.jpg"/><Relationship Id="rId1" Type="http://schemas.openxmlformats.org/officeDocument/2006/relationships/slideMaster" Target="../slideMasters/slideMaster1.xml"/><Relationship Id="rId6" Type="http://schemas.openxmlformats.org/officeDocument/2006/relationships/image" Target="../media/image29.jpg"/><Relationship Id="rId5" Type="http://schemas.openxmlformats.org/officeDocument/2006/relationships/image" Target="../media/image19.jpg"/><Relationship Id="rId4" Type="http://schemas.openxmlformats.org/officeDocument/2006/relationships/image" Target="../media/image18.jpg"/></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2" Type="http://schemas.openxmlformats.org/officeDocument/2006/relationships/image" Target="../media/image30.emf"/><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2" Type="http://schemas.openxmlformats.org/officeDocument/2006/relationships/image" Target="../media/image30.emf"/><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1.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Master" Target="../slideMasters/slideMaster1.xml"/></Relationships>
</file>

<file path=ppt/slideLayouts/_rels/slideLayout62.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Master" Target="../slideMasters/slideMaster1.xml"/></Relationships>
</file>

<file path=ppt/slideLayouts/_rels/slideLayout63.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Master" Target="../slideMasters/slideMaster1.xml"/></Relationships>
</file>

<file path=ppt/slideLayouts/_rels/slideLayout64.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Master" Target="../slideMasters/slideMaster1.xml"/></Relationships>
</file>

<file path=ppt/slideLayouts/_rels/slideLayout65.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Master" Target="../slideMasters/slideMaster1.xml"/></Relationships>
</file>

<file path=ppt/slideLayouts/_rels/slideLayout66.xml.rels><?xml version="1.0" encoding="UTF-8" standalone="yes"?>
<Relationships xmlns="http://schemas.openxmlformats.org/package/2006/relationships"><Relationship Id="rId2" Type="http://schemas.openxmlformats.org/officeDocument/2006/relationships/image" Target="../media/image37.jpg"/><Relationship Id="rId1" Type="http://schemas.openxmlformats.org/officeDocument/2006/relationships/slideMaster" Target="../slideMasters/slideMaster1.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0.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Master" Target="../slideMasters/slideMaster1.xml"/></Relationships>
</file>

<file path=ppt/slideLayouts/_rels/slideLayout7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 Title">
    <p:bg>
      <p:bgPr>
        <a:solidFill>
          <a:srgbClr val="EAE4DC"/>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D0408F-4A76-4E13-B20C-89E0FD40DC32}"/>
              </a:ext>
            </a:extLst>
          </p:cNvPr>
          <p:cNvSpPr>
            <a:spLocks noGrp="1"/>
          </p:cNvSpPr>
          <p:nvPr>
            <p:ph type="title" hasCustomPrompt="1"/>
          </p:nvPr>
        </p:nvSpPr>
        <p:spPr>
          <a:xfrm>
            <a:off x="588263" y="2425541"/>
            <a:ext cx="4167887" cy="1107996"/>
          </a:xfrm>
        </p:spPr>
        <p:txBody>
          <a:bodyPr anchor="b" anchorCtr="0">
            <a:spAutoFit/>
          </a:bodyPr>
          <a:lstStyle>
            <a:lvl1pPr>
              <a:defRPr>
                <a:solidFill>
                  <a:schemeClr val="tx1"/>
                </a:solidFill>
              </a:defRPr>
            </a:lvl1pPr>
          </a:lstStyle>
          <a:p>
            <a:r>
              <a:rPr lang="en-US" dirty="0"/>
              <a:t>Event name or presentation title </a:t>
            </a:r>
          </a:p>
        </p:txBody>
      </p:sp>
      <p:sp>
        <p:nvSpPr>
          <p:cNvPr id="5" name="Text Placeholder 4"/>
          <p:cNvSpPr>
            <a:spLocks noGrp="1"/>
          </p:cNvSpPr>
          <p:nvPr>
            <p:ph type="body" sz="quarter" idx="12" hasCustomPrompt="1"/>
          </p:nvPr>
        </p:nvSpPr>
        <p:spPr>
          <a:xfrm>
            <a:off x="582042" y="3962400"/>
            <a:ext cx="4164583" cy="338554"/>
          </a:xfrm>
          <a:noFill/>
        </p:spPr>
        <p:txBody>
          <a:bodyPr wrap="square" lIns="0" tIns="0" rIns="0" bIns="0">
            <a:spAutoFit/>
          </a:bodyPr>
          <a:lstStyle>
            <a:lvl1pPr marL="0" indent="0">
              <a:spcBef>
                <a:spcPts val="0"/>
              </a:spcBef>
              <a:buNone/>
              <a:defRPr sz="2200" spc="0" baseline="0">
                <a:solidFill>
                  <a:schemeClr val="tx1"/>
                </a:solidFill>
                <a:latin typeface="+mn-lt"/>
                <a:cs typeface="Segoe UI" panose="020B0502040204020203" pitchFamily="34" charset="0"/>
              </a:defRPr>
            </a:lvl1pPr>
          </a:lstStyle>
          <a:p>
            <a:pPr lvl="0"/>
            <a:r>
              <a:rPr lang="en-US" dirty="0"/>
              <a:t>Speaker name or subtitle</a:t>
            </a:r>
          </a:p>
        </p:txBody>
      </p:sp>
      <p:pic>
        <p:nvPicPr>
          <p:cNvPr id="7" name="Graphic: Create impact faster metaphor" descr="Image of create impact faster metaphor">
            <a:extLst>
              <a:ext uri="{FF2B5EF4-FFF2-40B4-BE49-F238E27FC236}">
                <a16:creationId xmlns:a16="http://schemas.microsoft.com/office/drawing/2014/main" id="{71E6F1EB-96BE-40C0-8FF7-9CA9D6B5675E}"/>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3570" t="3570" r="3570" b="828"/>
          <a:stretch/>
        </p:blipFill>
        <p:spPr>
          <a:xfrm>
            <a:off x="6065081" y="478972"/>
            <a:ext cx="5900060" cy="6074228"/>
          </a:xfrm>
          <a:prstGeom prst="rect">
            <a:avLst/>
          </a:prstGeom>
        </p:spPr>
      </p:pic>
      <p:pic>
        <p:nvPicPr>
          <p:cNvPr id="4" name="Picture 3" descr="Logo&#10;&#10;Description automatically generated with medium confidence">
            <a:extLst>
              <a:ext uri="{FF2B5EF4-FFF2-40B4-BE49-F238E27FC236}">
                <a16:creationId xmlns:a16="http://schemas.microsoft.com/office/drawing/2014/main" id="{C7D24C81-C6B4-4566-BEC3-F1E03E491846}"/>
              </a:ext>
            </a:extLst>
          </p:cNvPr>
          <p:cNvPicPr>
            <a:picLocks noChangeAspect="1"/>
          </p:cNvPicPr>
          <p:nvPr userDrawn="1"/>
        </p:nvPicPr>
        <p:blipFill rotWithShape="1">
          <a:blip r:embed="rId3"/>
          <a:srcRect l="8275" t="32690" r="8091" b="32918"/>
          <a:stretch/>
        </p:blipFill>
        <p:spPr>
          <a:xfrm>
            <a:off x="582042" y="581026"/>
            <a:ext cx="2857363" cy="295064"/>
          </a:xfrm>
          <a:prstGeom prst="rect">
            <a:avLst/>
          </a:prstGeom>
        </p:spPr>
      </p:pic>
    </p:spTree>
    <p:extLst>
      <p:ext uri="{BB962C8B-B14F-4D97-AF65-F5344CB8AC3E}">
        <p14:creationId xmlns:p14="http://schemas.microsoft.com/office/powerpoint/2010/main" val="2484971770"/>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orient="horz" pos="2496" userDrawn="1">
          <p15:clr>
            <a:srgbClr val="5ACBF0"/>
          </p15:clr>
        </p15:guide>
        <p15:guide id="3" pos="3355" userDrawn="1">
          <p15:clr>
            <a:srgbClr val="5ACBF0"/>
          </p15:clr>
        </p15:guide>
        <p15:guide id="5" orient="horz" pos="2160" userDrawn="1">
          <p15:clr>
            <a:srgbClr val="FBAE40"/>
          </p15:clr>
        </p15:guide>
        <p15:guide id="6" orient="horz" pos="2229" userDrawn="1">
          <p15:clr>
            <a:srgbClr val="5ACBF0"/>
          </p15:clr>
        </p15:guide>
        <p15:guide id="7" pos="2996" userDrawn="1">
          <p15:clr>
            <a:srgbClr val="5ACBF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2">
    <p:bg>
      <p:bgPr>
        <a:solidFill>
          <a:srgbClr val="EAE4DC"/>
        </a:solidFill>
        <a:effectLst/>
      </p:bgPr>
    </p:bg>
    <p:spTree>
      <p:nvGrpSpPr>
        <p:cNvPr id="1" name=""/>
        <p:cNvGrpSpPr/>
        <p:nvPr/>
      </p:nvGrpSpPr>
      <p:grpSpPr>
        <a:xfrm>
          <a:off x="0" y="0"/>
          <a:ext cx="0" cy="0"/>
          <a:chOff x="0" y="0"/>
          <a:chExt cx="0" cy="0"/>
        </a:xfrm>
      </p:grpSpPr>
      <p:pic>
        <p:nvPicPr>
          <p:cNvPr id="7" name="Light: Break through barriers">
            <a:extLst>
              <a:ext uri="{FF2B5EF4-FFF2-40B4-BE49-F238E27FC236}">
                <a16:creationId xmlns:a16="http://schemas.microsoft.com/office/drawing/2014/main" id="{168BE704-B556-45E9-BE93-C19A745DB30C}"/>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5638197" y="260049"/>
            <a:ext cx="6337904" cy="6337902"/>
          </a:xfrm>
          <a:prstGeom prst="rect">
            <a:avLst/>
          </a:prstGeom>
        </p:spPr>
      </p:pic>
      <p:sp>
        <p:nvSpPr>
          <p:cNvPr id="2" name="Title 1">
            <a:extLst>
              <a:ext uri="{FF2B5EF4-FFF2-40B4-BE49-F238E27FC236}">
                <a16:creationId xmlns:a16="http://schemas.microsoft.com/office/drawing/2014/main" id="{25D0408F-4A76-4E13-B20C-89E0FD40DC32}"/>
              </a:ext>
            </a:extLst>
          </p:cNvPr>
          <p:cNvSpPr>
            <a:spLocks noGrp="1"/>
          </p:cNvSpPr>
          <p:nvPr>
            <p:ph type="title" hasCustomPrompt="1"/>
          </p:nvPr>
        </p:nvSpPr>
        <p:spPr>
          <a:xfrm>
            <a:off x="588263" y="2425541"/>
            <a:ext cx="4167887" cy="1107996"/>
          </a:xfrm>
        </p:spPr>
        <p:txBody>
          <a:bodyPr anchor="b" anchorCtr="0">
            <a:spAutoFit/>
          </a:bodyPr>
          <a:lstStyle>
            <a:lvl1pPr>
              <a:defRPr>
                <a:solidFill>
                  <a:schemeClr val="tx1"/>
                </a:solidFill>
              </a:defRPr>
            </a:lvl1pPr>
          </a:lstStyle>
          <a:p>
            <a:r>
              <a:rPr lang="en-US" dirty="0"/>
              <a:t>Event name or presentation title </a:t>
            </a:r>
          </a:p>
        </p:txBody>
      </p:sp>
      <p:sp>
        <p:nvSpPr>
          <p:cNvPr id="5" name="Text Placeholder 4"/>
          <p:cNvSpPr>
            <a:spLocks noGrp="1"/>
          </p:cNvSpPr>
          <p:nvPr>
            <p:ph type="body" sz="quarter" idx="12" hasCustomPrompt="1"/>
          </p:nvPr>
        </p:nvSpPr>
        <p:spPr>
          <a:xfrm>
            <a:off x="582042" y="3962400"/>
            <a:ext cx="4164583" cy="338554"/>
          </a:xfrm>
          <a:noFill/>
        </p:spPr>
        <p:txBody>
          <a:bodyPr wrap="square" lIns="0" tIns="0" rIns="0" bIns="0">
            <a:spAutoFit/>
          </a:bodyPr>
          <a:lstStyle>
            <a:lvl1pPr marL="0" indent="0">
              <a:spcBef>
                <a:spcPts val="0"/>
              </a:spcBef>
              <a:buNone/>
              <a:defRPr sz="2200" spc="0" baseline="0">
                <a:solidFill>
                  <a:schemeClr val="tx1"/>
                </a:solidFill>
                <a:latin typeface="+mn-lt"/>
                <a:cs typeface="Segoe UI" panose="020B0502040204020203" pitchFamily="34" charset="0"/>
              </a:defRPr>
            </a:lvl1pPr>
          </a:lstStyle>
          <a:p>
            <a:pPr lvl="0"/>
            <a:r>
              <a:rPr lang="en-US" dirty="0"/>
              <a:t>Speaker name or subtitle</a:t>
            </a:r>
          </a:p>
        </p:txBody>
      </p:sp>
      <p:pic>
        <p:nvPicPr>
          <p:cNvPr id="6" name="Picture 5" descr="Logo&#10;&#10;Description automatically generated with medium confidence">
            <a:extLst>
              <a:ext uri="{FF2B5EF4-FFF2-40B4-BE49-F238E27FC236}">
                <a16:creationId xmlns:a16="http://schemas.microsoft.com/office/drawing/2014/main" id="{2A9CEB69-ACA2-426E-A1A5-54DB916D6182}"/>
              </a:ext>
            </a:extLst>
          </p:cNvPr>
          <p:cNvPicPr>
            <a:picLocks noChangeAspect="1"/>
          </p:cNvPicPr>
          <p:nvPr userDrawn="1"/>
        </p:nvPicPr>
        <p:blipFill rotWithShape="1">
          <a:blip r:embed="rId3"/>
          <a:srcRect l="8275" t="32690" r="8091" b="32918"/>
          <a:stretch/>
        </p:blipFill>
        <p:spPr>
          <a:xfrm>
            <a:off x="582042" y="581026"/>
            <a:ext cx="2857363" cy="295064"/>
          </a:xfrm>
          <a:prstGeom prst="rect">
            <a:avLst/>
          </a:prstGeom>
        </p:spPr>
      </p:pic>
    </p:spTree>
    <p:extLst>
      <p:ext uri="{BB962C8B-B14F-4D97-AF65-F5344CB8AC3E}">
        <p14:creationId xmlns:p14="http://schemas.microsoft.com/office/powerpoint/2010/main" val="3307056970"/>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orient="horz" pos="2496" userDrawn="1">
          <p15:clr>
            <a:srgbClr val="5ACBF0"/>
          </p15:clr>
        </p15:guide>
        <p15:guide id="3" pos="3355" userDrawn="1">
          <p15:clr>
            <a:srgbClr val="5ACBF0"/>
          </p15:clr>
        </p15:guide>
        <p15:guide id="5" orient="horz" pos="2160" userDrawn="1">
          <p15:clr>
            <a:srgbClr val="FBAE40"/>
          </p15:clr>
        </p15:guide>
        <p15:guide id="6" orient="horz" pos="2229" userDrawn="1">
          <p15:clr>
            <a:srgbClr val="5ACBF0"/>
          </p15:clr>
        </p15:guide>
        <p15:guide id="7" pos="2996" userDrawn="1">
          <p15:clr>
            <a:srgbClr val="5ACBF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3">
    <p:bg>
      <p:bgPr>
        <a:solidFill>
          <a:srgbClr val="EAE4DC"/>
        </a:solidFill>
        <a:effectLst/>
      </p:bgPr>
    </p:bg>
    <p:spTree>
      <p:nvGrpSpPr>
        <p:cNvPr id="1" name=""/>
        <p:cNvGrpSpPr/>
        <p:nvPr/>
      </p:nvGrpSpPr>
      <p:grpSpPr>
        <a:xfrm>
          <a:off x="0" y="0"/>
          <a:ext cx="0" cy="0"/>
          <a:chOff x="0" y="0"/>
          <a:chExt cx="0" cy="0"/>
        </a:xfrm>
      </p:grpSpPr>
      <p:pic>
        <p:nvPicPr>
          <p:cNvPr id="8" name="Light: Adapt to anything ">
            <a:extLst>
              <a:ext uri="{FF2B5EF4-FFF2-40B4-BE49-F238E27FC236}">
                <a16:creationId xmlns:a16="http://schemas.microsoft.com/office/drawing/2014/main" id="{547E7F7C-2D58-481F-8331-3FE0241E1FB3}"/>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5880702" y="194129"/>
            <a:ext cx="6311298" cy="6311287"/>
          </a:xfrm>
          <a:prstGeom prst="rect">
            <a:avLst/>
          </a:prstGeom>
        </p:spPr>
      </p:pic>
      <p:sp>
        <p:nvSpPr>
          <p:cNvPr id="2" name="Title 1">
            <a:extLst>
              <a:ext uri="{FF2B5EF4-FFF2-40B4-BE49-F238E27FC236}">
                <a16:creationId xmlns:a16="http://schemas.microsoft.com/office/drawing/2014/main" id="{25D0408F-4A76-4E13-B20C-89E0FD40DC32}"/>
              </a:ext>
            </a:extLst>
          </p:cNvPr>
          <p:cNvSpPr>
            <a:spLocks noGrp="1"/>
          </p:cNvSpPr>
          <p:nvPr>
            <p:ph type="title" hasCustomPrompt="1"/>
          </p:nvPr>
        </p:nvSpPr>
        <p:spPr>
          <a:xfrm>
            <a:off x="588263" y="2425541"/>
            <a:ext cx="4167887" cy="1107996"/>
          </a:xfrm>
        </p:spPr>
        <p:txBody>
          <a:bodyPr anchor="b" anchorCtr="0">
            <a:spAutoFit/>
          </a:bodyPr>
          <a:lstStyle>
            <a:lvl1pPr>
              <a:defRPr>
                <a:solidFill>
                  <a:schemeClr val="tx1"/>
                </a:solidFill>
              </a:defRPr>
            </a:lvl1pPr>
          </a:lstStyle>
          <a:p>
            <a:r>
              <a:rPr lang="en-US" dirty="0"/>
              <a:t>Event name or presentation title </a:t>
            </a:r>
          </a:p>
        </p:txBody>
      </p:sp>
      <p:sp>
        <p:nvSpPr>
          <p:cNvPr id="5" name="Text Placeholder 4"/>
          <p:cNvSpPr>
            <a:spLocks noGrp="1"/>
          </p:cNvSpPr>
          <p:nvPr>
            <p:ph type="body" sz="quarter" idx="12" hasCustomPrompt="1"/>
          </p:nvPr>
        </p:nvSpPr>
        <p:spPr>
          <a:xfrm>
            <a:off x="582042" y="3962400"/>
            <a:ext cx="4164583" cy="338554"/>
          </a:xfrm>
          <a:noFill/>
        </p:spPr>
        <p:txBody>
          <a:bodyPr wrap="square" lIns="0" tIns="0" rIns="0" bIns="0">
            <a:spAutoFit/>
          </a:bodyPr>
          <a:lstStyle>
            <a:lvl1pPr marL="0" indent="0">
              <a:spcBef>
                <a:spcPts val="0"/>
              </a:spcBef>
              <a:buNone/>
              <a:defRPr sz="2200" spc="0" baseline="0">
                <a:solidFill>
                  <a:schemeClr val="tx1"/>
                </a:solidFill>
                <a:latin typeface="+mn-lt"/>
                <a:cs typeface="Segoe UI" panose="020B0502040204020203" pitchFamily="34" charset="0"/>
              </a:defRPr>
            </a:lvl1pPr>
          </a:lstStyle>
          <a:p>
            <a:pPr lvl="0"/>
            <a:r>
              <a:rPr lang="en-US" dirty="0"/>
              <a:t>Speaker name or subtitle</a:t>
            </a:r>
          </a:p>
        </p:txBody>
      </p:sp>
      <p:pic>
        <p:nvPicPr>
          <p:cNvPr id="7" name="Picture 6" descr="Logo&#10;&#10;Description automatically generated with medium confidence">
            <a:extLst>
              <a:ext uri="{FF2B5EF4-FFF2-40B4-BE49-F238E27FC236}">
                <a16:creationId xmlns:a16="http://schemas.microsoft.com/office/drawing/2014/main" id="{17AABFA6-6857-43EF-9CDC-D483A94CE64F}"/>
              </a:ext>
            </a:extLst>
          </p:cNvPr>
          <p:cNvPicPr>
            <a:picLocks noChangeAspect="1"/>
          </p:cNvPicPr>
          <p:nvPr userDrawn="1"/>
        </p:nvPicPr>
        <p:blipFill rotWithShape="1">
          <a:blip r:embed="rId3"/>
          <a:srcRect l="8275" t="32690" r="8091" b="32918"/>
          <a:stretch/>
        </p:blipFill>
        <p:spPr>
          <a:xfrm>
            <a:off x="582042" y="581026"/>
            <a:ext cx="2857363" cy="295064"/>
          </a:xfrm>
          <a:prstGeom prst="rect">
            <a:avLst/>
          </a:prstGeom>
        </p:spPr>
      </p:pic>
    </p:spTree>
    <p:extLst>
      <p:ext uri="{BB962C8B-B14F-4D97-AF65-F5344CB8AC3E}">
        <p14:creationId xmlns:p14="http://schemas.microsoft.com/office/powerpoint/2010/main" val="2669506150"/>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orient="horz" pos="2496" userDrawn="1">
          <p15:clr>
            <a:srgbClr val="5ACBF0"/>
          </p15:clr>
        </p15:guide>
        <p15:guide id="3" pos="3355" userDrawn="1">
          <p15:clr>
            <a:srgbClr val="5ACBF0"/>
          </p15:clr>
        </p15:guide>
        <p15:guide id="5" orient="horz" pos="2160" userDrawn="1">
          <p15:clr>
            <a:srgbClr val="FBAE40"/>
          </p15:clr>
        </p15:guide>
        <p15:guide id="6" orient="horz" pos="2229" userDrawn="1">
          <p15:clr>
            <a:srgbClr val="5ACBF0"/>
          </p15:clr>
        </p15:guide>
        <p15:guide id="7" pos="2996" userDrawn="1">
          <p15:clr>
            <a:srgbClr val="5ACBF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4">
    <p:bg>
      <p:bgPr>
        <a:solidFill>
          <a:srgbClr val="EAE4DC"/>
        </a:solidFill>
        <a:effectLst/>
      </p:bgPr>
    </p:bg>
    <p:spTree>
      <p:nvGrpSpPr>
        <p:cNvPr id="1" name=""/>
        <p:cNvGrpSpPr/>
        <p:nvPr/>
      </p:nvGrpSpPr>
      <p:grpSpPr>
        <a:xfrm>
          <a:off x="0" y="0"/>
          <a:ext cx="0" cy="0"/>
          <a:chOff x="0" y="0"/>
          <a:chExt cx="0" cy="0"/>
        </a:xfrm>
      </p:grpSpPr>
      <p:pic>
        <p:nvPicPr>
          <p:cNvPr id="6" name="Light: Innovate everywhere">
            <a:extLst>
              <a:ext uri="{FF2B5EF4-FFF2-40B4-BE49-F238E27FC236}">
                <a16:creationId xmlns:a16="http://schemas.microsoft.com/office/drawing/2014/main" id="{DC04341E-C617-413D-A754-103CAA84E5C2}"/>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5456117" y="53298"/>
            <a:ext cx="6592960" cy="6592960"/>
          </a:xfrm>
          <a:prstGeom prst="rect">
            <a:avLst/>
          </a:prstGeom>
        </p:spPr>
      </p:pic>
      <p:sp>
        <p:nvSpPr>
          <p:cNvPr id="2" name="Title 1">
            <a:extLst>
              <a:ext uri="{FF2B5EF4-FFF2-40B4-BE49-F238E27FC236}">
                <a16:creationId xmlns:a16="http://schemas.microsoft.com/office/drawing/2014/main" id="{25D0408F-4A76-4E13-B20C-89E0FD40DC32}"/>
              </a:ext>
            </a:extLst>
          </p:cNvPr>
          <p:cNvSpPr>
            <a:spLocks noGrp="1"/>
          </p:cNvSpPr>
          <p:nvPr>
            <p:ph type="title" hasCustomPrompt="1"/>
          </p:nvPr>
        </p:nvSpPr>
        <p:spPr>
          <a:xfrm>
            <a:off x="588263" y="2425541"/>
            <a:ext cx="4167887" cy="1107996"/>
          </a:xfrm>
        </p:spPr>
        <p:txBody>
          <a:bodyPr anchor="b" anchorCtr="0">
            <a:spAutoFit/>
          </a:bodyPr>
          <a:lstStyle>
            <a:lvl1pPr>
              <a:defRPr>
                <a:solidFill>
                  <a:schemeClr val="tx1"/>
                </a:solidFill>
              </a:defRPr>
            </a:lvl1pPr>
          </a:lstStyle>
          <a:p>
            <a:r>
              <a:rPr lang="en-US" dirty="0"/>
              <a:t>Event name or presentation title </a:t>
            </a:r>
          </a:p>
        </p:txBody>
      </p:sp>
      <p:sp>
        <p:nvSpPr>
          <p:cNvPr id="5" name="Text Placeholder 4"/>
          <p:cNvSpPr>
            <a:spLocks noGrp="1"/>
          </p:cNvSpPr>
          <p:nvPr>
            <p:ph type="body" sz="quarter" idx="12" hasCustomPrompt="1"/>
          </p:nvPr>
        </p:nvSpPr>
        <p:spPr>
          <a:xfrm>
            <a:off x="582042" y="3962400"/>
            <a:ext cx="4164583" cy="338554"/>
          </a:xfrm>
          <a:noFill/>
        </p:spPr>
        <p:txBody>
          <a:bodyPr wrap="square" lIns="0" tIns="0" rIns="0" bIns="0">
            <a:spAutoFit/>
          </a:bodyPr>
          <a:lstStyle>
            <a:lvl1pPr marL="0" indent="0">
              <a:spcBef>
                <a:spcPts val="0"/>
              </a:spcBef>
              <a:buNone/>
              <a:defRPr sz="2200" spc="0" baseline="0">
                <a:solidFill>
                  <a:schemeClr val="tx1"/>
                </a:solidFill>
                <a:latin typeface="+mn-lt"/>
                <a:cs typeface="Segoe UI" panose="020B0502040204020203" pitchFamily="34" charset="0"/>
              </a:defRPr>
            </a:lvl1pPr>
          </a:lstStyle>
          <a:p>
            <a:pPr lvl="0"/>
            <a:r>
              <a:rPr lang="en-US" dirty="0"/>
              <a:t>Speaker name or subtitle</a:t>
            </a:r>
          </a:p>
        </p:txBody>
      </p:sp>
      <p:pic>
        <p:nvPicPr>
          <p:cNvPr id="7" name="Picture 6" descr="Logo&#10;&#10;Description automatically generated with medium confidence">
            <a:extLst>
              <a:ext uri="{FF2B5EF4-FFF2-40B4-BE49-F238E27FC236}">
                <a16:creationId xmlns:a16="http://schemas.microsoft.com/office/drawing/2014/main" id="{17AABFA6-6857-43EF-9CDC-D483A94CE64F}"/>
              </a:ext>
            </a:extLst>
          </p:cNvPr>
          <p:cNvPicPr>
            <a:picLocks noChangeAspect="1"/>
          </p:cNvPicPr>
          <p:nvPr userDrawn="1"/>
        </p:nvPicPr>
        <p:blipFill rotWithShape="1">
          <a:blip r:embed="rId3"/>
          <a:srcRect l="8275" t="32690" r="8091" b="32918"/>
          <a:stretch/>
        </p:blipFill>
        <p:spPr>
          <a:xfrm>
            <a:off x="582042" y="581026"/>
            <a:ext cx="2857363" cy="295064"/>
          </a:xfrm>
          <a:prstGeom prst="rect">
            <a:avLst/>
          </a:prstGeom>
        </p:spPr>
      </p:pic>
    </p:spTree>
    <p:extLst>
      <p:ext uri="{BB962C8B-B14F-4D97-AF65-F5344CB8AC3E}">
        <p14:creationId xmlns:p14="http://schemas.microsoft.com/office/powerpoint/2010/main" val="4056698369"/>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orient="horz" pos="2496" userDrawn="1">
          <p15:clr>
            <a:srgbClr val="5ACBF0"/>
          </p15:clr>
        </p15:guide>
        <p15:guide id="3" pos="3355" userDrawn="1">
          <p15:clr>
            <a:srgbClr val="5ACBF0"/>
          </p15:clr>
        </p15:guide>
        <p15:guide id="5" orient="horz" pos="2160" userDrawn="1">
          <p15:clr>
            <a:srgbClr val="FBAE40"/>
          </p15:clr>
        </p15:guide>
        <p15:guide id="6" orient="horz" pos="2229" userDrawn="1">
          <p15:clr>
            <a:srgbClr val="5ACBF0"/>
          </p15:clr>
        </p15:guide>
        <p15:guide id="7" pos="2996" userDrawn="1">
          <p15:clr>
            <a:srgbClr val="5ACBF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Dark Title 1">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D0408F-4A76-4E13-B20C-89E0FD40DC32}"/>
              </a:ext>
            </a:extLst>
          </p:cNvPr>
          <p:cNvSpPr>
            <a:spLocks noGrp="1"/>
          </p:cNvSpPr>
          <p:nvPr>
            <p:ph type="title" hasCustomPrompt="1"/>
          </p:nvPr>
        </p:nvSpPr>
        <p:spPr>
          <a:xfrm>
            <a:off x="588263" y="2425541"/>
            <a:ext cx="4167887" cy="1107996"/>
          </a:xfrm>
        </p:spPr>
        <p:txBody>
          <a:bodyPr anchor="b" anchorCtr="0">
            <a:spAutoFit/>
          </a:bodyPr>
          <a:lstStyle>
            <a:lvl1pPr>
              <a:defRPr>
                <a:solidFill>
                  <a:schemeClr val="tx1"/>
                </a:solidFill>
              </a:defRPr>
            </a:lvl1pPr>
          </a:lstStyle>
          <a:p>
            <a:r>
              <a:rPr lang="en-US" dirty="0"/>
              <a:t>Event name or presentation title </a:t>
            </a:r>
          </a:p>
        </p:txBody>
      </p:sp>
      <p:sp>
        <p:nvSpPr>
          <p:cNvPr id="5" name="Text Placeholder 4"/>
          <p:cNvSpPr>
            <a:spLocks noGrp="1"/>
          </p:cNvSpPr>
          <p:nvPr>
            <p:ph type="body" sz="quarter" idx="12" hasCustomPrompt="1"/>
          </p:nvPr>
        </p:nvSpPr>
        <p:spPr>
          <a:xfrm>
            <a:off x="582042" y="3962400"/>
            <a:ext cx="4164583" cy="338554"/>
          </a:xfrm>
          <a:noFill/>
        </p:spPr>
        <p:txBody>
          <a:bodyPr wrap="square" lIns="0" tIns="0" rIns="0" bIns="0">
            <a:spAutoFit/>
          </a:bodyPr>
          <a:lstStyle>
            <a:lvl1pPr marL="0" indent="0">
              <a:spcBef>
                <a:spcPts val="0"/>
              </a:spcBef>
              <a:buNone/>
              <a:defRPr sz="2200" spc="0" baseline="0">
                <a:solidFill>
                  <a:schemeClr val="tx1"/>
                </a:solidFill>
                <a:latin typeface="+mn-lt"/>
                <a:cs typeface="Segoe UI" panose="020B0502040204020203" pitchFamily="34" charset="0"/>
              </a:defRPr>
            </a:lvl1pPr>
          </a:lstStyle>
          <a:p>
            <a:pPr lvl="0"/>
            <a:r>
              <a:rPr lang="en-US" dirty="0"/>
              <a:t>Speaker name or subtitle</a:t>
            </a:r>
          </a:p>
        </p:txBody>
      </p:sp>
      <p:pic>
        <p:nvPicPr>
          <p:cNvPr id="4" name="Picture 3" descr="Graphical user interface&#10;&#10;Description automatically generated with low confidence">
            <a:extLst>
              <a:ext uri="{FF2B5EF4-FFF2-40B4-BE49-F238E27FC236}">
                <a16:creationId xmlns:a16="http://schemas.microsoft.com/office/drawing/2014/main" id="{E44A620F-90A5-4F90-A46E-589E29C354F0}"/>
              </a:ext>
            </a:extLst>
          </p:cNvPr>
          <p:cNvPicPr>
            <a:picLocks noChangeAspect="1"/>
          </p:cNvPicPr>
          <p:nvPr userDrawn="1"/>
        </p:nvPicPr>
        <p:blipFill rotWithShape="1">
          <a:blip r:embed="rId2"/>
          <a:srcRect l="8251" t="33298" r="8207" b="32992"/>
          <a:stretch/>
        </p:blipFill>
        <p:spPr bwMode="invGray">
          <a:xfrm>
            <a:off x="584200" y="585788"/>
            <a:ext cx="2855205" cy="289320"/>
          </a:xfrm>
          <a:prstGeom prst="rect">
            <a:avLst/>
          </a:prstGeom>
        </p:spPr>
      </p:pic>
      <p:pic>
        <p:nvPicPr>
          <p:cNvPr id="6" name="Dark: Create impact faster">
            <a:extLst>
              <a:ext uri="{FF2B5EF4-FFF2-40B4-BE49-F238E27FC236}">
                <a16:creationId xmlns:a16="http://schemas.microsoft.com/office/drawing/2014/main" id="{CFC91BBC-1960-4789-9C92-73EDA57735F9}"/>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bwMode="ltGray">
          <a:xfrm>
            <a:off x="5852811" y="266700"/>
            <a:ext cx="6324600" cy="6324600"/>
          </a:xfrm>
          <a:prstGeom prst="rect">
            <a:avLst/>
          </a:prstGeom>
        </p:spPr>
      </p:pic>
    </p:spTree>
    <p:extLst>
      <p:ext uri="{BB962C8B-B14F-4D97-AF65-F5344CB8AC3E}">
        <p14:creationId xmlns:p14="http://schemas.microsoft.com/office/powerpoint/2010/main" val="3548762195"/>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orient="horz" pos="2496" userDrawn="1">
          <p15:clr>
            <a:srgbClr val="5ACBF0"/>
          </p15:clr>
        </p15:guide>
        <p15:guide id="3" pos="3355" userDrawn="1">
          <p15:clr>
            <a:srgbClr val="5ACBF0"/>
          </p15:clr>
        </p15:guide>
        <p15:guide id="5" orient="horz" pos="2160" userDrawn="1">
          <p15:clr>
            <a:srgbClr val="FBAE40"/>
          </p15:clr>
        </p15:guide>
        <p15:guide id="6" orient="horz" pos="2229" userDrawn="1">
          <p15:clr>
            <a:srgbClr val="5ACBF0"/>
          </p15:clr>
        </p15:guide>
        <p15:guide id="7" pos="2996" userDrawn="1">
          <p15:clr>
            <a:srgbClr val="5ACBF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Dark title 2">
    <p:bg>
      <p:bgRef idx="1001">
        <a:schemeClr val="bg2"/>
      </p:bgRef>
    </p:bg>
    <p:spTree>
      <p:nvGrpSpPr>
        <p:cNvPr id="1" name=""/>
        <p:cNvGrpSpPr/>
        <p:nvPr/>
      </p:nvGrpSpPr>
      <p:grpSpPr>
        <a:xfrm>
          <a:off x="0" y="0"/>
          <a:ext cx="0" cy="0"/>
          <a:chOff x="0" y="0"/>
          <a:chExt cx="0" cy="0"/>
        </a:xfrm>
      </p:grpSpPr>
      <p:pic>
        <p:nvPicPr>
          <p:cNvPr id="7" name="Dark: Break through barriers">
            <a:extLst>
              <a:ext uri="{FF2B5EF4-FFF2-40B4-BE49-F238E27FC236}">
                <a16:creationId xmlns:a16="http://schemas.microsoft.com/office/drawing/2014/main" id="{DD933C26-17AD-4009-92E5-51D531D61A86}"/>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bwMode="ltGray">
          <a:xfrm>
            <a:off x="5693594" y="292101"/>
            <a:ext cx="6271552" cy="6271542"/>
          </a:xfrm>
          <a:prstGeom prst="rect">
            <a:avLst/>
          </a:prstGeom>
        </p:spPr>
      </p:pic>
      <p:sp>
        <p:nvSpPr>
          <p:cNvPr id="2" name="Title 1">
            <a:extLst>
              <a:ext uri="{FF2B5EF4-FFF2-40B4-BE49-F238E27FC236}">
                <a16:creationId xmlns:a16="http://schemas.microsoft.com/office/drawing/2014/main" id="{25D0408F-4A76-4E13-B20C-89E0FD40DC32}"/>
              </a:ext>
            </a:extLst>
          </p:cNvPr>
          <p:cNvSpPr>
            <a:spLocks noGrp="1"/>
          </p:cNvSpPr>
          <p:nvPr>
            <p:ph type="title" hasCustomPrompt="1"/>
          </p:nvPr>
        </p:nvSpPr>
        <p:spPr>
          <a:xfrm>
            <a:off x="588263" y="2425541"/>
            <a:ext cx="4167887" cy="1107996"/>
          </a:xfrm>
        </p:spPr>
        <p:txBody>
          <a:bodyPr anchor="b" anchorCtr="0">
            <a:spAutoFit/>
          </a:bodyPr>
          <a:lstStyle>
            <a:lvl1pPr>
              <a:defRPr>
                <a:solidFill>
                  <a:schemeClr val="tx1"/>
                </a:solidFill>
              </a:defRPr>
            </a:lvl1pPr>
          </a:lstStyle>
          <a:p>
            <a:r>
              <a:rPr lang="en-US" dirty="0"/>
              <a:t>Event name or presentation title </a:t>
            </a:r>
          </a:p>
        </p:txBody>
      </p:sp>
      <p:sp>
        <p:nvSpPr>
          <p:cNvPr id="5" name="Text Placeholder 4"/>
          <p:cNvSpPr>
            <a:spLocks noGrp="1"/>
          </p:cNvSpPr>
          <p:nvPr>
            <p:ph type="body" sz="quarter" idx="12" hasCustomPrompt="1"/>
          </p:nvPr>
        </p:nvSpPr>
        <p:spPr>
          <a:xfrm>
            <a:off x="582042" y="3962400"/>
            <a:ext cx="4164583" cy="338554"/>
          </a:xfrm>
          <a:noFill/>
        </p:spPr>
        <p:txBody>
          <a:bodyPr wrap="square" lIns="0" tIns="0" rIns="0" bIns="0">
            <a:spAutoFit/>
          </a:bodyPr>
          <a:lstStyle>
            <a:lvl1pPr marL="0" indent="0">
              <a:spcBef>
                <a:spcPts val="0"/>
              </a:spcBef>
              <a:buNone/>
              <a:defRPr sz="2200" spc="0" baseline="0">
                <a:solidFill>
                  <a:schemeClr val="tx1"/>
                </a:solidFill>
                <a:latin typeface="+mn-lt"/>
                <a:cs typeface="Segoe UI" panose="020B0502040204020203" pitchFamily="34" charset="0"/>
              </a:defRPr>
            </a:lvl1pPr>
          </a:lstStyle>
          <a:p>
            <a:pPr lvl="0"/>
            <a:r>
              <a:rPr lang="en-US" dirty="0"/>
              <a:t>Speaker name or subtitle</a:t>
            </a:r>
          </a:p>
        </p:txBody>
      </p:sp>
      <p:pic>
        <p:nvPicPr>
          <p:cNvPr id="8" name="Picture 7" descr="Graphical user interface&#10;&#10;Description automatically generated with low confidence">
            <a:extLst>
              <a:ext uri="{FF2B5EF4-FFF2-40B4-BE49-F238E27FC236}">
                <a16:creationId xmlns:a16="http://schemas.microsoft.com/office/drawing/2014/main" id="{5FFF0A47-7543-41B6-9868-D5B1EA735187}"/>
              </a:ext>
            </a:extLst>
          </p:cNvPr>
          <p:cNvPicPr>
            <a:picLocks noChangeAspect="1"/>
          </p:cNvPicPr>
          <p:nvPr userDrawn="1"/>
        </p:nvPicPr>
        <p:blipFill rotWithShape="1">
          <a:blip r:embed="rId3"/>
          <a:srcRect l="8251" t="33298" r="8207" b="32992"/>
          <a:stretch/>
        </p:blipFill>
        <p:spPr bwMode="invGray">
          <a:xfrm>
            <a:off x="584200" y="585788"/>
            <a:ext cx="2855205" cy="289320"/>
          </a:xfrm>
          <a:prstGeom prst="rect">
            <a:avLst/>
          </a:prstGeom>
        </p:spPr>
      </p:pic>
    </p:spTree>
    <p:extLst>
      <p:ext uri="{BB962C8B-B14F-4D97-AF65-F5344CB8AC3E}">
        <p14:creationId xmlns:p14="http://schemas.microsoft.com/office/powerpoint/2010/main" val="3860000897"/>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orient="horz" pos="2496" userDrawn="1">
          <p15:clr>
            <a:srgbClr val="5ACBF0"/>
          </p15:clr>
        </p15:guide>
        <p15:guide id="3" pos="3355" userDrawn="1">
          <p15:clr>
            <a:srgbClr val="5ACBF0"/>
          </p15:clr>
        </p15:guide>
        <p15:guide id="5" orient="horz" pos="2160" userDrawn="1">
          <p15:clr>
            <a:srgbClr val="FBAE40"/>
          </p15:clr>
        </p15:guide>
        <p15:guide id="6" orient="horz" pos="2229" userDrawn="1">
          <p15:clr>
            <a:srgbClr val="5ACBF0"/>
          </p15:clr>
        </p15:guide>
        <p15:guide id="7" pos="2996" userDrawn="1">
          <p15:clr>
            <a:srgbClr val="5ACBF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Dark title 3">
    <p:bg>
      <p:bgRef idx="1001">
        <a:schemeClr val="bg2"/>
      </p:bgRef>
    </p:bg>
    <p:spTree>
      <p:nvGrpSpPr>
        <p:cNvPr id="1" name=""/>
        <p:cNvGrpSpPr/>
        <p:nvPr/>
      </p:nvGrpSpPr>
      <p:grpSpPr>
        <a:xfrm>
          <a:off x="0" y="0"/>
          <a:ext cx="0" cy="0"/>
          <a:chOff x="0" y="0"/>
          <a:chExt cx="0" cy="0"/>
        </a:xfrm>
      </p:grpSpPr>
      <p:pic>
        <p:nvPicPr>
          <p:cNvPr id="8" name="Dark: Adapt to anything">
            <a:extLst>
              <a:ext uri="{FF2B5EF4-FFF2-40B4-BE49-F238E27FC236}">
                <a16:creationId xmlns:a16="http://schemas.microsoft.com/office/drawing/2014/main" id="{994EB93C-6F19-49E9-A6E6-6858355E5133}"/>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bwMode="ltGray">
          <a:xfrm>
            <a:off x="5854695" y="152401"/>
            <a:ext cx="6347416" cy="6347406"/>
          </a:xfrm>
          <a:prstGeom prst="rect">
            <a:avLst/>
          </a:prstGeom>
        </p:spPr>
      </p:pic>
      <p:sp>
        <p:nvSpPr>
          <p:cNvPr id="2" name="Title 1">
            <a:extLst>
              <a:ext uri="{FF2B5EF4-FFF2-40B4-BE49-F238E27FC236}">
                <a16:creationId xmlns:a16="http://schemas.microsoft.com/office/drawing/2014/main" id="{25D0408F-4A76-4E13-B20C-89E0FD40DC32}"/>
              </a:ext>
            </a:extLst>
          </p:cNvPr>
          <p:cNvSpPr>
            <a:spLocks noGrp="1"/>
          </p:cNvSpPr>
          <p:nvPr>
            <p:ph type="title" hasCustomPrompt="1"/>
          </p:nvPr>
        </p:nvSpPr>
        <p:spPr>
          <a:xfrm>
            <a:off x="588263" y="2425541"/>
            <a:ext cx="4167887" cy="1107996"/>
          </a:xfrm>
        </p:spPr>
        <p:txBody>
          <a:bodyPr anchor="b" anchorCtr="0">
            <a:spAutoFit/>
          </a:bodyPr>
          <a:lstStyle>
            <a:lvl1pPr>
              <a:defRPr>
                <a:solidFill>
                  <a:schemeClr val="tx1"/>
                </a:solidFill>
              </a:defRPr>
            </a:lvl1pPr>
          </a:lstStyle>
          <a:p>
            <a:r>
              <a:rPr lang="en-US" dirty="0"/>
              <a:t>Event name or presentation title </a:t>
            </a:r>
          </a:p>
        </p:txBody>
      </p:sp>
      <p:sp>
        <p:nvSpPr>
          <p:cNvPr id="5" name="Text Placeholder 4"/>
          <p:cNvSpPr>
            <a:spLocks noGrp="1"/>
          </p:cNvSpPr>
          <p:nvPr>
            <p:ph type="body" sz="quarter" idx="12" hasCustomPrompt="1"/>
          </p:nvPr>
        </p:nvSpPr>
        <p:spPr>
          <a:xfrm>
            <a:off x="582042" y="3962400"/>
            <a:ext cx="4164583" cy="338554"/>
          </a:xfrm>
          <a:noFill/>
        </p:spPr>
        <p:txBody>
          <a:bodyPr wrap="square" lIns="0" tIns="0" rIns="0" bIns="0">
            <a:spAutoFit/>
          </a:bodyPr>
          <a:lstStyle>
            <a:lvl1pPr marL="0" indent="0">
              <a:spcBef>
                <a:spcPts val="0"/>
              </a:spcBef>
              <a:buNone/>
              <a:defRPr sz="2200" spc="0" baseline="0">
                <a:solidFill>
                  <a:schemeClr val="tx1"/>
                </a:solidFill>
                <a:latin typeface="+mn-lt"/>
                <a:cs typeface="Segoe UI" panose="020B0502040204020203" pitchFamily="34" charset="0"/>
              </a:defRPr>
            </a:lvl1pPr>
          </a:lstStyle>
          <a:p>
            <a:pPr lvl="0"/>
            <a:r>
              <a:rPr lang="en-US" dirty="0"/>
              <a:t>Speaker name or subtitle</a:t>
            </a:r>
          </a:p>
        </p:txBody>
      </p:sp>
      <p:pic>
        <p:nvPicPr>
          <p:cNvPr id="6" name="Picture 5" descr="Graphical user interface&#10;&#10;Description automatically generated with low confidence">
            <a:extLst>
              <a:ext uri="{FF2B5EF4-FFF2-40B4-BE49-F238E27FC236}">
                <a16:creationId xmlns:a16="http://schemas.microsoft.com/office/drawing/2014/main" id="{80DE0B83-1A11-4323-B03A-220D262F53C9}"/>
              </a:ext>
            </a:extLst>
          </p:cNvPr>
          <p:cNvPicPr>
            <a:picLocks noChangeAspect="1"/>
          </p:cNvPicPr>
          <p:nvPr userDrawn="1"/>
        </p:nvPicPr>
        <p:blipFill rotWithShape="1">
          <a:blip r:embed="rId3"/>
          <a:srcRect l="8251" t="33298" r="8207" b="32992"/>
          <a:stretch/>
        </p:blipFill>
        <p:spPr bwMode="invGray">
          <a:xfrm>
            <a:off x="584200" y="585788"/>
            <a:ext cx="2855205" cy="289320"/>
          </a:xfrm>
          <a:prstGeom prst="rect">
            <a:avLst/>
          </a:prstGeom>
        </p:spPr>
      </p:pic>
    </p:spTree>
    <p:extLst>
      <p:ext uri="{BB962C8B-B14F-4D97-AF65-F5344CB8AC3E}">
        <p14:creationId xmlns:p14="http://schemas.microsoft.com/office/powerpoint/2010/main" val="3640600232"/>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orient="horz" pos="2496" userDrawn="1">
          <p15:clr>
            <a:srgbClr val="5ACBF0"/>
          </p15:clr>
        </p15:guide>
        <p15:guide id="3" pos="3355" userDrawn="1">
          <p15:clr>
            <a:srgbClr val="5ACBF0"/>
          </p15:clr>
        </p15:guide>
        <p15:guide id="5" orient="horz" pos="2160" userDrawn="1">
          <p15:clr>
            <a:srgbClr val="FBAE40"/>
          </p15:clr>
        </p15:guide>
        <p15:guide id="6" orient="horz" pos="2229" userDrawn="1">
          <p15:clr>
            <a:srgbClr val="5ACBF0"/>
          </p15:clr>
        </p15:guide>
        <p15:guide id="7" pos="2996" userDrawn="1">
          <p15:clr>
            <a:srgbClr val="5ACBF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Dark title 4">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D0408F-4A76-4E13-B20C-89E0FD40DC32}"/>
              </a:ext>
            </a:extLst>
          </p:cNvPr>
          <p:cNvSpPr>
            <a:spLocks noGrp="1"/>
          </p:cNvSpPr>
          <p:nvPr>
            <p:ph type="title" hasCustomPrompt="1"/>
          </p:nvPr>
        </p:nvSpPr>
        <p:spPr>
          <a:xfrm>
            <a:off x="588263" y="2425541"/>
            <a:ext cx="4167887" cy="1107996"/>
          </a:xfrm>
        </p:spPr>
        <p:txBody>
          <a:bodyPr anchor="b" anchorCtr="0">
            <a:spAutoFit/>
          </a:bodyPr>
          <a:lstStyle>
            <a:lvl1pPr>
              <a:defRPr>
                <a:solidFill>
                  <a:schemeClr val="tx1"/>
                </a:solidFill>
              </a:defRPr>
            </a:lvl1pPr>
          </a:lstStyle>
          <a:p>
            <a:r>
              <a:rPr lang="en-US" dirty="0"/>
              <a:t>Event name or presentation title </a:t>
            </a:r>
          </a:p>
        </p:txBody>
      </p:sp>
      <p:sp>
        <p:nvSpPr>
          <p:cNvPr id="5" name="Text Placeholder 4"/>
          <p:cNvSpPr>
            <a:spLocks noGrp="1"/>
          </p:cNvSpPr>
          <p:nvPr>
            <p:ph type="body" sz="quarter" idx="12" hasCustomPrompt="1"/>
          </p:nvPr>
        </p:nvSpPr>
        <p:spPr>
          <a:xfrm>
            <a:off x="582042" y="3962400"/>
            <a:ext cx="4164583" cy="338554"/>
          </a:xfrm>
          <a:noFill/>
        </p:spPr>
        <p:txBody>
          <a:bodyPr wrap="square" lIns="0" tIns="0" rIns="0" bIns="0">
            <a:spAutoFit/>
          </a:bodyPr>
          <a:lstStyle>
            <a:lvl1pPr marL="0" indent="0">
              <a:spcBef>
                <a:spcPts val="0"/>
              </a:spcBef>
              <a:buNone/>
              <a:defRPr sz="2200" spc="0" baseline="0">
                <a:solidFill>
                  <a:schemeClr val="tx1"/>
                </a:solidFill>
                <a:latin typeface="+mn-lt"/>
                <a:cs typeface="Segoe UI" panose="020B0502040204020203" pitchFamily="34" charset="0"/>
              </a:defRPr>
            </a:lvl1pPr>
          </a:lstStyle>
          <a:p>
            <a:pPr lvl="0"/>
            <a:r>
              <a:rPr lang="en-US" dirty="0"/>
              <a:t>Speaker name or subtitle</a:t>
            </a:r>
          </a:p>
        </p:txBody>
      </p:sp>
      <p:pic>
        <p:nvPicPr>
          <p:cNvPr id="6" name="Picture 5" descr="Graphical user interface&#10;&#10;Description automatically generated with low confidence">
            <a:extLst>
              <a:ext uri="{FF2B5EF4-FFF2-40B4-BE49-F238E27FC236}">
                <a16:creationId xmlns:a16="http://schemas.microsoft.com/office/drawing/2014/main" id="{80DE0B83-1A11-4323-B03A-220D262F53C9}"/>
              </a:ext>
            </a:extLst>
          </p:cNvPr>
          <p:cNvPicPr>
            <a:picLocks noChangeAspect="1"/>
          </p:cNvPicPr>
          <p:nvPr userDrawn="1"/>
        </p:nvPicPr>
        <p:blipFill rotWithShape="1">
          <a:blip r:embed="rId2"/>
          <a:srcRect l="8251" t="33298" r="8207" b="32992"/>
          <a:stretch/>
        </p:blipFill>
        <p:spPr bwMode="invGray">
          <a:xfrm>
            <a:off x="584200" y="585788"/>
            <a:ext cx="2855205" cy="289320"/>
          </a:xfrm>
          <a:prstGeom prst="rect">
            <a:avLst/>
          </a:prstGeom>
        </p:spPr>
      </p:pic>
      <p:pic>
        <p:nvPicPr>
          <p:cNvPr id="7" name="Dark:">
            <a:extLst>
              <a:ext uri="{FF2B5EF4-FFF2-40B4-BE49-F238E27FC236}">
                <a16:creationId xmlns:a16="http://schemas.microsoft.com/office/drawing/2014/main" id="{7D8593D0-D7C9-4321-A0F9-23E7597E2F45}"/>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bwMode="ltGray">
          <a:xfrm>
            <a:off x="5453615" y="50801"/>
            <a:ext cx="6597966" cy="6597956"/>
          </a:xfrm>
          <a:prstGeom prst="rect">
            <a:avLst/>
          </a:prstGeom>
        </p:spPr>
      </p:pic>
    </p:spTree>
    <p:extLst>
      <p:ext uri="{BB962C8B-B14F-4D97-AF65-F5344CB8AC3E}">
        <p14:creationId xmlns:p14="http://schemas.microsoft.com/office/powerpoint/2010/main" val="3769843300"/>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orient="horz" pos="2496" userDrawn="1">
          <p15:clr>
            <a:srgbClr val="5ACBF0"/>
          </p15:clr>
        </p15:guide>
        <p15:guide id="3" pos="3355" userDrawn="1">
          <p15:clr>
            <a:srgbClr val="5ACBF0"/>
          </p15:clr>
        </p15:guide>
        <p15:guide id="5" orient="horz" pos="2160" userDrawn="1">
          <p15:clr>
            <a:srgbClr val="FBAE40"/>
          </p15:clr>
        </p15:guide>
        <p15:guide id="6" orient="horz" pos="2229" userDrawn="1">
          <p15:clr>
            <a:srgbClr val="5ACBF0"/>
          </p15:clr>
        </p15:guide>
        <p15:guide id="7" pos="2996" userDrawn="1">
          <p15:clr>
            <a:srgbClr val="5ACBF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 Title square photo placeholder">
    <p:bg>
      <p:bgPr>
        <a:solidFill>
          <a:srgbClr val="EAE4DC"/>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D0408F-4A76-4E13-B20C-89E0FD40DC32}"/>
              </a:ext>
            </a:extLst>
          </p:cNvPr>
          <p:cNvSpPr>
            <a:spLocks noGrp="1"/>
          </p:cNvSpPr>
          <p:nvPr>
            <p:ph type="title" hasCustomPrompt="1"/>
          </p:nvPr>
        </p:nvSpPr>
        <p:spPr>
          <a:xfrm>
            <a:off x="588263" y="2425541"/>
            <a:ext cx="4167887" cy="1107996"/>
          </a:xfrm>
        </p:spPr>
        <p:txBody>
          <a:bodyPr anchor="b" anchorCtr="0">
            <a:spAutoFit/>
          </a:bodyPr>
          <a:lstStyle>
            <a:lvl1pPr>
              <a:defRPr>
                <a:solidFill>
                  <a:schemeClr val="tx1"/>
                </a:solidFill>
              </a:defRPr>
            </a:lvl1pPr>
          </a:lstStyle>
          <a:p>
            <a:r>
              <a:rPr lang="en-US" dirty="0"/>
              <a:t>Event name or presentation title </a:t>
            </a:r>
          </a:p>
        </p:txBody>
      </p:sp>
      <p:sp>
        <p:nvSpPr>
          <p:cNvPr id="5" name="Text Placeholder 4"/>
          <p:cNvSpPr>
            <a:spLocks noGrp="1"/>
          </p:cNvSpPr>
          <p:nvPr>
            <p:ph type="body" sz="quarter" idx="12" hasCustomPrompt="1"/>
          </p:nvPr>
        </p:nvSpPr>
        <p:spPr>
          <a:xfrm>
            <a:off x="582042" y="3962400"/>
            <a:ext cx="4164583" cy="338554"/>
          </a:xfrm>
          <a:noFill/>
        </p:spPr>
        <p:txBody>
          <a:bodyPr wrap="square" lIns="0" tIns="0" rIns="0" bIns="0">
            <a:spAutoFit/>
          </a:bodyPr>
          <a:lstStyle>
            <a:lvl1pPr marL="0" indent="0">
              <a:spcBef>
                <a:spcPts val="0"/>
              </a:spcBef>
              <a:buNone/>
              <a:defRPr sz="2200" spc="0" baseline="0">
                <a:solidFill>
                  <a:schemeClr val="tx1"/>
                </a:solidFill>
                <a:latin typeface="+mn-lt"/>
                <a:cs typeface="Segoe UI" panose="020B0502040204020203" pitchFamily="34" charset="0"/>
              </a:defRPr>
            </a:lvl1pPr>
          </a:lstStyle>
          <a:p>
            <a:pPr lvl="0"/>
            <a:r>
              <a:rPr lang="en-US" dirty="0"/>
              <a:t>Speaker name or subtitle</a:t>
            </a:r>
          </a:p>
        </p:txBody>
      </p:sp>
      <p:sp>
        <p:nvSpPr>
          <p:cNvPr id="7" name="Picture Placeholder" descr="This photo is a 'placeholder' only. Drag or drop your photo here, or click and tap the center to insert a photo.">
            <a:extLst>
              <a:ext uri="{FF2B5EF4-FFF2-40B4-BE49-F238E27FC236}">
                <a16:creationId xmlns:a16="http://schemas.microsoft.com/office/drawing/2014/main" id="{C1D9633D-0250-45DF-8C52-8A5F894D7FA7}"/>
              </a:ext>
            </a:extLst>
          </p:cNvPr>
          <p:cNvSpPr>
            <a:spLocks noGrp="1"/>
          </p:cNvSpPr>
          <p:nvPr>
            <p:ph type="pic" sz="quarter" idx="11" hasCustomPrompt="1"/>
          </p:nvPr>
        </p:nvSpPr>
        <p:spPr bwMode="ltGray">
          <a:xfrm>
            <a:off x="5334000" y="0"/>
            <a:ext cx="6858000" cy="6858000"/>
          </a:xfrm>
          <a:blipFill>
            <a:blip r:embed="rId2"/>
            <a:stretch>
              <a:fillRect/>
            </a:stretch>
          </a:blipFill>
        </p:spPr>
        <p:txBody>
          <a:bodyPr lIns="0" tIns="2377440" rIns="0" anchor="t" anchorCtr="0">
            <a:noAutofit/>
          </a:bodyPr>
          <a:lstStyle>
            <a:lvl1pPr marL="0" indent="0" algn="ctr">
              <a:lnSpc>
                <a:spcPct val="100000"/>
              </a:lnSpc>
              <a:buNone/>
              <a:defRPr sz="1400" b="1">
                <a:solidFill>
                  <a:srgbClr val="000000"/>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pic>
        <p:nvPicPr>
          <p:cNvPr id="6" name="Picture 5" descr="Logo&#10;&#10;Description automatically generated with medium confidence">
            <a:extLst>
              <a:ext uri="{FF2B5EF4-FFF2-40B4-BE49-F238E27FC236}">
                <a16:creationId xmlns:a16="http://schemas.microsoft.com/office/drawing/2014/main" id="{D9214802-33BD-472E-84C0-CBCD65AD4E6E}"/>
              </a:ext>
            </a:extLst>
          </p:cNvPr>
          <p:cNvPicPr>
            <a:picLocks noChangeAspect="1"/>
          </p:cNvPicPr>
          <p:nvPr userDrawn="1"/>
        </p:nvPicPr>
        <p:blipFill rotWithShape="1">
          <a:blip r:embed="rId3"/>
          <a:srcRect l="8275" t="32690" r="8091" b="32918"/>
          <a:stretch/>
        </p:blipFill>
        <p:spPr>
          <a:xfrm>
            <a:off x="582042" y="581026"/>
            <a:ext cx="2857363" cy="295064"/>
          </a:xfrm>
          <a:prstGeom prst="rect">
            <a:avLst/>
          </a:prstGeom>
        </p:spPr>
      </p:pic>
    </p:spTree>
    <p:extLst>
      <p:ext uri="{BB962C8B-B14F-4D97-AF65-F5344CB8AC3E}">
        <p14:creationId xmlns:p14="http://schemas.microsoft.com/office/powerpoint/2010/main" val="3539202642"/>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orient="horz" pos="2496">
          <p15:clr>
            <a:srgbClr val="5ACBF0"/>
          </p15:clr>
        </p15:guide>
        <p15:guide id="3" pos="3360" userDrawn="1">
          <p15:clr>
            <a:srgbClr val="5ACBF0"/>
          </p15:clr>
        </p15:guide>
        <p15:guide id="5" orient="horz" pos="2160">
          <p15:clr>
            <a:srgbClr val="FBAE40"/>
          </p15:clr>
        </p15:guide>
        <p15:guide id="6" orient="horz" pos="2229">
          <p15:clr>
            <a:srgbClr val="5ACBF0"/>
          </p15:clr>
        </p15:guide>
        <p15:guide id="7" pos="2996">
          <p15:clr>
            <a:srgbClr val="5ACBF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Slide tan">
    <p:bg>
      <p:bgPr>
        <a:solidFill>
          <a:srgbClr val="EAE4DC"/>
        </a:solidFill>
        <a:effectLst/>
      </p:bgPr>
    </p:bg>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584200" y="2979778"/>
            <a:ext cx="9144000" cy="553998"/>
          </a:xfrm>
          <a:noFill/>
        </p:spPr>
        <p:txBody>
          <a:bodyPr lIns="0" tIns="0" rIns="0" bIns="0" anchor="b" anchorCtr="0">
            <a:spAutoFit/>
          </a:bodyPr>
          <a:lstStyle>
            <a:lvl1pPr>
              <a:defRPr sz="3600" spc="-50" baseline="0">
                <a:solidFill>
                  <a:schemeClr val="tx1"/>
                </a:solidFill>
                <a:latin typeface="+mj-lt"/>
                <a:cs typeface="Segoe UI" panose="020B0502040204020203" pitchFamily="34" charset="0"/>
              </a:defRPr>
            </a:lvl1pPr>
          </a:lstStyle>
          <a:p>
            <a:r>
              <a:rPr lang="en-US" dirty="0"/>
              <a:t>Event name or presentation title </a:t>
            </a:r>
          </a:p>
        </p:txBody>
      </p:sp>
      <p:sp>
        <p:nvSpPr>
          <p:cNvPr id="5" name="Text Placeholder 4"/>
          <p:cNvSpPr>
            <a:spLocks noGrp="1"/>
          </p:cNvSpPr>
          <p:nvPr>
            <p:ph type="body" sz="quarter" idx="12" hasCustomPrompt="1"/>
          </p:nvPr>
        </p:nvSpPr>
        <p:spPr>
          <a:xfrm>
            <a:off x="584200" y="3962400"/>
            <a:ext cx="9144000" cy="338554"/>
          </a:xfrm>
          <a:noFill/>
        </p:spPr>
        <p:txBody>
          <a:bodyPr wrap="square" lIns="0" tIns="0" rIns="0" bIns="0">
            <a:spAutoFit/>
          </a:bodyPr>
          <a:lstStyle>
            <a:lvl1pPr marL="0" indent="0">
              <a:spcBef>
                <a:spcPts val="0"/>
              </a:spcBef>
              <a:buNone/>
              <a:defRPr sz="2200" spc="0" baseline="0">
                <a:solidFill>
                  <a:schemeClr val="tx1"/>
                </a:solidFill>
                <a:latin typeface="+mn-lt"/>
                <a:cs typeface="Segoe UI" panose="020B0502040204020203" pitchFamily="34" charset="0"/>
              </a:defRPr>
            </a:lvl1pPr>
          </a:lstStyle>
          <a:p>
            <a:pPr lvl="0"/>
            <a:r>
              <a:rPr lang="en-US" dirty="0"/>
              <a:t>Speaker name or subtitle text</a:t>
            </a:r>
          </a:p>
        </p:txBody>
      </p:sp>
      <p:pic>
        <p:nvPicPr>
          <p:cNvPr id="7" name="Picture 6" descr="Logo&#10;&#10;Description automatically generated with medium confidence">
            <a:extLst>
              <a:ext uri="{FF2B5EF4-FFF2-40B4-BE49-F238E27FC236}">
                <a16:creationId xmlns:a16="http://schemas.microsoft.com/office/drawing/2014/main" id="{F4838EB7-9B13-4ACB-97C0-51BAB78757B4}"/>
              </a:ext>
            </a:extLst>
          </p:cNvPr>
          <p:cNvPicPr>
            <a:picLocks noChangeAspect="1"/>
          </p:cNvPicPr>
          <p:nvPr userDrawn="1"/>
        </p:nvPicPr>
        <p:blipFill rotWithShape="1">
          <a:blip r:embed="rId2"/>
          <a:srcRect l="8275" t="32690" r="8091" b="32918"/>
          <a:stretch/>
        </p:blipFill>
        <p:spPr>
          <a:xfrm>
            <a:off x="582042" y="581026"/>
            <a:ext cx="2857363" cy="295064"/>
          </a:xfrm>
          <a:prstGeom prst="rect">
            <a:avLst/>
          </a:prstGeom>
        </p:spPr>
      </p:pic>
    </p:spTree>
    <p:extLst>
      <p:ext uri="{BB962C8B-B14F-4D97-AF65-F5344CB8AC3E}">
        <p14:creationId xmlns:p14="http://schemas.microsoft.com/office/powerpoint/2010/main" val="1849598128"/>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32">
          <p15:clr>
            <a:srgbClr val="5ACBF0"/>
          </p15:clr>
        </p15:guide>
        <p15:guide id="4" orient="horz" pos="216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Agenda 1">
    <p:bg>
      <p:bgPr>
        <a:solidFill>
          <a:srgbClr val="EAE4DC"/>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0614E108-2258-4959-A182-798030A0C286}"/>
              </a:ext>
            </a:extLst>
          </p:cNvPr>
          <p:cNvSpPr/>
          <p:nvPr userDrawn="1"/>
        </p:nvSpPr>
        <p:spPr bwMode="auto">
          <a:xfrm>
            <a:off x="0" y="0"/>
            <a:ext cx="3556000" cy="6858000"/>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solidFill>
                <a:srgbClr val="FFFFFF"/>
              </a:solidFill>
              <a:ea typeface="Segoe UI" pitchFamily="34" charset="0"/>
              <a:cs typeface="Segoe UI" pitchFamily="34" charset="0"/>
            </a:endParaRPr>
          </a:p>
        </p:txBody>
      </p:sp>
      <p:sp>
        <p:nvSpPr>
          <p:cNvPr id="2" name="Title 1">
            <a:extLst>
              <a:ext uri="{FF2B5EF4-FFF2-40B4-BE49-F238E27FC236}">
                <a16:creationId xmlns:a16="http://schemas.microsoft.com/office/drawing/2014/main" id="{8D876633-3E8D-4CF4-A5D4-D4E9D88A6DE0}"/>
              </a:ext>
            </a:extLst>
          </p:cNvPr>
          <p:cNvSpPr>
            <a:spLocks noGrp="1"/>
          </p:cNvSpPr>
          <p:nvPr>
            <p:ph type="title" hasCustomPrompt="1"/>
          </p:nvPr>
        </p:nvSpPr>
        <p:spPr>
          <a:xfrm>
            <a:off x="588263" y="3152001"/>
            <a:ext cx="2053337" cy="553998"/>
          </a:xfrm>
        </p:spPr>
        <p:txBody>
          <a:bodyPr/>
          <a:lstStyle>
            <a:lvl1pPr>
              <a:defRPr>
                <a:solidFill>
                  <a:schemeClr val="bg1"/>
                </a:solidFill>
              </a:defRPr>
            </a:lvl1pPr>
          </a:lstStyle>
          <a:p>
            <a:r>
              <a:rPr lang="en-US" dirty="0"/>
              <a:t>Agenda</a:t>
            </a:r>
          </a:p>
        </p:txBody>
      </p:sp>
      <p:sp>
        <p:nvSpPr>
          <p:cNvPr id="4" name="Text Placeholder 3"/>
          <p:cNvSpPr>
            <a:spLocks noGrp="1"/>
          </p:cNvSpPr>
          <p:nvPr>
            <p:ph type="body" sz="quarter" idx="10"/>
          </p:nvPr>
        </p:nvSpPr>
        <p:spPr>
          <a:xfrm>
            <a:off x="4165600" y="2604159"/>
            <a:ext cx="5212080" cy="1649682"/>
          </a:xfrm>
        </p:spPr>
        <p:txBody>
          <a:bodyPr wrap="square" anchor="ctr" anchorCtr="0">
            <a:spAutoFit/>
          </a:bodyPr>
          <a:lstStyle>
            <a:lvl1pPr marL="457200" indent="-457200">
              <a:spcBef>
                <a:spcPts val="1224"/>
              </a:spcBef>
              <a:buClr>
                <a:schemeClr val="tx1"/>
              </a:buClr>
              <a:buFont typeface="Arial" panose="020B0604020202020204" pitchFamily="34" charset="0"/>
              <a:buChar char="•"/>
              <a:defRPr sz="2800" b="0">
                <a:latin typeface="Segoe UI" panose="020B0502040204020203" pitchFamily="34" charset="0"/>
                <a:cs typeface="Segoe UI" panose="020B0502040204020203" pitchFamily="34" charset="0"/>
              </a:defRPr>
            </a:lvl1pPr>
            <a:lvl2pPr marL="598488" indent="-342900">
              <a:buFont typeface="Arial" panose="020B0604020202020204" pitchFamily="34" charset="0"/>
              <a:buChar char="•"/>
              <a:defRPr sz="2000" b="0"/>
            </a:lvl2pPr>
            <a:lvl3pPr marL="736600" indent="-285750">
              <a:buFont typeface="Arial" panose="020B0604020202020204" pitchFamily="34" charset="0"/>
              <a:buChar char="•"/>
              <a:tabLst/>
              <a:defRPr sz="1600" b="0"/>
            </a:lvl3pPr>
            <a:lvl4pPr marL="938212" indent="-285750">
              <a:buFont typeface="Arial" panose="020B0604020202020204" pitchFamily="34" charset="0"/>
              <a:buChar char="•"/>
              <a:defRPr sz="1400" b="0"/>
            </a:lvl4pPr>
            <a:lvl5pPr marL="1139825" indent="-285750">
              <a:buFont typeface="Arial" panose="020B0604020202020204" pitchFamily="34" charset="0"/>
              <a:buChar char="•"/>
              <a:tabLst/>
              <a:defRPr sz="1400" b="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Tree>
    <p:extLst>
      <p:ext uri="{BB962C8B-B14F-4D97-AF65-F5344CB8AC3E}">
        <p14:creationId xmlns:p14="http://schemas.microsoft.com/office/powerpoint/2010/main" val="1085263328"/>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272">
          <p15:clr>
            <a:srgbClr val="5ACBF0"/>
          </p15:clr>
        </p15:guide>
        <p15:guide id="3" orient="horz" pos="904">
          <p15:clr>
            <a:srgbClr val="5ACBF0"/>
          </p15:clr>
        </p15:guide>
        <p15:guide id="4" pos="3656">
          <p15:clr>
            <a:srgbClr val="5ACBF0"/>
          </p15:clr>
        </p15:guide>
        <p15:guide id="5" pos="4024">
          <p15:clr>
            <a:srgbClr val="5ACBF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Agenda 2">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4BB3FA96-19FC-48A6-A985-267EB2138E23}"/>
              </a:ext>
            </a:extLst>
          </p:cNvPr>
          <p:cNvSpPr/>
          <p:nvPr userDrawn="1"/>
        </p:nvSpPr>
        <p:spPr bwMode="auto">
          <a:xfrm>
            <a:off x="0" y="0"/>
            <a:ext cx="12192000" cy="1208988"/>
          </a:xfrm>
          <a:prstGeom prst="rect">
            <a:avLst/>
          </a:prstGeom>
          <a:solidFill>
            <a:srgbClr val="EAE4DC"/>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solidFill>
                <a:schemeClr val="accent2"/>
              </a:solidFill>
              <a:ea typeface="Segoe UI" pitchFamily="34" charset="0"/>
              <a:cs typeface="Segoe UI" pitchFamily="34" charset="0"/>
            </a:endParaRPr>
          </a:p>
        </p:txBody>
      </p:sp>
      <p:sp>
        <p:nvSpPr>
          <p:cNvPr id="3" name="Title 2">
            <a:extLst>
              <a:ext uri="{FF2B5EF4-FFF2-40B4-BE49-F238E27FC236}">
                <a16:creationId xmlns:a16="http://schemas.microsoft.com/office/drawing/2014/main" id="{87A434B7-D4B9-4D45-A31C-F0CC4D227945}"/>
              </a:ext>
            </a:extLst>
          </p:cNvPr>
          <p:cNvSpPr>
            <a:spLocks noGrp="1"/>
          </p:cNvSpPr>
          <p:nvPr>
            <p:ph type="title"/>
          </p:nvPr>
        </p:nvSpPr>
        <p:spPr>
          <a:xfrm>
            <a:off x="588263" y="457200"/>
            <a:ext cx="11018520" cy="553998"/>
          </a:xfrm>
        </p:spPr>
        <p:txBody>
          <a:bodyPr>
            <a:spAutoFit/>
          </a:bodyPr>
          <a:lstStyle>
            <a:lvl1pPr>
              <a:defRPr>
                <a:solidFill>
                  <a:schemeClr val="tx1"/>
                </a:solidFill>
              </a:defRPr>
            </a:lvl1pPr>
          </a:lstStyle>
          <a:p>
            <a:r>
              <a:rPr lang="en-GB"/>
              <a:t>Click to edit Master title style</a:t>
            </a:r>
            <a:endParaRPr lang="en-US" dirty="0"/>
          </a:p>
        </p:txBody>
      </p:sp>
      <p:sp>
        <p:nvSpPr>
          <p:cNvPr id="22" name="Text Placeholder 11">
            <a:extLst>
              <a:ext uri="{FF2B5EF4-FFF2-40B4-BE49-F238E27FC236}">
                <a16:creationId xmlns:a16="http://schemas.microsoft.com/office/drawing/2014/main" id="{92783506-927E-48F7-8EFC-36257F3E2812}"/>
              </a:ext>
            </a:extLst>
          </p:cNvPr>
          <p:cNvSpPr>
            <a:spLocks noGrp="1"/>
          </p:cNvSpPr>
          <p:nvPr>
            <p:ph type="body" sz="quarter" idx="16"/>
          </p:nvPr>
        </p:nvSpPr>
        <p:spPr>
          <a:xfrm>
            <a:off x="584200" y="1666187"/>
            <a:ext cx="2532063" cy="615553"/>
          </a:xfrm>
        </p:spPr>
        <p:txBody>
          <a:bodyPr anchor="t"/>
          <a:lstStyle>
            <a:lvl1pPr marL="0" indent="0">
              <a:spcBef>
                <a:spcPts val="0"/>
              </a:spcBef>
              <a:buNone/>
              <a:defRPr sz="2000">
                <a:solidFill>
                  <a:schemeClr val="tx1"/>
                </a:solidFill>
                <a:latin typeface="+mj-lt"/>
              </a:defRPr>
            </a:lvl1pPr>
          </a:lstStyle>
          <a:p>
            <a:pPr lvl="0"/>
            <a:r>
              <a:rPr lang="en-GB"/>
              <a:t>Click to edit Master text styles</a:t>
            </a:r>
          </a:p>
        </p:txBody>
      </p:sp>
      <p:sp>
        <p:nvSpPr>
          <p:cNvPr id="23" name="Text Placeholder 7">
            <a:extLst>
              <a:ext uri="{FF2B5EF4-FFF2-40B4-BE49-F238E27FC236}">
                <a16:creationId xmlns:a16="http://schemas.microsoft.com/office/drawing/2014/main" id="{FB6093D3-3EDF-4A80-8450-C5EBB1990775}"/>
              </a:ext>
            </a:extLst>
          </p:cNvPr>
          <p:cNvSpPr>
            <a:spLocks noGrp="1"/>
          </p:cNvSpPr>
          <p:nvPr>
            <p:ph type="body" sz="quarter" idx="14"/>
          </p:nvPr>
        </p:nvSpPr>
        <p:spPr>
          <a:xfrm>
            <a:off x="584200" y="2511027"/>
            <a:ext cx="2532063" cy="1698927"/>
          </a:xfrm>
        </p:spPr>
        <p:txBody>
          <a:bodyPr wrap="square">
            <a:spAutoFit/>
          </a:bodyPr>
          <a:lstStyle>
            <a:lvl1pPr marL="141288" indent="-141288">
              <a:defRPr lang="en-US" sz="1800" dirty="0"/>
            </a:lvl1pPr>
            <a:lvl2pPr marL="285750" indent="-125413">
              <a:defRPr lang="en-US" sz="1600" dirty="0"/>
            </a:lvl2pPr>
            <a:lvl3pPr marL="438150" indent="-133350">
              <a:defRPr lang="en-US" dirty="0"/>
            </a:lvl3pPr>
            <a:lvl4pPr marL="566738" indent="-114300">
              <a:defRPr lang="en-US" dirty="0"/>
            </a:lvl4pPr>
            <a:lvl5pPr marL="685800" indent="-109538">
              <a:defRPr lang="en-US" dirty="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24" name="Text Placeholder 11">
            <a:extLst>
              <a:ext uri="{FF2B5EF4-FFF2-40B4-BE49-F238E27FC236}">
                <a16:creationId xmlns:a16="http://schemas.microsoft.com/office/drawing/2014/main" id="{438D2C80-6884-451D-8D7D-B69022CCC5C4}"/>
              </a:ext>
            </a:extLst>
          </p:cNvPr>
          <p:cNvSpPr>
            <a:spLocks noGrp="1"/>
          </p:cNvSpPr>
          <p:nvPr>
            <p:ph type="body" sz="quarter" idx="17"/>
          </p:nvPr>
        </p:nvSpPr>
        <p:spPr>
          <a:xfrm>
            <a:off x="3413125" y="1666187"/>
            <a:ext cx="2533650" cy="615553"/>
          </a:xfrm>
        </p:spPr>
        <p:txBody>
          <a:bodyPr anchor="t"/>
          <a:lstStyle>
            <a:lvl1pPr marL="0" indent="0">
              <a:spcBef>
                <a:spcPts val="0"/>
              </a:spcBef>
              <a:buNone/>
              <a:defRPr sz="2000">
                <a:solidFill>
                  <a:schemeClr val="tx1"/>
                </a:solidFill>
                <a:latin typeface="+mj-lt"/>
              </a:defRPr>
            </a:lvl1pPr>
          </a:lstStyle>
          <a:p>
            <a:pPr lvl="0"/>
            <a:r>
              <a:rPr lang="en-GB"/>
              <a:t>Click to edit Master text styles</a:t>
            </a:r>
          </a:p>
        </p:txBody>
      </p:sp>
      <p:sp>
        <p:nvSpPr>
          <p:cNvPr id="25" name="Text Placeholder 9">
            <a:extLst>
              <a:ext uri="{FF2B5EF4-FFF2-40B4-BE49-F238E27FC236}">
                <a16:creationId xmlns:a16="http://schemas.microsoft.com/office/drawing/2014/main" id="{7614A884-0AD6-4A85-A432-2B13E7464DA9}"/>
              </a:ext>
            </a:extLst>
          </p:cNvPr>
          <p:cNvSpPr>
            <a:spLocks noGrp="1"/>
          </p:cNvSpPr>
          <p:nvPr>
            <p:ph type="body" sz="quarter" idx="15"/>
          </p:nvPr>
        </p:nvSpPr>
        <p:spPr>
          <a:xfrm>
            <a:off x="3413125" y="2504387"/>
            <a:ext cx="2532063" cy="1698927"/>
          </a:xfrm>
        </p:spPr>
        <p:txBody>
          <a:bodyPr wrap="square">
            <a:spAutoFit/>
          </a:bodyPr>
          <a:lstStyle>
            <a:lvl1pPr marL="141288" indent="-141288">
              <a:defRPr lang="en-US" sz="1800" dirty="0"/>
            </a:lvl1pPr>
            <a:lvl2pPr marL="285750" indent="-125413">
              <a:defRPr lang="en-US" sz="1600" dirty="0"/>
            </a:lvl2pPr>
            <a:lvl3pPr marL="438150" indent="-133350">
              <a:defRPr lang="en-US" dirty="0"/>
            </a:lvl3pPr>
            <a:lvl4pPr marL="566738" indent="-114300">
              <a:defRPr lang="en-US" dirty="0"/>
            </a:lvl4pPr>
            <a:lvl5pPr marL="685800" indent="-109538">
              <a:defRPr lang="en-US" dirty="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26" name="Text Placeholder 11">
            <a:extLst>
              <a:ext uri="{FF2B5EF4-FFF2-40B4-BE49-F238E27FC236}">
                <a16:creationId xmlns:a16="http://schemas.microsoft.com/office/drawing/2014/main" id="{7D8FFDED-9FE5-4D94-8EB0-7D645C10FBFF}"/>
              </a:ext>
            </a:extLst>
          </p:cNvPr>
          <p:cNvSpPr>
            <a:spLocks noGrp="1"/>
          </p:cNvSpPr>
          <p:nvPr>
            <p:ph type="body" sz="quarter" idx="18"/>
          </p:nvPr>
        </p:nvSpPr>
        <p:spPr>
          <a:xfrm>
            <a:off x="6244208" y="1666187"/>
            <a:ext cx="2532063" cy="615553"/>
          </a:xfrm>
        </p:spPr>
        <p:txBody>
          <a:bodyPr anchor="t"/>
          <a:lstStyle>
            <a:lvl1pPr marL="0" indent="0">
              <a:spcBef>
                <a:spcPts val="0"/>
              </a:spcBef>
              <a:buNone/>
              <a:defRPr sz="2000">
                <a:solidFill>
                  <a:schemeClr val="tx1"/>
                </a:solidFill>
                <a:latin typeface="+mj-lt"/>
              </a:defRPr>
            </a:lvl1pPr>
          </a:lstStyle>
          <a:p>
            <a:pPr lvl="0"/>
            <a:r>
              <a:rPr lang="en-GB"/>
              <a:t>Click to edit Master text styles</a:t>
            </a:r>
          </a:p>
        </p:txBody>
      </p:sp>
      <p:sp>
        <p:nvSpPr>
          <p:cNvPr id="27" name="Text Placeholder 7">
            <a:extLst>
              <a:ext uri="{FF2B5EF4-FFF2-40B4-BE49-F238E27FC236}">
                <a16:creationId xmlns:a16="http://schemas.microsoft.com/office/drawing/2014/main" id="{D429D954-9297-44FA-B7BD-56586012419C}"/>
              </a:ext>
            </a:extLst>
          </p:cNvPr>
          <p:cNvSpPr>
            <a:spLocks noGrp="1"/>
          </p:cNvSpPr>
          <p:nvPr>
            <p:ph type="body" sz="quarter" idx="19"/>
          </p:nvPr>
        </p:nvSpPr>
        <p:spPr>
          <a:xfrm>
            <a:off x="6244208" y="2511027"/>
            <a:ext cx="2532063" cy="1698927"/>
          </a:xfrm>
        </p:spPr>
        <p:txBody>
          <a:bodyPr wrap="square">
            <a:spAutoFit/>
          </a:bodyPr>
          <a:lstStyle>
            <a:lvl1pPr marL="141288" indent="-141288">
              <a:defRPr lang="en-US" sz="1800" dirty="0"/>
            </a:lvl1pPr>
            <a:lvl2pPr marL="285750" indent="-125413">
              <a:defRPr lang="en-US" sz="1600" dirty="0"/>
            </a:lvl2pPr>
            <a:lvl3pPr marL="438150" indent="-133350">
              <a:defRPr lang="en-US" dirty="0"/>
            </a:lvl3pPr>
            <a:lvl4pPr marL="566738" indent="-114300">
              <a:defRPr lang="en-US" dirty="0"/>
            </a:lvl4pPr>
            <a:lvl5pPr marL="685800" indent="-109538">
              <a:defRPr lang="en-US" dirty="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28" name="Text Placeholder 11">
            <a:extLst>
              <a:ext uri="{FF2B5EF4-FFF2-40B4-BE49-F238E27FC236}">
                <a16:creationId xmlns:a16="http://schemas.microsoft.com/office/drawing/2014/main" id="{04D43B0D-50F8-4F63-AFA3-34A46F42E816}"/>
              </a:ext>
            </a:extLst>
          </p:cNvPr>
          <p:cNvSpPr>
            <a:spLocks noGrp="1"/>
          </p:cNvSpPr>
          <p:nvPr>
            <p:ph type="body" sz="quarter" idx="20"/>
          </p:nvPr>
        </p:nvSpPr>
        <p:spPr>
          <a:xfrm>
            <a:off x="9073133" y="1666187"/>
            <a:ext cx="2533650" cy="615553"/>
          </a:xfrm>
        </p:spPr>
        <p:txBody>
          <a:bodyPr anchor="t"/>
          <a:lstStyle>
            <a:lvl1pPr marL="0" indent="0">
              <a:spcBef>
                <a:spcPts val="0"/>
              </a:spcBef>
              <a:buNone/>
              <a:defRPr sz="2000">
                <a:solidFill>
                  <a:schemeClr val="tx1"/>
                </a:solidFill>
                <a:latin typeface="+mj-lt"/>
              </a:defRPr>
            </a:lvl1pPr>
          </a:lstStyle>
          <a:p>
            <a:pPr lvl="0"/>
            <a:r>
              <a:rPr lang="en-GB"/>
              <a:t>Click to edit Master text styles</a:t>
            </a:r>
          </a:p>
        </p:txBody>
      </p:sp>
      <p:sp>
        <p:nvSpPr>
          <p:cNvPr id="29" name="Text Placeholder 9">
            <a:extLst>
              <a:ext uri="{FF2B5EF4-FFF2-40B4-BE49-F238E27FC236}">
                <a16:creationId xmlns:a16="http://schemas.microsoft.com/office/drawing/2014/main" id="{804CEFDA-6A6F-42D3-B65C-4BE1054C905E}"/>
              </a:ext>
            </a:extLst>
          </p:cNvPr>
          <p:cNvSpPr>
            <a:spLocks noGrp="1"/>
          </p:cNvSpPr>
          <p:nvPr>
            <p:ph type="body" sz="quarter" idx="21"/>
          </p:nvPr>
        </p:nvSpPr>
        <p:spPr>
          <a:xfrm>
            <a:off x="9073133" y="2504387"/>
            <a:ext cx="2532063" cy="1698927"/>
          </a:xfrm>
        </p:spPr>
        <p:txBody>
          <a:bodyPr wrap="square">
            <a:spAutoFit/>
          </a:bodyPr>
          <a:lstStyle>
            <a:lvl1pPr marL="141288" indent="-141288">
              <a:defRPr lang="en-US" sz="1800" dirty="0"/>
            </a:lvl1pPr>
            <a:lvl2pPr marL="285750" indent="-125413">
              <a:defRPr lang="en-US" sz="1600" dirty="0"/>
            </a:lvl2pPr>
            <a:lvl3pPr marL="438150" indent="-133350">
              <a:defRPr lang="en-US" dirty="0"/>
            </a:lvl3pPr>
            <a:lvl4pPr marL="566738" indent="-114300">
              <a:defRPr lang="en-US" dirty="0"/>
            </a:lvl4pPr>
            <a:lvl5pPr marL="685800" indent="-109538">
              <a:defRPr lang="en-US" dirty="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Tree>
    <p:extLst>
      <p:ext uri="{BB962C8B-B14F-4D97-AF65-F5344CB8AC3E}">
        <p14:creationId xmlns:p14="http://schemas.microsoft.com/office/powerpoint/2010/main" val="2492163246"/>
      </p:ext>
    </p:extLst>
  </p:cSld>
  <p:clrMapOvr>
    <a:masterClrMapping/>
  </p:clrMapOvr>
  <p:transition>
    <p:fade/>
  </p:transition>
  <p:extLst>
    <p:ext uri="{DCECCB84-F9BA-43D5-87BE-67443E8EF086}">
      <p15:sldGuideLst xmlns:p15="http://schemas.microsoft.com/office/powerpoint/2012/main">
        <p15:guide id="4" orient="horz" pos="906">
          <p15:clr>
            <a:srgbClr val="5ACBF0"/>
          </p15:clr>
        </p15:guide>
        <p15:guide id="5" orient="horz" pos="288">
          <p15:clr>
            <a:srgbClr val="5ACBF0"/>
          </p15:clr>
        </p15:guide>
        <p15:guide id="6" pos="1963">
          <p15:clr>
            <a:srgbClr val="5ACBF0"/>
          </p15:clr>
        </p15:guide>
        <p15:guide id="7" pos="2150">
          <p15:clr>
            <a:srgbClr val="5ACBF0"/>
          </p15:clr>
        </p15:guide>
        <p15:guide id="8" pos="3746">
          <p15:clr>
            <a:srgbClr val="5ACBF0"/>
          </p15:clr>
        </p15:guide>
        <p15:guide id="9" pos="3934">
          <p15:clr>
            <a:srgbClr val="5ACBF0"/>
          </p15:clr>
        </p15:guide>
        <p15:guide id="10" pos="5530">
          <p15:clr>
            <a:srgbClr val="5ACBF0"/>
          </p15:clr>
        </p15:guide>
        <p15:guide id="11" pos="5716">
          <p15:clr>
            <a:srgbClr val="5ACBF0"/>
          </p15:clr>
        </p15:guide>
        <p15:guide id="12" orient="horz" pos="1436">
          <p15:clr>
            <a:srgbClr val="5ACBF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CFEFD-88E5-4869-B5C3-1611B0B50E15}"/>
              </a:ext>
            </a:extLst>
          </p:cNvPr>
          <p:cNvSpPr>
            <a:spLocks noGrp="1"/>
          </p:cNvSpPr>
          <p:nvPr>
            <p:ph type="title"/>
          </p:nvPr>
        </p:nvSpPr>
        <p:spPr/>
        <p:txBody>
          <a:bodyPr/>
          <a:lstStyle>
            <a:lvl1pPr>
              <a:defRPr>
                <a:solidFill>
                  <a:schemeClr val="tx1"/>
                </a:solidFill>
              </a:defRPr>
            </a:lvl1pPr>
          </a:lstStyle>
          <a:p>
            <a:r>
              <a:rPr lang="en-GB"/>
              <a:t>Click to edit Master title style</a:t>
            </a:r>
            <a:endParaRPr lang="en-US" dirty="0"/>
          </a:p>
        </p:txBody>
      </p:sp>
      <p:sp>
        <p:nvSpPr>
          <p:cNvPr id="4" name="Content Placeholder 3">
            <a:extLst>
              <a:ext uri="{FF2B5EF4-FFF2-40B4-BE49-F238E27FC236}">
                <a16:creationId xmlns:a16="http://schemas.microsoft.com/office/drawing/2014/main" id="{58A212C2-8B30-4835-8711-AA981B6CFBE1}"/>
              </a:ext>
            </a:extLst>
          </p:cNvPr>
          <p:cNvSpPr>
            <a:spLocks noGrp="1"/>
          </p:cNvSpPr>
          <p:nvPr>
            <p:ph sz="quarter" idx="10"/>
          </p:nvPr>
        </p:nvSpPr>
        <p:spPr>
          <a:xfrm>
            <a:off x="584200" y="1435100"/>
            <a:ext cx="11018838" cy="4833938"/>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6" name="TextBox 5">
            <a:extLst>
              <a:ext uri="{FF2B5EF4-FFF2-40B4-BE49-F238E27FC236}">
                <a16:creationId xmlns:a16="http://schemas.microsoft.com/office/drawing/2014/main" id="{4F9662A5-6E2F-47B0-9B6E-E87983D3753C}"/>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dirty="0">
                <a:solidFill>
                  <a:srgbClr val="A3A3A3"/>
                </a:solidFill>
              </a:rPr>
              <a:t>ELT layout</a:t>
            </a:r>
          </a:p>
        </p:txBody>
      </p:sp>
    </p:spTree>
    <p:extLst>
      <p:ext uri="{BB962C8B-B14F-4D97-AF65-F5344CB8AC3E}">
        <p14:creationId xmlns:p14="http://schemas.microsoft.com/office/powerpoint/2010/main" val="3232991965"/>
      </p:ext>
    </p:extLst>
  </p:cSld>
  <p:clrMapOvr>
    <a:masterClrMapping/>
  </p:clrMapOvr>
  <p:transition>
    <p:fade/>
  </p:transition>
  <p:extLst>
    <p:ext uri="{DCECCB84-F9BA-43D5-87BE-67443E8EF086}">
      <p15:sldGuideLst xmlns:p15="http://schemas.microsoft.com/office/powerpoint/2012/main">
        <p15:guide id="2" orient="horz" pos="1272">
          <p15:clr>
            <a:srgbClr val="5ACBF0"/>
          </p15:clr>
        </p15:guide>
        <p15:guide id="3" orient="horz" pos="288">
          <p15:clr>
            <a:srgbClr val="5ACBF0"/>
          </p15:clr>
        </p15:guide>
        <p15:guide id="5" orient="horz" pos="904">
          <p15:clr>
            <a:srgbClr val="5ACBF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amp; Non-bulleted text">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34B655BA-10A4-4A57-89DB-CFFBE1CA1E33}"/>
              </a:ext>
            </a:extLst>
          </p:cNvPr>
          <p:cNvSpPr>
            <a:spLocks noGrp="1"/>
          </p:cNvSpPr>
          <p:nvPr>
            <p:ph type="title"/>
          </p:nvPr>
        </p:nvSpPr>
        <p:spPr/>
        <p:txBody>
          <a:bodyPr/>
          <a:lstStyle/>
          <a:p>
            <a:r>
              <a:rPr lang="en-GB"/>
              <a:t>Click to edit Master title style</a:t>
            </a:r>
            <a:endParaRPr lang="en-US" dirty="0"/>
          </a:p>
        </p:txBody>
      </p:sp>
      <p:sp>
        <p:nvSpPr>
          <p:cNvPr id="4" name="Text Placeholder 3"/>
          <p:cNvSpPr>
            <a:spLocks noGrp="1"/>
          </p:cNvSpPr>
          <p:nvPr>
            <p:ph type="body" sz="quarter" idx="10"/>
          </p:nvPr>
        </p:nvSpPr>
        <p:spPr>
          <a:xfrm>
            <a:off x="586390" y="1434370"/>
            <a:ext cx="11018520" cy="2308324"/>
          </a:xfrm>
        </p:spPr>
        <p:txBody>
          <a:bodyPr wrap="square">
            <a:spAutoFit/>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Tree>
    <p:extLst>
      <p:ext uri="{BB962C8B-B14F-4D97-AF65-F5344CB8AC3E}">
        <p14:creationId xmlns:p14="http://schemas.microsoft.com/office/powerpoint/2010/main" val="1531337368"/>
      </p:ext>
    </p:extLst>
  </p:cSld>
  <p:clrMapOvr>
    <a:masterClrMapping/>
  </p:clrMapOvr>
  <p:transition>
    <p:fade/>
  </p:transition>
  <p:extLst>
    <p:ext uri="{DCECCB84-F9BA-43D5-87BE-67443E8EF086}">
      <p15:sldGuideLst xmlns:p15="http://schemas.microsoft.com/office/powerpoint/2012/main">
        <p15:guide id="1" orient="horz" pos="288" userDrawn="1">
          <p15:clr>
            <a:srgbClr val="5ACBF0"/>
          </p15:clr>
        </p15:guide>
        <p15:guide id="2" orient="horz" pos="905" userDrawn="1">
          <p15:clr>
            <a:srgbClr val="5ACBF0"/>
          </p15:clr>
        </p15:guide>
        <p15:guide id="4" orient="horz" pos="1272" userDrawn="1">
          <p15:clr>
            <a:srgbClr val="5ACBF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wo Column Bullet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BE2550-DA43-453C-A328-33C740E65403}"/>
              </a:ext>
            </a:extLst>
          </p:cNvPr>
          <p:cNvSpPr>
            <a:spLocks noGrp="1"/>
          </p:cNvSpPr>
          <p:nvPr>
            <p:ph type="title"/>
          </p:nvPr>
        </p:nvSpPr>
        <p:spPr/>
        <p:txBody>
          <a:bodyPr/>
          <a:lstStyle/>
          <a:p>
            <a:r>
              <a:rPr lang="en-GB"/>
              <a:t>Click to edit Master title style</a:t>
            </a:r>
            <a:endParaRPr lang="en-US"/>
          </a:p>
        </p:txBody>
      </p:sp>
      <p:sp>
        <p:nvSpPr>
          <p:cNvPr id="5" name="Content Placeholder 4">
            <a:extLst>
              <a:ext uri="{FF2B5EF4-FFF2-40B4-BE49-F238E27FC236}">
                <a16:creationId xmlns:a16="http://schemas.microsoft.com/office/drawing/2014/main" id="{14B7A288-CDAC-4184-9F73-137C95F5E643}"/>
              </a:ext>
            </a:extLst>
          </p:cNvPr>
          <p:cNvSpPr>
            <a:spLocks noGrp="1"/>
          </p:cNvSpPr>
          <p:nvPr>
            <p:ph sz="quarter" idx="12"/>
          </p:nvPr>
        </p:nvSpPr>
        <p:spPr>
          <a:xfrm>
            <a:off x="584200" y="1435100"/>
            <a:ext cx="5211763" cy="48339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9" name="Content Placeholder 8">
            <a:extLst>
              <a:ext uri="{FF2B5EF4-FFF2-40B4-BE49-F238E27FC236}">
                <a16:creationId xmlns:a16="http://schemas.microsoft.com/office/drawing/2014/main" id="{CEC22105-78D6-4753-94FA-3DA949361A95}"/>
              </a:ext>
            </a:extLst>
          </p:cNvPr>
          <p:cNvSpPr>
            <a:spLocks noGrp="1"/>
          </p:cNvSpPr>
          <p:nvPr>
            <p:ph sz="quarter" idx="13"/>
          </p:nvPr>
        </p:nvSpPr>
        <p:spPr>
          <a:xfrm>
            <a:off x="6389688" y="1435100"/>
            <a:ext cx="5219700" cy="48339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6" name="TextBox 5">
            <a:extLst>
              <a:ext uri="{FF2B5EF4-FFF2-40B4-BE49-F238E27FC236}">
                <a16:creationId xmlns:a16="http://schemas.microsoft.com/office/drawing/2014/main" id="{5F6A123D-3A27-499F-9210-3E0D7CED39C6}"/>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dirty="0">
                <a:solidFill>
                  <a:srgbClr val="A3A3A3"/>
                </a:solidFill>
              </a:rPr>
              <a:t>ELT layout</a:t>
            </a:r>
          </a:p>
        </p:txBody>
      </p:sp>
    </p:spTree>
    <p:extLst>
      <p:ext uri="{BB962C8B-B14F-4D97-AF65-F5344CB8AC3E}">
        <p14:creationId xmlns:p14="http://schemas.microsoft.com/office/powerpoint/2010/main" val="1572006585"/>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276">
          <p15:clr>
            <a:srgbClr val="5ACBF0"/>
          </p15:clr>
        </p15:guide>
        <p15:guide id="3" orient="horz" pos="904">
          <p15:clr>
            <a:srgbClr val="5ACBF0"/>
          </p15:clr>
        </p15:guide>
        <p15:guide id="4" pos="3660">
          <p15:clr>
            <a:srgbClr val="5ACBF0"/>
          </p15:clr>
        </p15:guide>
        <p15:guide id="5" pos="4024">
          <p15:clr>
            <a:srgbClr val="5ACBF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wo Column Non-bulleted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76633-3E8D-4CF4-A5D4-D4E9D88A6DE0}"/>
              </a:ext>
            </a:extLst>
          </p:cNvPr>
          <p:cNvSpPr>
            <a:spLocks noGrp="1"/>
          </p:cNvSpPr>
          <p:nvPr>
            <p:ph type="title"/>
          </p:nvPr>
        </p:nvSpPr>
        <p:spPr>
          <a:xfrm>
            <a:off x="588263" y="457200"/>
            <a:ext cx="11018520" cy="553998"/>
          </a:xfrm>
        </p:spPr>
        <p:txBody>
          <a:bodyPr/>
          <a:lstStyle/>
          <a:p>
            <a:r>
              <a:rPr lang="en-GB"/>
              <a:t>Click to edit Master title style</a:t>
            </a:r>
            <a:endParaRPr lang="en-US"/>
          </a:p>
        </p:txBody>
      </p:sp>
      <p:sp>
        <p:nvSpPr>
          <p:cNvPr id="4" name="Text Placeholder 3"/>
          <p:cNvSpPr>
            <a:spLocks noGrp="1"/>
          </p:cNvSpPr>
          <p:nvPr>
            <p:ph type="body" sz="quarter" idx="10"/>
          </p:nvPr>
        </p:nvSpPr>
        <p:spPr>
          <a:xfrm>
            <a:off x="584200" y="1435100"/>
            <a:ext cx="5212080" cy="1649682"/>
          </a:xfrm>
        </p:spPr>
        <p:txBody>
          <a:bodyPr wrap="square">
            <a:spAutoFit/>
          </a:bodyPr>
          <a:lstStyle>
            <a:lvl1pPr marL="0" indent="0">
              <a:spcBef>
                <a:spcPts val="1224"/>
              </a:spcBef>
              <a:buClr>
                <a:schemeClr val="tx1"/>
              </a:buClr>
              <a:buFont typeface="Wingdings" panose="05000000000000000000" pitchFamily="2" charset="2"/>
              <a:buNone/>
              <a:defRPr sz="2800" b="0">
                <a:latin typeface="Segoe UI" panose="020B0502040204020203" pitchFamily="34" charset="0"/>
                <a:cs typeface="Segoe UI" panose="020B0502040204020203" pitchFamily="34" charset="0"/>
              </a:defRPr>
            </a:lvl1pPr>
            <a:lvl2pPr marL="255588" indent="0">
              <a:buFont typeface="Wingdings" panose="05000000000000000000" pitchFamily="2" charset="2"/>
              <a:buNone/>
              <a:defRPr sz="2000" b="0"/>
            </a:lvl2pPr>
            <a:lvl3pPr marL="450850" indent="0">
              <a:buFont typeface="Wingdings" panose="05000000000000000000" pitchFamily="2" charset="2"/>
              <a:buNone/>
              <a:tabLst/>
              <a:defRPr sz="1600" b="0"/>
            </a:lvl3pPr>
            <a:lvl4pPr marL="652462" indent="0">
              <a:buFont typeface="Wingdings" panose="05000000000000000000" pitchFamily="2" charset="2"/>
              <a:buNone/>
              <a:defRPr sz="1400" b="0"/>
            </a:lvl4pPr>
            <a:lvl5pPr marL="854075" indent="0">
              <a:buFont typeface="Wingdings" panose="05000000000000000000" pitchFamily="2" charset="2"/>
              <a:buNone/>
              <a:tabLst/>
              <a:defRPr sz="1400" b="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6" name="Text Placeholder 3">
            <a:extLst>
              <a:ext uri="{FF2B5EF4-FFF2-40B4-BE49-F238E27FC236}">
                <a16:creationId xmlns:a16="http://schemas.microsoft.com/office/drawing/2014/main" id="{8E9CDCB4-03E1-4763-B83E-A1334BCDB0C0}"/>
              </a:ext>
            </a:extLst>
          </p:cNvPr>
          <p:cNvSpPr>
            <a:spLocks noGrp="1"/>
          </p:cNvSpPr>
          <p:nvPr>
            <p:ph type="body" sz="quarter" idx="12"/>
          </p:nvPr>
        </p:nvSpPr>
        <p:spPr>
          <a:xfrm>
            <a:off x="6397171" y="1435100"/>
            <a:ext cx="5212080" cy="1649682"/>
          </a:xfrm>
        </p:spPr>
        <p:txBody>
          <a:bodyPr wrap="square">
            <a:spAutoFit/>
          </a:bodyPr>
          <a:lstStyle>
            <a:lvl1pPr marL="0" indent="0">
              <a:spcBef>
                <a:spcPts val="1224"/>
              </a:spcBef>
              <a:buClr>
                <a:schemeClr val="tx1"/>
              </a:buClr>
              <a:buFont typeface="Wingdings" panose="05000000000000000000" pitchFamily="2" charset="2"/>
              <a:buNone/>
              <a:defRPr sz="2800" b="0">
                <a:latin typeface="Segoe UI" panose="020B0502040204020203" pitchFamily="34" charset="0"/>
                <a:cs typeface="Segoe UI" panose="020B0502040204020203" pitchFamily="34" charset="0"/>
              </a:defRPr>
            </a:lvl1pPr>
            <a:lvl2pPr marL="255588" indent="0">
              <a:buFont typeface="Wingdings" panose="05000000000000000000" pitchFamily="2" charset="2"/>
              <a:buNone/>
              <a:defRPr sz="2000" b="0"/>
            </a:lvl2pPr>
            <a:lvl3pPr marL="450850" indent="0">
              <a:buFont typeface="Wingdings" panose="05000000000000000000" pitchFamily="2" charset="2"/>
              <a:buNone/>
              <a:tabLst/>
              <a:defRPr sz="1600" b="0"/>
            </a:lvl3pPr>
            <a:lvl4pPr marL="652462" indent="0">
              <a:buFont typeface="Wingdings" panose="05000000000000000000" pitchFamily="2" charset="2"/>
              <a:buNone/>
              <a:defRPr sz="1400" b="0"/>
            </a:lvl4pPr>
            <a:lvl5pPr marL="854075" indent="0">
              <a:buFont typeface="Wingdings" panose="05000000000000000000" pitchFamily="2" charset="2"/>
              <a:buNone/>
              <a:tabLst/>
              <a:defRPr sz="1400" b="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Tree>
    <p:extLst>
      <p:ext uri="{BB962C8B-B14F-4D97-AF65-F5344CB8AC3E}">
        <p14:creationId xmlns:p14="http://schemas.microsoft.com/office/powerpoint/2010/main" val="533679714"/>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272">
          <p15:clr>
            <a:srgbClr val="5ACBF0"/>
          </p15:clr>
        </p15:guide>
        <p15:guide id="3" orient="horz" pos="904">
          <p15:clr>
            <a:srgbClr val="5ACBF0"/>
          </p15:clr>
        </p15:guide>
        <p15:guide id="4" pos="3656">
          <p15:clr>
            <a:srgbClr val="5ACBF0"/>
          </p15:clr>
        </p15:guide>
        <p15:guide id="5" pos="4024">
          <p15:clr>
            <a:srgbClr val="5ACBF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wo Column Bullet with Subhead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76633-3E8D-4CF4-A5D4-D4E9D88A6DE0}"/>
              </a:ext>
            </a:extLst>
          </p:cNvPr>
          <p:cNvSpPr>
            <a:spLocks noGrp="1"/>
          </p:cNvSpPr>
          <p:nvPr>
            <p:ph type="title"/>
          </p:nvPr>
        </p:nvSpPr>
        <p:spPr>
          <a:xfrm>
            <a:off x="588263" y="457200"/>
            <a:ext cx="11018520" cy="553998"/>
          </a:xfrm>
        </p:spPr>
        <p:txBody>
          <a:bodyPr>
            <a:spAutoFit/>
          </a:bodyPr>
          <a:lstStyle>
            <a:lvl1pPr>
              <a:defRPr/>
            </a:lvl1pPr>
          </a:lstStyle>
          <a:p>
            <a:r>
              <a:rPr lang="en-GB"/>
              <a:t>Click to edit Master title style</a:t>
            </a:r>
            <a:endParaRPr lang="en-US" dirty="0"/>
          </a:p>
        </p:txBody>
      </p:sp>
      <p:sp>
        <p:nvSpPr>
          <p:cNvPr id="12" name="Text Placeholder 11">
            <a:extLst>
              <a:ext uri="{FF2B5EF4-FFF2-40B4-BE49-F238E27FC236}">
                <a16:creationId xmlns:a16="http://schemas.microsoft.com/office/drawing/2014/main" id="{DD525736-DEE8-4391-8135-23DE0640053A}"/>
              </a:ext>
            </a:extLst>
          </p:cNvPr>
          <p:cNvSpPr>
            <a:spLocks noGrp="1"/>
          </p:cNvSpPr>
          <p:nvPr>
            <p:ph type="body" sz="quarter" idx="16"/>
          </p:nvPr>
        </p:nvSpPr>
        <p:spPr>
          <a:xfrm>
            <a:off x="584200" y="1436688"/>
            <a:ext cx="5219700" cy="430887"/>
          </a:xfrm>
        </p:spPr>
        <p:txBody>
          <a:bodyPr anchor="t"/>
          <a:lstStyle>
            <a:lvl1pPr marL="0" indent="0">
              <a:spcBef>
                <a:spcPts val="0"/>
              </a:spcBef>
              <a:buNone/>
              <a:defRPr sz="2800">
                <a:solidFill>
                  <a:schemeClr val="tx1"/>
                </a:solidFill>
                <a:latin typeface="+mj-lt"/>
              </a:defRPr>
            </a:lvl1pPr>
          </a:lstStyle>
          <a:p>
            <a:pPr lvl="0"/>
            <a:r>
              <a:rPr lang="en-GB"/>
              <a:t>Click to edit Master text styles</a:t>
            </a:r>
          </a:p>
        </p:txBody>
      </p:sp>
      <p:sp>
        <p:nvSpPr>
          <p:cNvPr id="8" name="Text Placeholder 7">
            <a:extLst>
              <a:ext uri="{FF2B5EF4-FFF2-40B4-BE49-F238E27FC236}">
                <a16:creationId xmlns:a16="http://schemas.microsoft.com/office/drawing/2014/main" id="{98E90344-0294-48E2-AAF0-601BB99500E7}"/>
              </a:ext>
            </a:extLst>
          </p:cNvPr>
          <p:cNvSpPr>
            <a:spLocks noGrp="1"/>
          </p:cNvSpPr>
          <p:nvPr>
            <p:ph type="body" sz="quarter" idx="14"/>
          </p:nvPr>
        </p:nvSpPr>
        <p:spPr>
          <a:xfrm>
            <a:off x="584200" y="2084388"/>
            <a:ext cx="5219700" cy="1612749"/>
          </a:xfrm>
        </p:spPr>
        <p:txBody>
          <a:bodyPr>
            <a:spAutoFit/>
          </a:bodyPr>
          <a:lstStyle>
            <a:lvl1pPr marL="171450" indent="-171450">
              <a:defRPr lang="en-US" sz="2400" dirty="0"/>
            </a:lvl1pPr>
            <a:lvl2pPr marL="342900" indent="-171450">
              <a:defRPr lang="en-US" dirty="0"/>
            </a:lvl2pPr>
            <a:lvl3pPr marL="514350" indent="-171450">
              <a:defRPr lang="en-US" dirty="0"/>
            </a:lvl3pPr>
            <a:lvl4pPr marL="666750" indent="-152400">
              <a:defRPr lang="en-US" dirty="0"/>
            </a:lvl4pPr>
            <a:lvl5pPr marL="793750" indent="-120650">
              <a:defRPr lang="en-US" dirty="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13" name="Text Placeholder 11">
            <a:extLst>
              <a:ext uri="{FF2B5EF4-FFF2-40B4-BE49-F238E27FC236}">
                <a16:creationId xmlns:a16="http://schemas.microsoft.com/office/drawing/2014/main" id="{B4F729D4-B1F1-45F2-A06A-40234B19C883}"/>
              </a:ext>
            </a:extLst>
          </p:cNvPr>
          <p:cNvSpPr>
            <a:spLocks noGrp="1"/>
          </p:cNvSpPr>
          <p:nvPr>
            <p:ph type="body" sz="quarter" idx="17"/>
          </p:nvPr>
        </p:nvSpPr>
        <p:spPr>
          <a:xfrm>
            <a:off x="6397625" y="1436688"/>
            <a:ext cx="5219700" cy="430887"/>
          </a:xfrm>
        </p:spPr>
        <p:txBody>
          <a:bodyPr anchor="t"/>
          <a:lstStyle>
            <a:lvl1pPr marL="0" indent="0">
              <a:spcBef>
                <a:spcPts val="0"/>
              </a:spcBef>
              <a:buNone/>
              <a:defRPr sz="2800">
                <a:solidFill>
                  <a:schemeClr val="tx1"/>
                </a:solidFill>
                <a:latin typeface="+mj-lt"/>
              </a:defRPr>
            </a:lvl1pPr>
          </a:lstStyle>
          <a:p>
            <a:pPr lvl="0"/>
            <a:r>
              <a:rPr lang="en-GB"/>
              <a:t>Click to edit Master text styles</a:t>
            </a:r>
          </a:p>
        </p:txBody>
      </p:sp>
      <p:sp>
        <p:nvSpPr>
          <p:cNvPr id="10" name="Text Placeholder 9">
            <a:extLst>
              <a:ext uri="{FF2B5EF4-FFF2-40B4-BE49-F238E27FC236}">
                <a16:creationId xmlns:a16="http://schemas.microsoft.com/office/drawing/2014/main" id="{D1F896FB-325C-4849-B372-8DF0D6C0562C}"/>
              </a:ext>
            </a:extLst>
          </p:cNvPr>
          <p:cNvSpPr>
            <a:spLocks noGrp="1"/>
          </p:cNvSpPr>
          <p:nvPr>
            <p:ph type="body" sz="quarter" idx="15"/>
          </p:nvPr>
        </p:nvSpPr>
        <p:spPr>
          <a:xfrm>
            <a:off x="6397625" y="2084388"/>
            <a:ext cx="5219700" cy="1612749"/>
          </a:xfrm>
        </p:spPr>
        <p:txBody>
          <a:bodyPr>
            <a:spAutoFit/>
          </a:bodyPr>
          <a:lstStyle>
            <a:lvl1pPr marL="171450" indent="-171450">
              <a:defRPr lang="en-US" sz="2400" dirty="0"/>
            </a:lvl1pPr>
            <a:lvl2pPr marL="342900" indent="-171450">
              <a:defRPr lang="en-US" dirty="0"/>
            </a:lvl2pPr>
            <a:lvl3pPr marL="514350" indent="-171450">
              <a:defRPr lang="en-US" dirty="0"/>
            </a:lvl3pPr>
            <a:lvl4pPr marL="685800" indent="-136525">
              <a:defRPr lang="en-US" dirty="0"/>
            </a:lvl4pPr>
            <a:lvl5pPr marL="793750" indent="-120650">
              <a:defRPr lang="en-US" dirty="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Tree>
    <p:extLst>
      <p:ext uri="{BB962C8B-B14F-4D97-AF65-F5344CB8AC3E}">
        <p14:creationId xmlns:p14="http://schemas.microsoft.com/office/powerpoint/2010/main" val="3288570195"/>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311" userDrawn="1">
          <p15:clr>
            <a:srgbClr val="5ACBF0"/>
          </p15:clr>
        </p15:guide>
        <p15:guide id="4" pos="3656">
          <p15:clr>
            <a:srgbClr val="5ACBF0"/>
          </p15:clr>
        </p15:guide>
        <p15:guide id="5" pos="4024">
          <p15:clr>
            <a:srgbClr val="5ACBF0"/>
          </p15:clr>
        </p15:guide>
        <p15:guide id="7" orient="horz" pos="905" userDrawn="1">
          <p15:clr>
            <a:srgbClr val="5ACBF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wo Column Content with Subhead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76633-3E8D-4CF4-A5D4-D4E9D88A6DE0}"/>
              </a:ext>
            </a:extLst>
          </p:cNvPr>
          <p:cNvSpPr>
            <a:spLocks noGrp="1"/>
          </p:cNvSpPr>
          <p:nvPr>
            <p:ph type="title"/>
          </p:nvPr>
        </p:nvSpPr>
        <p:spPr>
          <a:xfrm>
            <a:off x="588263" y="457200"/>
            <a:ext cx="11018520" cy="553998"/>
          </a:xfrm>
        </p:spPr>
        <p:txBody>
          <a:bodyPr>
            <a:spAutoFit/>
          </a:bodyPr>
          <a:lstStyle>
            <a:lvl1pPr>
              <a:defRPr/>
            </a:lvl1pPr>
          </a:lstStyle>
          <a:p>
            <a:r>
              <a:rPr lang="en-GB"/>
              <a:t>Click to edit Master title style</a:t>
            </a:r>
            <a:endParaRPr lang="en-US" dirty="0"/>
          </a:p>
        </p:txBody>
      </p:sp>
      <p:sp>
        <p:nvSpPr>
          <p:cNvPr id="18" name="Text Placeholder 11">
            <a:extLst>
              <a:ext uri="{FF2B5EF4-FFF2-40B4-BE49-F238E27FC236}">
                <a16:creationId xmlns:a16="http://schemas.microsoft.com/office/drawing/2014/main" id="{C2759870-0BEA-44DC-A414-1C70D04E35CC}"/>
              </a:ext>
            </a:extLst>
          </p:cNvPr>
          <p:cNvSpPr>
            <a:spLocks noGrp="1"/>
          </p:cNvSpPr>
          <p:nvPr>
            <p:ph type="body" sz="quarter" idx="16"/>
          </p:nvPr>
        </p:nvSpPr>
        <p:spPr>
          <a:xfrm>
            <a:off x="584200" y="1436688"/>
            <a:ext cx="5219700" cy="430887"/>
          </a:xfrm>
        </p:spPr>
        <p:txBody>
          <a:bodyPr anchor="t"/>
          <a:lstStyle>
            <a:lvl1pPr marL="0" indent="0">
              <a:spcBef>
                <a:spcPts val="0"/>
              </a:spcBef>
              <a:buNone/>
              <a:defRPr sz="2800">
                <a:solidFill>
                  <a:schemeClr val="tx1"/>
                </a:solidFill>
                <a:latin typeface="+mj-lt"/>
              </a:defRPr>
            </a:lvl1pPr>
          </a:lstStyle>
          <a:p>
            <a:pPr lvl="0"/>
            <a:r>
              <a:rPr lang="en-GB"/>
              <a:t>Click to edit Master text styles</a:t>
            </a:r>
          </a:p>
        </p:txBody>
      </p:sp>
      <p:sp>
        <p:nvSpPr>
          <p:cNvPr id="15" name="Content Placeholder 14">
            <a:extLst>
              <a:ext uri="{FF2B5EF4-FFF2-40B4-BE49-F238E27FC236}">
                <a16:creationId xmlns:a16="http://schemas.microsoft.com/office/drawing/2014/main" id="{BFEF95FA-F121-4653-B60A-0D068C345462}"/>
              </a:ext>
            </a:extLst>
          </p:cNvPr>
          <p:cNvSpPr>
            <a:spLocks noGrp="1"/>
          </p:cNvSpPr>
          <p:nvPr>
            <p:ph sz="quarter" idx="11"/>
          </p:nvPr>
        </p:nvSpPr>
        <p:spPr>
          <a:xfrm>
            <a:off x="588963" y="2081212"/>
            <a:ext cx="5214937" cy="4187825"/>
          </a:xfrm>
        </p:spPr>
        <p:txBody>
          <a:bodyPr/>
          <a:lstStyle>
            <a:lvl1pPr>
              <a:defRPr sz="2400"/>
            </a:lvl1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19" name="Text Placeholder 11">
            <a:extLst>
              <a:ext uri="{FF2B5EF4-FFF2-40B4-BE49-F238E27FC236}">
                <a16:creationId xmlns:a16="http://schemas.microsoft.com/office/drawing/2014/main" id="{C327262A-D327-4189-AD22-BAD67CF4AB79}"/>
              </a:ext>
            </a:extLst>
          </p:cNvPr>
          <p:cNvSpPr>
            <a:spLocks noGrp="1"/>
          </p:cNvSpPr>
          <p:nvPr>
            <p:ph type="body" sz="quarter" idx="17"/>
          </p:nvPr>
        </p:nvSpPr>
        <p:spPr>
          <a:xfrm>
            <a:off x="6397625" y="1436688"/>
            <a:ext cx="5219700" cy="430887"/>
          </a:xfrm>
        </p:spPr>
        <p:txBody>
          <a:bodyPr anchor="t"/>
          <a:lstStyle>
            <a:lvl1pPr marL="0" indent="0">
              <a:spcBef>
                <a:spcPts val="0"/>
              </a:spcBef>
              <a:buNone/>
              <a:defRPr sz="2800">
                <a:solidFill>
                  <a:schemeClr val="tx1"/>
                </a:solidFill>
                <a:latin typeface="+mj-lt"/>
              </a:defRPr>
            </a:lvl1pPr>
          </a:lstStyle>
          <a:p>
            <a:pPr lvl="0"/>
            <a:r>
              <a:rPr lang="en-GB"/>
              <a:t>Click to edit Master text styles</a:t>
            </a:r>
          </a:p>
        </p:txBody>
      </p:sp>
      <p:sp>
        <p:nvSpPr>
          <p:cNvPr id="17" name="Content Placeholder 14">
            <a:extLst>
              <a:ext uri="{FF2B5EF4-FFF2-40B4-BE49-F238E27FC236}">
                <a16:creationId xmlns:a16="http://schemas.microsoft.com/office/drawing/2014/main" id="{47F8EAA9-0E64-4589-A234-BC31685BE7D3}"/>
              </a:ext>
            </a:extLst>
          </p:cNvPr>
          <p:cNvSpPr>
            <a:spLocks noGrp="1"/>
          </p:cNvSpPr>
          <p:nvPr>
            <p:ph sz="quarter" idx="13"/>
          </p:nvPr>
        </p:nvSpPr>
        <p:spPr>
          <a:xfrm>
            <a:off x="6394451" y="2081212"/>
            <a:ext cx="5214937" cy="4187825"/>
          </a:xfrm>
        </p:spPr>
        <p:txBody>
          <a:bodyPr/>
          <a:lstStyle>
            <a:lvl1pPr>
              <a:defRPr sz="2400"/>
            </a:lvl1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Tree>
    <p:extLst>
      <p:ext uri="{BB962C8B-B14F-4D97-AF65-F5344CB8AC3E}">
        <p14:creationId xmlns:p14="http://schemas.microsoft.com/office/powerpoint/2010/main" val="1010708830"/>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311" userDrawn="1">
          <p15:clr>
            <a:srgbClr val="5ACBF0"/>
          </p15:clr>
        </p15:guide>
        <p15:guide id="4" pos="3656">
          <p15:clr>
            <a:srgbClr val="5ACBF0"/>
          </p15:clr>
        </p15:guide>
        <p15:guide id="5" pos="4024">
          <p15:clr>
            <a:srgbClr val="5ACBF0"/>
          </p15:clr>
        </p15:guide>
        <p15:guide id="7" orient="horz" pos="905" userDrawn="1">
          <p15:clr>
            <a:srgbClr val="5ACBF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hree Column Bullet with Subtitle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260F77E-464D-46F7-A8F8-6F281DAB0C7A}"/>
              </a:ext>
            </a:extLst>
          </p:cNvPr>
          <p:cNvSpPr>
            <a:spLocks noGrp="1"/>
          </p:cNvSpPr>
          <p:nvPr>
            <p:ph type="title"/>
          </p:nvPr>
        </p:nvSpPr>
        <p:spPr>
          <a:xfrm>
            <a:off x="588263" y="457200"/>
            <a:ext cx="11018520" cy="553998"/>
          </a:xfrm>
        </p:spPr>
        <p:txBody>
          <a:bodyPr>
            <a:spAutoFit/>
          </a:bodyPr>
          <a:lstStyle/>
          <a:p>
            <a:r>
              <a:rPr lang="en-GB"/>
              <a:t>Click to edit Master title style</a:t>
            </a:r>
            <a:endParaRPr lang="en-US" dirty="0"/>
          </a:p>
        </p:txBody>
      </p:sp>
      <p:sp>
        <p:nvSpPr>
          <p:cNvPr id="19" name="Text Placeholder 11">
            <a:extLst>
              <a:ext uri="{FF2B5EF4-FFF2-40B4-BE49-F238E27FC236}">
                <a16:creationId xmlns:a16="http://schemas.microsoft.com/office/drawing/2014/main" id="{CB20F198-3776-433D-85A8-C2B6AC6235FF}"/>
              </a:ext>
            </a:extLst>
          </p:cNvPr>
          <p:cNvSpPr>
            <a:spLocks noGrp="1"/>
          </p:cNvSpPr>
          <p:nvPr>
            <p:ph type="body" sz="quarter" idx="16"/>
          </p:nvPr>
        </p:nvSpPr>
        <p:spPr>
          <a:xfrm>
            <a:off x="585217" y="1438275"/>
            <a:ext cx="3264408" cy="677108"/>
          </a:xfrm>
        </p:spPr>
        <p:txBody>
          <a:bodyPr anchor="t"/>
          <a:lstStyle>
            <a:lvl1pPr marL="0" indent="0">
              <a:spcBef>
                <a:spcPts val="0"/>
              </a:spcBef>
              <a:buNone/>
              <a:defRPr sz="2200">
                <a:solidFill>
                  <a:schemeClr val="tx1"/>
                </a:solidFill>
                <a:latin typeface="+mj-lt"/>
              </a:defRPr>
            </a:lvl1pPr>
          </a:lstStyle>
          <a:p>
            <a:pPr lvl="0"/>
            <a:r>
              <a:rPr lang="en-GB"/>
              <a:t>Click to edit Master text styles</a:t>
            </a:r>
          </a:p>
        </p:txBody>
      </p:sp>
      <p:sp>
        <p:nvSpPr>
          <p:cNvPr id="20" name="Text Placeholder 7">
            <a:extLst>
              <a:ext uri="{FF2B5EF4-FFF2-40B4-BE49-F238E27FC236}">
                <a16:creationId xmlns:a16="http://schemas.microsoft.com/office/drawing/2014/main" id="{97BC59AA-6CF8-4091-8008-21AA9AD8E8B5}"/>
              </a:ext>
            </a:extLst>
          </p:cNvPr>
          <p:cNvSpPr>
            <a:spLocks noGrp="1"/>
          </p:cNvSpPr>
          <p:nvPr>
            <p:ph type="body" sz="quarter" idx="14"/>
          </p:nvPr>
        </p:nvSpPr>
        <p:spPr>
          <a:xfrm>
            <a:off x="585217" y="2390775"/>
            <a:ext cx="3264408" cy="1760482"/>
          </a:xfrm>
        </p:spPr>
        <p:txBody>
          <a:bodyPr wrap="square">
            <a:spAutoFit/>
          </a:bodyPr>
          <a:lstStyle>
            <a:lvl1pPr marL="176213" indent="-176213">
              <a:defRPr lang="en-US" sz="2000" dirty="0"/>
            </a:lvl1pPr>
            <a:lvl2pPr marL="322263" indent="-150813">
              <a:defRPr lang="en-US" sz="1800" dirty="0"/>
            </a:lvl2pPr>
            <a:lvl3pPr marL="466725" indent="-138113">
              <a:defRPr lang="en-US" dirty="0"/>
            </a:lvl3pPr>
            <a:lvl4pPr marL="595313" indent="-128588">
              <a:defRPr lang="en-US" dirty="0"/>
            </a:lvl4pPr>
            <a:lvl5pPr marL="731838" indent="-122238">
              <a:defRPr lang="en-US" dirty="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21" name="Text Placeholder 11">
            <a:extLst>
              <a:ext uri="{FF2B5EF4-FFF2-40B4-BE49-F238E27FC236}">
                <a16:creationId xmlns:a16="http://schemas.microsoft.com/office/drawing/2014/main" id="{BECED387-BA3E-49B2-8F1E-0E371E09E0A4}"/>
              </a:ext>
            </a:extLst>
          </p:cNvPr>
          <p:cNvSpPr>
            <a:spLocks noGrp="1"/>
          </p:cNvSpPr>
          <p:nvPr>
            <p:ph type="body" sz="quarter" idx="17"/>
          </p:nvPr>
        </p:nvSpPr>
        <p:spPr>
          <a:xfrm>
            <a:off x="4463796" y="1438275"/>
            <a:ext cx="3264408" cy="677108"/>
          </a:xfrm>
        </p:spPr>
        <p:txBody>
          <a:bodyPr anchor="t"/>
          <a:lstStyle>
            <a:lvl1pPr marL="0" indent="0">
              <a:spcBef>
                <a:spcPts val="0"/>
              </a:spcBef>
              <a:buNone/>
              <a:defRPr sz="2200">
                <a:solidFill>
                  <a:schemeClr val="tx1"/>
                </a:solidFill>
                <a:latin typeface="+mj-lt"/>
              </a:defRPr>
            </a:lvl1pPr>
          </a:lstStyle>
          <a:p>
            <a:pPr lvl="0"/>
            <a:r>
              <a:rPr lang="en-GB"/>
              <a:t>Click to edit Master text styles</a:t>
            </a:r>
          </a:p>
        </p:txBody>
      </p:sp>
      <p:sp>
        <p:nvSpPr>
          <p:cNvPr id="22" name="Text Placeholder 9">
            <a:extLst>
              <a:ext uri="{FF2B5EF4-FFF2-40B4-BE49-F238E27FC236}">
                <a16:creationId xmlns:a16="http://schemas.microsoft.com/office/drawing/2014/main" id="{6B26A1CD-81F9-4C2F-896F-E69757C6658C}"/>
              </a:ext>
            </a:extLst>
          </p:cNvPr>
          <p:cNvSpPr>
            <a:spLocks noGrp="1"/>
          </p:cNvSpPr>
          <p:nvPr>
            <p:ph type="body" sz="quarter" idx="15"/>
          </p:nvPr>
        </p:nvSpPr>
        <p:spPr>
          <a:xfrm>
            <a:off x="4463796" y="2384135"/>
            <a:ext cx="3264408" cy="1760482"/>
          </a:xfrm>
        </p:spPr>
        <p:txBody>
          <a:bodyPr wrap="square">
            <a:spAutoFit/>
          </a:bodyPr>
          <a:lstStyle>
            <a:lvl1pPr marL="176213" indent="-176213">
              <a:defRPr lang="en-US" sz="2000" dirty="0"/>
            </a:lvl1pPr>
            <a:lvl2pPr marL="398463" indent="-169863">
              <a:defRPr lang="en-US" sz="1800" dirty="0"/>
            </a:lvl2pPr>
            <a:lvl3pPr marL="555625" indent="-157163">
              <a:defRPr lang="en-US" dirty="0"/>
            </a:lvl3pPr>
            <a:lvl4pPr marL="685800" indent="-136525">
              <a:defRPr lang="en-US" dirty="0"/>
            </a:lvl4pPr>
            <a:lvl5pPr marL="800100" indent="-111125">
              <a:defRPr lang="en-US" dirty="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23" name="Text Placeholder 11">
            <a:extLst>
              <a:ext uri="{FF2B5EF4-FFF2-40B4-BE49-F238E27FC236}">
                <a16:creationId xmlns:a16="http://schemas.microsoft.com/office/drawing/2014/main" id="{79263A4B-A9A8-4CE5-96A8-6F6EC365E512}"/>
              </a:ext>
            </a:extLst>
          </p:cNvPr>
          <p:cNvSpPr>
            <a:spLocks noGrp="1"/>
          </p:cNvSpPr>
          <p:nvPr>
            <p:ph type="body" sz="quarter" idx="18"/>
          </p:nvPr>
        </p:nvSpPr>
        <p:spPr>
          <a:xfrm>
            <a:off x="8342375" y="1438275"/>
            <a:ext cx="3264408" cy="677108"/>
          </a:xfrm>
        </p:spPr>
        <p:txBody>
          <a:bodyPr anchor="t"/>
          <a:lstStyle>
            <a:lvl1pPr marL="0" indent="0">
              <a:spcBef>
                <a:spcPts val="0"/>
              </a:spcBef>
              <a:buNone/>
              <a:defRPr sz="2200">
                <a:solidFill>
                  <a:schemeClr val="tx1"/>
                </a:solidFill>
                <a:latin typeface="+mj-lt"/>
              </a:defRPr>
            </a:lvl1pPr>
          </a:lstStyle>
          <a:p>
            <a:pPr lvl="0"/>
            <a:r>
              <a:rPr lang="en-GB"/>
              <a:t>Click to edit Master text styles</a:t>
            </a:r>
          </a:p>
        </p:txBody>
      </p:sp>
      <p:sp>
        <p:nvSpPr>
          <p:cNvPr id="24" name="Text Placeholder 7">
            <a:extLst>
              <a:ext uri="{FF2B5EF4-FFF2-40B4-BE49-F238E27FC236}">
                <a16:creationId xmlns:a16="http://schemas.microsoft.com/office/drawing/2014/main" id="{2205743D-F71A-4647-9BE4-2900BDA2582B}"/>
              </a:ext>
            </a:extLst>
          </p:cNvPr>
          <p:cNvSpPr>
            <a:spLocks noGrp="1"/>
          </p:cNvSpPr>
          <p:nvPr>
            <p:ph type="body" sz="quarter" idx="19"/>
          </p:nvPr>
        </p:nvSpPr>
        <p:spPr>
          <a:xfrm>
            <a:off x="8342375" y="2390775"/>
            <a:ext cx="3264408" cy="1760482"/>
          </a:xfrm>
        </p:spPr>
        <p:txBody>
          <a:bodyPr wrap="square">
            <a:spAutoFit/>
          </a:bodyPr>
          <a:lstStyle>
            <a:lvl1pPr marL="176213" indent="-176213">
              <a:defRPr lang="en-US" sz="2000" dirty="0"/>
            </a:lvl1pPr>
            <a:lvl2pPr marL="398463" indent="-169863">
              <a:defRPr lang="en-US" sz="1800" dirty="0"/>
            </a:lvl2pPr>
            <a:lvl3pPr marL="555625" indent="-157163">
              <a:defRPr lang="en-US" dirty="0"/>
            </a:lvl3pPr>
            <a:lvl4pPr marL="685800" indent="-136525">
              <a:defRPr lang="en-US" dirty="0"/>
            </a:lvl4pPr>
            <a:lvl5pPr marL="800100" indent="-111125">
              <a:defRPr lang="en-US" dirty="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Tree>
    <p:extLst>
      <p:ext uri="{BB962C8B-B14F-4D97-AF65-F5344CB8AC3E}">
        <p14:creationId xmlns:p14="http://schemas.microsoft.com/office/powerpoint/2010/main" val="3696918344"/>
      </p:ext>
    </p:extLst>
  </p:cSld>
  <p:clrMapOvr>
    <a:masterClrMapping/>
  </p:clrMapOvr>
  <p:transition>
    <p:fade/>
  </p:transition>
  <p:extLst>
    <p:ext uri="{DCECCB84-F9BA-43D5-87BE-67443E8EF086}">
      <p15:sldGuideLst xmlns:p15="http://schemas.microsoft.com/office/powerpoint/2012/main">
        <p15:guide id="3" orient="horz" pos="1506">
          <p15:clr>
            <a:srgbClr val="5ACBF0"/>
          </p15:clr>
        </p15:guide>
        <p15:guide id="4" orient="horz" pos="906">
          <p15:clr>
            <a:srgbClr val="5ACBF0"/>
          </p15:clr>
        </p15:guide>
        <p15:guide id="5" orient="horz" pos="288">
          <p15:clr>
            <a:srgbClr val="5ACBF0"/>
          </p15:clr>
        </p15:guide>
        <p15:guide id="6" pos="2430">
          <p15:clr>
            <a:srgbClr val="5ACBF0"/>
          </p15:clr>
        </p15:guide>
        <p15:guide id="7" pos="2811">
          <p15:clr>
            <a:srgbClr val="5ACBF0"/>
          </p15:clr>
        </p15:guide>
        <p15:guide id="8" pos="4871">
          <p15:clr>
            <a:srgbClr val="5ACBF0"/>
          </p15:clr>
        </p15:guide>
        <p15:guide id="9" pos="5251">
          <p15:clr>
            <a:srgbClr val="5ACBF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Four Column Bullet with Subtitle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7A434B7-D4B9-4D45-A31C-F0CC4D227945}"/>
              </a:ext>
            </a:extLst>
          </p:cNvPr>
          <p:cNvSpPr>
            <a:spLocks noGrp="1"/>
          </p:cNvSpPr>
          <p:nvPr>
            <p:ph type="title"/>
          </p:nvPr>
        </p:nvSpPr>
        <p:spPr>
          <a:xfrm>
            <a:off x="588263" y="457200"/>
            <a:ext cx="11018520" cy="553998"/>
          </a:xfrm>
        </p:spPr>
        <p:txBody>
          <a:bodyPr>
            <a:spAutoFit/>
          </a:bodyPr>
          <a:lstStyle/>
          <a:p>
            <a:r>
              <a:rPr lang="en-GB"/>
              <a:t>Click to edit Master title style</a:t>
            </a:r>
            <a:endParaRPr lang="en-US" dirty="0"/>
          </a:p>
        </p:txBody>
      </p:sp>
      <p:sp>
        <p:nvSpPr>
          <p:cNvPr id="22" name="Text Placeholder 11">
            <a:extLst>
              <a:ext uri="{FF2B5EF4-FFF2-40B4-BE49-F238E27FC236}">
                <a16:creationId xmlns:a16="http://schemas.microsoft.com/office/drawing/2014/main" id="{92783506-927E-48F7-8EFC-36257F3E2812}"/>
              </a:ext>
            </a:extLst>
          </p:cNvPr>
          <p:cNvSpPr>
            <a:spLocks noGrp="1"/>
          </p:cNvSpPr>
          <p:nvPr>
            <p:ph type="body" sz="quarter" idx="16"/>
          </p:nvPr>
        </p:nvSpPr>
        <p:spPr>
          <a:xfrm>
            <a:off x="584200" y="1438275"/>
            <a:ext cx="2532063" cy="615553"/>
          </a:xfrm>
        </p:spPr>
        <p:txBody>
          <a:bodyPr anchor="t"/>
          <a:lstStyle>
            <a:lvl1pPr marL="0" indent="0">
              <a:spcBef>
                <a:spcPts val="0"/>
              </a:spcBef>
              <a:buNone/>
              <a:defRPr sz="2000">
                <a:solidFill>
                  <a:schemeClr val="tx1"/>
                </a:solidFill>
                <a:latin typeface="+mj-lt"/>
              </a:defRPr>
            </a:lvl1pPr>
          </a:lstStyle>
          <a:p>
            <a:pPr lvl="0"/>
            <a:r>
              <a:rPr lang="en-GB"/>
              <a:t>Click to edit Master text styles</a:t>
            </a:r>
          </a:p>
        </p:txBody>
      </p:sp>
      <p:sp>
        <p:nvSpPr>
          <p:cNvPr id="23" name="Text Placeholder 7">
            <a:extLst>
              <a:ext uri="{FF2B5EF4-FFF2-40B4-BE49-F238E27FC236}">
                <a16:creationId xmlns:a16="http://schemas.microsoft.com/office/drawing/2014/main" id="{FB6093D3-3EDF-4A80-8450-C5EBB1990775}"/>
              </a:ext>
            </a:extLst>
          </p:cNvPr>
          <p:cNvSpPr>
            <a:spLocks noGrp="1"/>
          </p:cNvSpPr>
          <p:nvPr>
            <p:ph type="body" sz="quarter" idx="14"/>
          </p:nvPr>
        </p:nvSpPr>
        <p:spPr>
          <a:xfrm>
            <a:off x="584200" y="2283115"/>
            <a:ext cx="2532063" cy="1698927"/>
          </a:xfrm>
        </p:spPr>
        <p:txBody>
          <a:bodyPr wrap="square">
            <a:spAutoFit/>
          </a:bodyPr>
          <a:lstStyle>
            <a:lvl1pPr marL="141288" indent="-141288">
              <a:defRPr lang="en-US" sz="1800" dirty="0"/>
            </a:lvl1pPr>
            <a:lvl2pPr marL="285750" indent="-125413">
              <a:defRPr lang="en-US" sz="1600" dirty="0"/>
            </a:lvl2pPr>
            <a:lvl3pPr marL="438150" indent="-133350">
              <a:defRPr lang="en-US" dirty="0"/>
            </a:lvl3pPr>
            <a:lvl4pPr marL="566738" indent="-114300">
              <a:defRPr lang="en-US" dirty="0"/>
            </a:lvl4pPr>
            <a:lvl5pPr marL="685800" indent="-109538">
              <a:defRPr lang="en-US" dirty="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24" name="Text Placeholder 11">
            <a:extLst>
              <a:ext uri="{FF2B5EF4-FFF2-40B4-BE49-F238E27FC236}">
                <a16:creationId xmlns:a16="http://schemas.microsoft.com/office/drawing/2014/main" id="{438D2C80-6884-451D-8D7D-B69022CCC5C4}"/>
              </a:ext>
            </a:extLst>
          </p:cNvPr>
          <p:cNvSpPr>
            <a:spLocks noGrp="1"/>
          </p:cNvSpPr>
          <p:nvPr>
            <p:ph type="body" sz="quarter" idx="17"/>
          </p:nvPr>
        </p:nvSpPr>
        <p:spPr>
          <a:xfrm>
            <a:off x="3413125" y="1438275"/>
            <a:ext cx="2533650" cy="615553"/>
          </a:xfrm>
        </p:spPr>
        <p:txBody>
          <a:bodyPr anchor="t"/>
          <a:lstStyle>
            <a:lvl1pPr marL="0" indent="0">
              <a:spcBef>
                <a:spcPts val="0"/>
              </a:spcBef>
              <a:buNone/>
              <a:defRPr sz="2000">
                <a:solidFill>
                  <a:schemeClr val="tx1"/>
                </a:solidFill>
                <a:latin typeface="+mj-lt"/>
              </a:defRPr>
            </a:lvl1pPr>
          </a:lstStyle>
          <a:p>
            <a:pPr lvl="0"/>
            <a:r>
              <a:rPr lang="en-GB"/>
              <a:t>Click to edit Master text styles</a:t>
            </a:r>
          </a:p>
        </p:txBody>
      </p:sp>
      <p:sp>
        <p:nvSpPr>
          <p:cNvPr id="25" name="Text Placeholder 9">
            <a:extLst>
              <a:ext uri="{FF2B5EF4-FFF2-40B4-BE49-F238E27FC236}">
                <a16:creationId xmlns:a16="http://schemas.microsoft.com/office/drawing/2014/main" id="{7614A884-0AD6-4A85-A432-2B13E7464DA9}"/>
              </a:ext>
            </a:extLst>
          </p:cNvPr>
          <p:cNvSpPr>
            <a:spLocks noGrp="1"/>
          </p:cNvSpPr>
          <p:nvPr>
            <p:ph type="body" sz="quarter" idx="15"/>
          </p:nvPr>
        </p:nvSpPr>
        <p:spPr>
          <a:xfrm>
            <a:off x="3413125" y="2276475"/>
            <a:ext cx="2532063" cy="1698927"/>
          </a:xfrm>
        </p:spPr>
        <p:txBody>
          <a:bodyPr wrap="square">
            <a:spAutoFit/>
          </a:bodyPr>
          <a:lstStyle>
            <a:lvl1pPr marL="141288" indent="-141288">
              <a:defRPr lang="en-US" sz="1800" dirty="0"/>
            </a:lvl1pPr>
            <a:lvl2pPr marL="285750" indent="-125413">
              <a:defRPr lang="en-US" sz="1600" dirty="0"/>
            </a:lvl2pPr>
            <a:lvl3pPr marL="438150" indent="-133350">
              <a:defRPr lang="en-US" dirty="0"/>
            </a:lvl3pPr>
            <a:lvl4pPr marL="566738" indent="-114300">
              <a:defRPr lang="en-US" dirty="0"/>
            </a:lvl4pPr>
            <a:lvl5pPr marL="685800" indent="-109538">
              <a:defRPr lang="en-US" dirty="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26" name="Text Placeholder 11">
            <a:extLst>
              <a:ext uri="{FF2B5EF4-FFF2-40B4-BE49-F238E27FC236}">
                <a16:creationId xmlns:a16="http://schemas.microsoft.com/office/drawing/2014/main" id="{7D8FFDED-9FE5-4D94-8EB0-7D645C10FBFF}"/>
              </a:ext>
            </a:extLst>
          </p:cNvPr>
          <p:cNvSpPr>
            <a:spLocks noGrp="1"/>
          </p:cNvSpPr>
          <p:nvPr>
            <p:ph type="body" sz="quarter" idx="18"/>
          </p:nvPr>
        </p:nvSpPr>
        <p:spPr>
          <a:xfrm>
            <a:off x="6244208" y="1438275"/>
            <a:ext cx="2532063" cy="615553"/>
          </a:xfrm>
        </p:spPr>
        <p:txBody>
          <a:bodyPr anchor="t"/>
          <a:lstStyle>
            <a:lvl1pPr marL="0" indent="0">
              <a:spcBef>
                <a:spcPts val="0"/>
              </a:spcBef>
              <a:buNone/>
              <a:defRPr sz="2000">
                <a:solidFill>
                  <a:schemeClr val="tx1"/>
                </a:solidFill>
                <a:latin typeface="+mj-lt"/>
              </a:defRPr>
            </a:lvl1pPr>
          </a:lstStyle>
          <a:p>
            <a:pPr lvl="0"/>
            <a:r>
              <a:rPr lang="en-GB"/>
              <a:t>Click to edit Master text styles</a:t>
            </a:r>
          </a:p>
        </p:txBody>
      </p:sp>
      <p:sp>
        <p:nvSpPr>
          <p:cNvPr id="27" name="Text Placeholder 7">
            <a:extLst>
              <a:ext uri="{FF2B5EF4-FFF2-40B4-BE49-F238E27FC236}">
                <a16:creationId xmlns:a16="http://schemas.microsoft.com/office/drawing/2014/main" id="{D429D954-9297-44FA-B7BD-56586012419C}"/>
              </a:ext>
            </a:extLst>
          </p:cNvPr>
          <p:cNvSpPr>
            <a:spLocks noGrp="1"/>
          </p:cNvSpPr>
          <p:nvPr>
            <p:ph type="body" sz="quarter" idx="19"/>
          </p:nvPr>
        </p:nvSpPr>
        <p:spPr>
          <a:xfrm>
            <a:off x="6244208" y="2283115"/>
            <a:ext cx="2532063" cy="1698927"/>
          </a:xfrm>
        </p:spPr>
        <p:txBody>
          <a:bodyPr wrap="square">
            <a:spAutoFit/>
          </a:bodyPr>
          <a:lstStyle>
            <a:lvl1pPr marL="141288" indent="-141288">
              <a:defRPr lang="en-US" sz="1800" dirty="0"/>
            </a:lvl1pPr>
            <a:lvl2pPr marL="285750" indent="-125413">
              <a:defRPr lang="en-US" sz="1600" dirty="0"/>
            </a:lvl2pPr>
            <a:lvl3pPr marL="438150" indent="-133350">
              <a:defRPr lang="en-US" dirty="0"/>
            </a:lvl3pPr>
            <a:lvl4pPr marL="566738" indent="-114300">
              <a:defRPr lang="en-US" dirty="0"/>
            </a:lvl4pPr>
            <a:lvl5pPr marL="685800" indent="-109538">
              <a:defRPr lang="en-US" dirty="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28" name="Text Placeholder 11">
            <a:extLst>
              <a:ext uri="{FF2B5EF4-FFF2-40B4-BE49-F238E27FC236}">
                <a16:creationId xmlns:a16="http://schemas.microsoft.com/office/drawing/2014/main" id="{04D43B0D-50F8-4F63-AFA3-34A46F42E816}"/>
              </a:ext>
            </a:extLst>
          </p:cNvPr>
          <p:cNvSpPr>
            <a:spLocks noGrp="1"/>
          </p:cNvSpPr>
          <p:nvPr>
            <p:ph type="body" sz="quarter" idx="20"/>
          </p:nvPr>
        </p:nvSpPr>
        <p:spPr>
          <a:xfrm>
            <a:off x="9073133" y="1438275"/>
            <a:ext cx="2533650" cy="615553"/>
          </a:xfrm>
        </p:spPr>
        <p:txBody>
          <a:bodyPr anchor="t"/>
          <a:lstStyle>
            <a:lvl1pPr marL="0" indent="0">
              <a:spcBef>
                <a:spcPts val="0"/>
              </a:spcBef>
              <a:buNone/>
              <a:defRPr sz="2000">
                <a:solidFill>
                  <a:schemeClr val="tx1"/>
                </a:solidFill>
                <a:latin typeface="+mj-lt"/>
              </a:defRPr>
            </a:lvl1pPr>
          </a:lstStyle>
          <a:p>
            <a:pPr lvl="0"/>
            <a:r>
              <a:rPr lang="en-GB"/>
              <a:t>Click to edit Master text styles</a:t>
            </a:r>
          </a:p>
        </p:txBody>
      </p:sp>
      <p:sp>
        <p:nvSpPr>
          <p:cNvPr id="29" name="Text Placeholder 9">
            <a:extLst>
              <a:ext uri="{FF2B5EF4-FFF2-40B4-BE49-F238E27FC236}">
                <a16:creationId xmlns:a16="http://schemas.microsoft.com/office/drawing/2014/main" id="{804CEFDA-6A6F-42D3-B65C-4BE1054C905E}"/>
              </a:ext>
            </a:extLst>
          </p:cNvPr>
          <p:cNvSpPr>
            <a:spLocks noGrp="1"/>
          </p:cNvSpPr>
          <p:nvPr>
            <p:ph type="body" sz="quarter" idx="21"/>
          </p:nvPr>
        </p:nvSpPr>
        <p:spPr>
          <a:xfrm>
            <a:off x="9073133" y="2276475"/>
            <a:ext cx="2532063" cy="1698927"/>
          </a:xfrm>
        </p:spPr>
        <p:txBody>
          <a:bodyPr wrap="square">
            <a:spAutoFit/>
          </a:bodyPr>
          <a:lstStyle>
            <a:lvl1pPr marL="141288" indent="-141288">
              <a:defRPr lang="en-US" sz="1800" dirty="0"/>
            </a:lvl1pPr>
            <a:lvl2pPr marL="285750" indent="-125413">
              <a:defRPr lang="en-US" sz="1600" dirty="0"/>
            </a:lvl2pPr>
            <a:lvl3pPr marL="438150" indent="-133350">
              <a:defRPr lang="en-US" dirty="0"/>
            </a:lvl3pPr>
            <a:lvl4pPr marL="566738" indent="-114300">
              <a:defRPr lang="en-US" dirty="0"/>
            </a:lvl4pPr>
            <a:lvl5pPr marL="685800" indent="-109538">
              <a:defRPr lang="en-US" dirty="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Tree>
    <p:extLst>
      <p:ext uri="{BB962C8B-B14F-4D97-AF65-F5344CB8AC3E}">
        <p14:creationId xmlns:p14="http://schemas.microsoft.com/office/powerpoint/2010/main" val="1993881619"/>
      </p:ext>
    </p:extLst>
  </p:cSld>
  <p:clrMapOvr>
    <a:masterClrMapping/>
  </p:clrMapOvr>
  <p:transition>
    <p:fade/>
  </p:transition>
  <p:extLst>
    <p:ext uri="{DCECCB84-F9BA-43D5-87BE-67443E8EF086}">
      <p15:sldGuideLst xmlns:p15="http://schemas.microsoft.com/office/powerpoint/2012/main">
        <p15:guide id="4" orient="horz" pos="906">
          <p15:clr>
            <a:srgbClr val="5ACBF0"/>
          </p15:clr>
        </p15:guide>
        <p15:guide id="5" orient="horz" pos="288">
          <p15:clr>
            <a:srgbClr val="5ACBF0"/>
          </p15:clr>
        </p15:guide>
        <p15:guide id="6" pos="1963">
          <p15:clr>
            <a:srgbClr val="5ACBF0"/>
          </p15:clr>
        </p15:guide>
        <p15:guide id="7" pos="2150">
          <p15:clr>
            <a:srgbClr val="5ACBF0"/>
          </p15:clr>
        </p15:guide>
        <p15:guide id="8" pos="3746">
          <p15:clr>
            <a:srgbClr val="5ACBF0"/>
          </p15:clr>
        </p15:guide>
        <p15:guide id="9" pos="3934">
          <p15:clr>
            <a:srgbClr val="5ACBF0"/>
          </p15:clr>
        </p15:guide>
        <p15:guide id="10" pos="5530">
          <p15:clr>
            <a:srgbClr val="5ACBF0"/>
          </p15:clr>
        </p15:guide>
        <p15:guide id="11" pos="5716">
          <p15:clr>
            <a:srgbClr val="5ACBF0"/>
          </p15:clr>
        </p15:guide>
        <p15:guide id="12" orient="horz" pos="1436">
          <p15:clr>
            <a:srgbClr val="5ACBF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Five Column Bullet with Subtitle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7A434B7-D4B9-4D45-A31C-F0CC4D227945}"/>
              </a:ext>
            </a:extLst>
          </p:cNvPr>
          <p:cNvSpPr>
            <a:spLocks noGrp="1"/>
          </p:cNvSpPr>
          <p:nvPr>
            <p:ph type="title"/>
          </p:nvPr>
        </p:nvSpPr>
        <p:spPr>
          <a:xfrm>
            <a:off x="588263" y="457200"/>
            <a:ext cx="11018520" cy="553998"/>
          </a:xfrm>
        </p:spPr>
        <p:txBody>
          <a:bodyPr>
            <a:spAutoFit/>
          </a:bodyPr>
          <a:lstStyle/>
          <a:p>
            <a:r>
              <a:rPr lang="en-GB"/>
              <a:t>Click to edit Master title style</a:t>
            </a:r>
            <a:endParaRPr lang="en-US" dirty="0"/>
          </a:p>
        </p:txBody>
      </p:sp>
      <p:sp>
        <p:nvSpPr>
          <p:cNvPr id="22" name="Text Placeholder 11">
            <a:extLst>
              <a:ext uri="{FF2B5EF4-FFF2-40B4-BE49-F238E27FC236}">
                <a16:creationId xmlns:a16="http://schemas.microsoft.com/office/drawing/2014/main" id="{92783506-927E-48F7-8EFC-36257F3E2812}"/>
              </a:ext>
            </a:extLst>
          </p:cNvPr>
          <p:cNvSpPr>
            <a:spLocks noGrp="1"/>
          </p:cNvSpPr>
          <p:nvPr>
            <p:ph type="body" sz="quarter" idx="16" hasCustomPrompt="1"/>
          </p:nvPr>
        </p:nvSpPr>
        <p:spPr>
          <a:xfrm>
            <a:off x="584200" y="1438275"/>
            <a:ext cx="1965960" cy="492443"/>
          </a:xfrm>
        </p:spPr>
        <p:txBody>
          <a:bodyPr anchor="t"/>
          <a:lstStyle>
            <a:lvl1pPr marL="0" indent="0">
              <a:spcBef>
                <a:spcPts val="0"/>
              </a:spcBef>
              <a:buNone/>
              <a:defRPr sz="1600">
                <a:solidFill>
                  <a:schemeClr val="tx1"/>
                </a:solidFill>
                <a:latin typeface="+mj-lt"/>
              </a:defRPr>
            </a:lvl1pPr>
          </a:lstStyle>
          <a:p>
            <a:pPr lvl="0"/>
            <a:r>
              <a:rPr lang="en-US" dirty="0"/>
              <a:t>Click to edit text styles</a:t>
            </a:r>
          </a:p>
        </p:txBody>
      </p:sp>
      <p:sp>
        <p:nvSpPr>
          <p:cNvPr id="23" name="Text Placeholder 7">
            <a:extLst>
              <a:ext uri="{FF2B5EF4-FFF2-40B4-BE49-F238E27FC236}">
                <a16:creationId xmlns:a16="http://schemas.microsoft.com/office/drawing/2014/main" id="{FB6093D3-3EDF-4A80-8450-C5EBB1990775}"/>
              </a:ext>
            </a:extLst>
          </p:cNvPr>
          <p:cNvSpPr>
            <a:spLocks noGrp="1"/>
          </p:cNvSpPr>
          <p:nvPr>
            <p:ph type="body" sz="quarter" idx="14"/>
          </p:nvPr>
        </p:nvSpPr>
        <p:spPr>
          <a:xfrm>
            <a:off x="584200" y="2283115"/>
            <a:ext cx="1965960" cy="1452705"/>
          </a:xfrm>
        </p:spPr>
        <p:txBody>
          <a:bodyPr wrap="square">
            <a:spAutoFit/>
          </a:bodyPr>
          <a:lstStyle>
            <a:lvl1pPr marL="141288" indent="-141288">
              <a:defRPr lang="en-US" sz="1500" dirty="0"/>
            </a:lvl1pPr>
            <a:lvl2pPr marL="285750" indent="-125413">
              <a:defRPr lang="en-US" sz="1400" dirty="0"/>
            </a:lvl2pPr>
            <a:lvl3pPr marL="438150" indent="-133350">
              <a:defRPr lang="en-US" sz="1400" dirty="0"/>
            </a:lvl3pPr>
            <a:lvl4pPr marL="566738" indent="-114300">
              <a:defRPr lang="en-US" sz="1200" dirty="0"/>
            </a:lvl4pPr>
            <a:lvl5pPr marL="685800" indent="-109538">
              <a:defRPr lang="en-US" sz="1200" dirty="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24" name="Text Placeholder 11">
            <a:extLst>
              <a:ext uri="{FF2B5EF4-FFF2-40B4-BE49-F238E27FC236}">
                <a16:creationId xmlns:a16="http://schemas.microsoft.com/office/drawing/2014/main" id="{438D2C80-6884-451D-8D7D-B69022CCC5C4}"/>
              </a:ext>
            </a:extLst>
          </p:cNvPr>
          <p:cNvSpPr>
            <a:spLocks noGrp="1"/>
          </p:cNvSpPr>
          <p:nvPr>
            <p:ph type="body" sz="quarter" idx="17" hasCustomPrompt="1"/>
          </p:nvPr>
        </p:nvSpPr>
        <p:spPr>
          <a:xfrm>
            <a:off x="2849007" y="1438275"/>
            <a:ext cx="1965960" cy="492443"/>
          </a:xfrm>
        </p:spPr>
        <p:txBody>
          <a:bodyPr anchor="t"/>
          <a:lstStyle>
            <a:lvl1pPr marL="0" indent="0">
              <a:spcBef>
                <a:spcPts val="0"/>
              </a:spcBef>
              <a:buNone/>
              <a:defRPr sz="1600">
                <a:solidFill>
                  <a:schemeClr val="tx1"/>
                </a:solidFill>
                <a:latin typeface="+mj-lt"/>
              </a:defRPr>
            </a:lvl1pPr>
          </a:lstStyle>
          <a:p>
            <a:pPr lvl="0"/>
            <a:r>
              <a:rPr lang="en-US" dirty="0"/>
              <a:t>Click to edit text styles</a:t>
            </a:r>
          </a:p>
        </p:txBody>
      </p:sp>
      <p:sp>
        <p:nvSpPr>
          <p:cNvPr id="25" name="Text Placeholder 9">
            <a:extLst>
              <a:ext uri="{FF2B5EF4-FFF2-40B4-BE49-F238E27FC236}">
                <a16:creationId xmlns:a16="http://schemas.microsoft.com/office/drawing/2014/main" id="{7614A884-0AD6-4A85-A432-2B13E7464DA9}"/>
              </a:ext>
            </a:extLst>
          </p:cNvPr>
          <p:cNvSpPr>
            <a:spLocks noGrp="1"/>
          </p:cNvSpPr>
          <p:nvPr>
            <p:ph type="body" sz="quarter" idx="15"/>
          </p:nvPr>
        </p:nvSpPr>
        <p:spPr>
          <a:xfrm>
            <a:off x="2849007" y="2276475"/>
            <a:ext cx="1965960" cy="1452705"/>
          </a:xfrm>
        </p:spPr>
        <p:txBody>
          <a:bodyPr wrap="square">
            <a:spAutoFit/>
          </a:bodyPr>
          <a:lstStyle>
            <a:lvl1pPr marL="141288" indent="-141288">
              <a:defRPr lang="en-US" sz="1500" dirty="0"/>
            </a:lvl1pPr>
            <a:lvl2pPr marL="285750" indent="-125413">
              <a:defRPr lang="en-US" sz="1400" dirty="0"/>
            </a:lvl2pPr>
            <a:lvl3pPr marL="438150" indent="-133350">
              <a:defRPr lang="en-US" sz="1400" dirty="0"/>
            </a:lvl3pPr>
            <a:lvl4pPr marL="566738" indent="-114300">
              <a:defRPr lang="en-US" sz="1200" dirty="0"/>
            </a:lvl4pPr>
            <a:lvl5pPr marL="685800" indent="-109538">
              <a:defRPr lang="en-US" sz="1200" dirty="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26" name="Text Placeholder 11">
            <a:extLst>
              <a:ext uri="{FF2B5EF4-FFF2-40B4-BE49-F238E27FC236}">
                <a16:creationId xmlns:a16="http://schemas.microsoft.com/office/drawing/2014/main" id="{7D8FFDED-9FE5-4D94-8EB0-7D645C10FBFF}"/>
              </a:ext>
            </a:extLst>
          </p:cNvPr>
          <p:cNvSpPr>
            <a:spLocks noGrp="1"/>
          </p:cNvSpPr>
          <p:nvPr>
            <p:ph type="body" sz="quarter" idx="18" hasCustomPrompt="1"/>
          </p:nvPr>
        </p:nvSpPr>
        <p:spPr>
          <a:xfrm>
            <a:off x="5113814" y="1438275"/>
            <a:ext cx="1965960" cy="492443"/>
          </a:xfrm>
        </p:spPr>
        <p:txBody>
          <a:bodyPr anchor="t"/>
          <a:lstStyle>
            <a:lvl1pPr marL="0" indent="0">
              <a:spcBef>
                <a:spcPts val="0"/>
              </a:spcBef>
              <a:buNone/>
              <a:defRPr sz="1600">
                <a:solidFill>
                  <a:schemeClr val="tx1"/>
                </a:solidFill>
                <a:latin typeface="+mj-lt"/>
              </a:defRPr>
            </a:lvl1pPr>
          </a:lstStyle>
          <a:p>
            <a:pPr lvl="0"/>
            <a:r>
              <a:rPr lang="en-US" dirty="0"/>
              <a:t>Click to edit text styles</a:t>
            </a:r>
          </a:p>
        </p:txBody>
      </p:sp>
      <p:sp>
        <p:nvSpPr>
          <p:cNvPr id="27" name="Text Placeholder 7">
            <a:extLst>
              <a:ext uri="{FF2B5EF4-FFF2-40B4-BE49-F238E27FC236}">
                <a16:creationId xmlns:a16="http://schemas.microsoft.com/office/drawing/2014/main" id="{D429D954-9297-44FA-B7BD-56586012419C}"/>
              </a:ext>
            </a:extLst>
          </p:cNvPr>
          <p:cNvSpPr>
            <a:spLocks noGrp="1"/>
          </p:cNvSpPr>
          <p:nvPr>
            <p:ph type="body" sz="quarter" idx="19"/>
          </p:nvPr>
        </p:nvSpPr>
        <p:spPr>
          <a:xfrm>
            <a:off x="5113814" y="2283115"/>
            <a:ext cx="1965960" cy="1452705"/>
          </a:xfrm>
        </p:spPr>
        <p:txBody>
          <a:bodyPr wrap="square">
            <a:spAutoFit/>
          </a:bodyPr>
          <a:lstStyle>
            <a:lvl1pPr marL="141288" indent="-141288">
              <a:defRPr lang="en-US" sz="1500" dirty="0"/>
            </a:lvl1pPr>
            <a:lvl2pPr marL="285750" indent="-125413">
              <a:defRPr lang="en-US" sz="1400" dirty="0"/>
            </a:lvl2pPr>
            <a:lvl3pPr marL="438150" indent="-133350">
              <a:defRPr lang="en-US" sz="1400" dirty="0"/>
            </a:lvl3pPr>
            <a:lvl4pPr marL="566738" indent="-114300">
              <a:defRPr lang="en-US" sz="1200" dirty="0"/>
            </a:lvl4pPr>
            <a:lvl5pPr marL="685800" indent="-109538">
              <a:defRPr lang="en-US" sz="1200" dirty="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28" name="Text Placeholder 11">
            <a:extLst>
              <a:ext uri="{FF2B5EF4-FFF2-40B4-BE49-F238E27FC236}">
                <a16:creationId xmlns:a16="http://schemas.microsoft.com/office/drawing/2014/main" id="{04D43B0D-50F8-4F63-AFA3-34A46F42E816}"/>
              </a:ext>
            </a:extLst>
          </p:cNvPr>
          <p:cNvSpPr>
            <a:spLocks noGrp="1"/>
          </p:cNvSpPr>
          <p:nvPr>
            <p:ph type="body" sz="quarter" idx="20" hasCustomPrompt="1"/>
          </p:nvPr>
        </p:nvSpPr>
        <p:spPr>
          <a:xfrm>
            <a:off x="7378621" y="1438275"/>
            <a:ext cx="1965960" cy="492443"/>
          </a:xfrm>
        </p:spPr>
        <p:txBody>
          <a:bodyPr anchor="t"/>
          <a:lstStyle>
            <a:lvl1pPr marL="0" indent="0">
              <a:spcBef>
                <a:spcPts val="0"/>
              </a:spcBef>
              <a:buNone/>
              <a:defRPr sz="1600">
                <a:solidFill>
                  <a:schemeClr val="tx1"/>
                </a:solidFill>
                <a:latin typeface="+mj-lt"/>
              </a:defRPr>
            </a:lvl1pPr>
          </a:lstStyle>
          <a:p>
            <a:pPr lvl="0"/>
            <a:r>
              <a:rPr lang="en-US" dirty="0"/>
              <a:t>Click to edit text styles</a:t>
            </a:r>
          </a:p>
        </p:txBody>
      </p:sp>
      <p:sp>
        <p:nvSpPr>
          <p:cNvPr id="29" name="Text Placeholder 9">
            <a:extLst>
              <a:ext uri="{FF2B5EF4-FFF2-40B4-BE49-F238E27FC236}">
                <a16:creationId xmlns:a16="http://schemas.microsoft.com/office/drawing/2014/main" id="{804CEFDA-6A6F-42D3-B65C-4BE1054C905E}"/>
              </a:ext>
            </a:extLst>
          </p:cNvPr>
          <p:cNvSpPr>
            <a:spLocks noGrp="1"/>
          </p:cNvSpPr>
          <p:nvPr>
            <p:ph type="body" sz="quarter" idx="21"/>
          </p:nvPr>
        </p:nvSpPr>
        <p:spPr>
          <a:xfrm>
            <a:off x="7378621" y="2276475"/>
            <a:ext cx="1965960" cy="1452705"/>
          </a:xfrm>
        </p:spPr>
        <p:txBody>
          <a:bodyPr wrap="square">
            <a:spAutoFit/>
          </a:bodyPr>
          <a:lstStyle>
            <a:lvl1pPr marL="141288" indent="-141288">
              <a:defRPr lang="en-US" sz="1500" dirty="0"/>
            </a:lvl1pPr>
            <a:lvl2pPr marL="285750" indent="-125413">
              <a:defRPr lang="en-US" sz="1400" dirty="0"/>
            </a:lvl2pPr>
            <a:lvl3pPr marL="438150" indent="-133350">
              <a:defRPr lang="en-US" sz="1400" dirty="0"/>
            </a:lvl3pPr>
            <a:lvl4pPr marL="566738" indent="-114300">
              <a:defRPr lang="en-US" sz="1200" dirty="0"/>
            </a:lvl4pPr>
            <a:lvl5pPr marL="685800" indent="-109538">
              <a:defRPr lang="en-US" sz="1200" dirty="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11" name="Text Placeholder 11">
            <a:extLst>
              <a:ext uri="{FF2B5EF4-FFF2-40B4-BE49-F238E27FC236}">
                <a16:creationId xmlns:a16="http://schemas.microsoft.com/office/drawing/2014/main" id="{540485AC-5036-400C-92C3-D3E9EC0252BC}"/>
              </a:ext>
            </a:extLst>
          </p:cNvPr>
          <p:cNvSpPr>
            <a:spLocks noGrp="1"/>
          </p:cNvSpPr>
          <p:nvPr>
            <p:ph type="body" sz="quarter" idx="22" hasCustomPrompt="1"/>
          </p:nvPr>
        </p:nvSpPr>
        <p:spPr>
          <a:xfrm>
            <a:off x="9643428" y="1438275"/>
            <a:ext cx="1965960" cy="492443"/>
          </a:xfrm>
        </p:spPr>
        <p:txBody>
          <a:bodyPr anchor="t"/>
          <a:lstStyle>
            <a:lvl1pPr marL="0" indent="0">
              <a:spcBef>
                <a:spcPts val="0"/>
              </a:spcBef>
              <a:buNone/>
              <a:defRPr sz="1600">
                <a:solidFill>
                  <a:schemeClr val="tx1"/>
                </a:solidFill>
                <a:latin typeface="+mj-lt"/>
              </a:defRPr>
            </a:lvl1pPr>
          </a:lstStyle>
          <a:p>
            <a:pPr lvl="0"/>
            <a:r>
              <a:rPr lang="en-US" dirty="0"/>
              <a:t>Click to edit text styles</a:t>
            </a:r>
          </a:p>
        </p:txBody>
      </p:sp>
      <p:sp>
        <p:nvSpPr>
          <p:cNvPr id="12" name="Text Placeholder 9">
            <a:extLst>
              <a:ext uri="{FF2B5EF4-FFF2-40B4-BE49-F238E27FC236}">
                <a16:creationId xmlns:a16="http://schemas.microsoft.com/office/drawing/2014/main" id="{F90290A2-7689-4DF5-971A-36C2D9173411}"/>
              </a:ext>
            </a:extLst>
          </p:cNvPr>
          <p:cNvSpPr>
            <a:spLocks noGrp="1"/>
          </p:cNvSpPr>
          <p:nvPr>
            <p:ph type="body" sz="quarter" idx="23"/>
          </p:nvPr>
        </p:nvSpPr>
        <p:spPr>
          <a:xfrm>
            <a:off x="9643428" y="2276475"/>
            <a:ext cx="1965960" cy="1452705"/>
          </a:xfrm>
        </p:spPr>
        <p:txBody>
          <a:bodyPr wrap="square">
            <a:spAutoFit/>
          </a:bodyPr>
          <a:lstStyle>
            <a:lvl1pPr marL="141288" indent="-141288">
              <a:defRPr lang="en-US" sz="1500" dirty="0"/>
            </a:lvl1pPr>
            <a:lvl2pPr marL="285750" indent="-125413">
              <a:defRPr lang="en-US" sz="1400" dirty="0"/>
            </a:lvl2pPr>
            <a:lvl3pPr marL="438150" indent="-133350">
              <a:defRPr lang="en-US" sz="1400" dirty="0"/>
            </a:lvl3pPr>
            <a:lvl4pPr marL="566738" indent="-114300">
              <a:defRPr lang="en-US" sz="1200" dirty="0"/>
            </a:lvl4pPr>
            <a:lvl5pPr marL="685800" indent="-109538">
              <a:defRPr lang="en-US" sz="1200" dirty="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Tree>
    <p:extLst>
      <p:ext uri="{BB962C8B-B14F-4D97-AF65-F5344CB8AC3E}">
        <p14:creationId xmlns:p14="http://schemas.microsoft.com/office/powerpoint/2010/main" val="3265518951"/>
      </p:ext>
    </p:extLst>
  </p:cSld>
  <p:clrMapOvr>
    <a:masterClrMapping/>
  </p:clrMapOvr>
  <p:transition>
    <p:fade/>
  </p:transition>
  <p:extLst>
    <p:ext uri="{DCECCB84-F9BA-43D5-87BE-67443E8EF086}">
      <p15:sldGuideLst xmlns:p15="http://schemas.microsoft.com/office/powerpoint/2012/main">
        <p15:guide id="4" orient="horz" pos="906">
          <p15:clr>
            <a:srgbClr val="5ACBF0"/>
          </p15:clr>
        </p15:guide>
        <p15:guide id="5" orient="horz" pos="288">
          <p15:clr>
            <a:srgbClr val="5ACBF0"/>
          </p15:clr>
        </p15:guide>
        <p15:guide id="6" pos="1610" userDrawn="1">
          <p15:clr>
            <a:srgbClr val="5ACBF0"/>
          </p15:clr>
        </p15:guide>
        <p15:guide id="7" pos="1795" userDrawn="1">
          <p15:clr>
            <a:srgbClr val="5ACBF0"/>
          </p15:clr>
        </p15:guide>
        <p15:guide id="8" pos="3035" userDrawn="1">
          <p15:clr>
            <a:srgbClr val="5ACBF0"/>
          </p15:clr>
        </p15:guide>
        <p15:guide id="9" pos="3221" userDrawn="1">
          <p15:clr>
            <a:srgbClr val="5ACBF0"/>
          </p15:clr>
        </p15:guide>
        <p15:guide id="10" pos="4461" userDrawn="1">
          <p15:clr>
            <a:srgbClr val="5ACBF0"/>
          </p15:clr>
        </p15:guide>
        <p15:guide id="11" pos="5890" userDrawn="1">
          <p15:clr>
            <a:srgbClr val="5ACBF0"/>
          </p15:clr>
        </p15:guide>
        <p15:guide id="12" orient="horz" pos="1436">
          <p15:clr>
            <a:srgbClr val="5ACBF0"/>
          </p15:clr>
        </p15:guide>
        <p15:guide id="13" pos="4646" userDrawn="1">
          <p15:clr>
            <a:srgbClr val="5ACBF0"/>
          </p15:clr>
        </p15:guide>
        <p15:guide id="14" pos="6072" userDrawn="1">
          <p15:clr>
            <a:srgbClr val="5ACBF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p:txBody>
          <a:bodyPr/>
          <a:lstStyle/>
          <a:p>
            <a:r>
              <a:rPr lang="en-GB"/>
              <a:t>Click to edit Master title style</a:t>
            </a:r>
            <a:endParaRPr lang="en-US" dirty="0"/>
          </a:p>
        </p:txBody>
      </p:sp>
    </p:spTree>
    <p:extLst>
      <p:ext uri="{BB962C8B-B14F-4D97-AF65-F5344CB8AC3E}">
        <p14:creationId xmlns:p14="http://schemas.microsoft.com/office/powerpoint/2010/main" val="1307984548"/>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 Only - left side ">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88264" y="2875002"/>
            <a:ext cx="4127692" cy="1107996"/>
          </a:xfrm>
        </p:spPr>
        <p:txBody>
          <a:bodyPr wrap="square" anchor="ctr">
            <a:spAutoFit/>
          </a:bodyPr>
          <a:lstStyle/>
          <a:p>
            <a:r>
              <a:rPr lang="en-GB"/>
              <a:t>Click to edit Master title style</a:t>
            </a:r>
            <a:endParaRPr lang="en-US" dirty="0"/>
          </a:p>
        </p:txBody>
      </p:sp>
    </p:spTree>
    <p:extLst>
      <p:ext uri="{BB962C8B-B14F-4D97-AF65-F5344CB8AC3E}">
        <p14:creationId xmlns:p14="http://schemas.microsoft.com/office/powerpoint/2010/main" val="61338459"/>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30" orient="horz" pos="288">
          <p15:clr>
            <a:srgbClr val="5ACBF0"/>
          </p15:clr>
        </p15:guide>
        <p15:guide id="32" orient="horz" pos="2160">
          <p15:clr>
            <a:srgbClr val="5ACBF0"/>
          </p15:clr>
        </p15:guide>
        <p15:guide id="33" pos="2976" userDrawn="1">
          <p15:clr>
            <a:srgbClr val="5ACBF0"/>
          </p15:clr>
        </p15:guide>
        <p15:guide id="34" pos="3336" userDrawn="1">
          <p15:clr>
            <a:srgbClr val="5ACBF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Small title - half page">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4B2500C4-B436-4E3A-8A91-A02448A774DB}"/>
              </a:ext>
            </a:extLst>
          </p:cNvPr>
          <p:cNvSpPr>
            <a:spLocks noGrp="1"/>
          </p:cNvSpPr>
          <p:nvPr>
            <p:ph type="title"/>
          </p:nvPr>
        </p:nvSpPr>
        <p:spPr>
          <a:xfrm>
            <a:off x="584200" y="457200"/>
            <a:ext cx="5508419" cy="372410"/>
          </a:xfrm>
        </p:spPr>
        <p:txBody>
          <a:bodyPr tIns="64008"/>
          <a:lstStyle>
            <a:lvl1pPr>
              <a:defRPr sz="2000" spc="0">
                <a:latin typeface="+mj-lt"/>
                <a:cs typeface="Segoe UI" panose="020B0502040204020203" pitchFamily="34" charset="0"/>
              </a:defRPr>
            </a:lvl1pPr>
          </a:lstStyle>
          <a:p>
            <a:r>
              <a:rPr lang="en-GB"/>
              <a:t>Click to edit Master title style</a:t>
            </a:r>
            <a:endParaRPr lang="en-US" dirty="0"/>
          </a:p>
        </p:txBody>
      </p:sp>
    </p:spTree>
    <p:extLst>
      <p:ext uri="{BB962C8B-B14F-4D97-AF65-F5344CB8AC3E}">
        <p14:creationId xmlns:p14="http://schemas.microsoft.com/office/powerpoint/2010/main" val="3243858526"/>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52" userDrawn="1">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userDrawn="1">
          <p15:clr>
            <a:srgbClr val="5ACBF0"/>
          </p15:clr>
        </p15:guide>
        <p15:guide id="29" orient="horz" pos="1271" userDrawn="1">
          <p15:clr>
            <a:srgbClr val="5ACBF0"/>
          </p15:clr>
        </p15:guide>
        <p15:guide id="30" orient="horz" pos="288" userDrawn="1">
          <p15:clr>
            <a:srgbClr val="5ACBF0"/>
          </p15:clr>
        </p15:guide>
        <p15:guide id="31" pos="3840" userDrawn="1">
          <p15:clr>
            <a:srgbClr val="5ACBF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Title - Square Photo ">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35C9167-B5C7-4834-AC78-240C8C3EF11E}"/>
              </a:ext>
            </a:extLst>
          </p:cNvPr>
          <p:cNvSpPr>
            <a:spLocks noGrp="1"/>
          </p:cNvSpPr>
          <p:nvPr>
            <p:ph type="title" hasCustomPrompt="1"/>
          </p:nvPr>
        </p:nvSpPr>
        <p:spPr>
          <a:xfrm>
            <a:off x="588263" y="588963"/>
            <a:ext cx="4158362" cy="2535236"/>
          </a:xfrm>
        </p:spPr>
        <p:txBody>
          <a:bodyPr anchor="b"/>
          <a:lstStyle>
            <a:lvl1pPr>
              <a:defRPr/>
            </a:lvl1pPr>
          </a:lstStyle>
          <a:p>
            <a:r>
              <a:rPr lang="en-US" dirty="0"/>
              <a:t>Title square photo layout </a:t>
            </a:r>
          </a:p>
        </p:txBody>
      </p:sp>
      <p:sp>
        <p:nvSpPr>
          <p:cNvPr id="4" name="Text Placeholder 3">
            <a:extLst>
              <a:ext uri="{FF2B5EF4-FFF2-40B4-BE49-F238E27FC236}">
                <a16:creationId xmlns:a16="http://schemas.microsoft.com/office/drawing/2014/main" id="{0E780C89-4FC1-4FE7-AFCA-1C41A1B0944C}"/>
              </a:ext>
            </a:extLst>
          </p:cNvPr>
          <p:cNvSpPr>
            <a:spLocks noGrp="1"/>
          </p:cNvSpPr>
          <p:nvPr>
            <p:ph type="body" sz="quarter" idx="10"/>
          </p:nvPr>
        </p:nvSpPr>
        <p:spPr>
          <a:xfrm>
            <a:off x="584200" y="3535540"/>
            <a:ext cx="4162425" cy="2733497"/>
          </a:xfrm>
        </p:spPr>
        <p:txBody>
          <a:bodyPr/>
          <a:lstStyle>
            <a:lvl1pPr marL="0" indent="0">
              <a:buNone/>
              <a:defRPr sz="2200">
                <a:latin typeface="+mn-lt"/>
              </a:defRPr>
            </a:lvl1pPr>
            <a:lvl2pPr marL="228600" indent="0">
              <a:buNone/>
              <a:defRPr/>
            </a:lvl2pPr>
            <a:lvl3pPr marL="457200" indent="0">
              <a:buNone/>
              <a:defRPr/>
            </a:lvl3pPr>
            <a:lvl4pPr marL="661988" indent="0">
              <a:buNone/>
              <a:defRPr/>
            </a:lvl4pPr>
            <a:lvl5pPr marL="855663" indent="0">
              <a:buNone/>
              <a:defRPr/>
            </a:lvl5pPr>
          </a:lstStyle>
          <a:p>
            <a:pPr lvl="0"/>
            <a:r>
              <a:rPr lang="en-GB"/>
              <a:t>Click to edit Master text styles</a:t>
            </a:r>
          </a:p>
        </p:txBody>
      </p:sp>
      <p:sp>
        <p:nvSpPr>
          <p:cNvPr id="5" name="Picture Placeholder" descr="This photo is a 'placeholder' only. Drag or drop your photo here, or click and tap the center to insert a photo.">
            <a:extLst>
              <a:ext uri="{FF2B5EF4-FFF2-40B4-BE49-F238E27FC236}">
                <a16:creationId xmlns:a16="http://schemas.microsoft.com/office/drawing/2014/main" id="{2E18FD0C-FA99-4937-92CD-5CF7F279CD8E}"/>
              </a:ext>
            </a:extLst>
          </p:cNvPr>
          <p:cNvSpPr>
            <a:spLocks noGrp="1"/>
          </p:cNvSpPr>
          <p:nvPr>
            <p:ph type="pic" sz="quarter" idx="11" hasCustomPrompt="1"/>
          </p:nvPr>
        </p:nvSpPr>
        <p:spPr bwMode="ltGray">
          <a:xfrm>
            <a:off x="5334000" y="0"/>
            <a:ext cx="6858000" cy="6858000"/>
          </a:xfrm>
          <a:blipFill>
            <a:blip r:embed="rId2"/>
            <a:stretch>
              <a:fillRect/>
            </a:stretch>
          </a:blipFill>
        </p:spPr>
        <p:txBody>
          <a:bodyPr lIns="0" tIns="2377440" rIns="0" anchor="t" anchorCtr="0">
            <a:noAutofit/>
          </a:bodyPr>
          <a:lstStyle>
            <a:lvl1pPr marL="0" indent="0" algn="ctr">
              <a:lnSpc>
                <a:spcPct val="100000"/>
              </a:lnSpc>
              <a:buNone/>
              <a:defRPr sz="1400" b="1">
                <a:solidFill>
                  <a:srgbClr val="000000"/>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6" name="TextBox 5">
            <a:extLst>
              <a:ext uri="{FF2B5EF4-FFF2-40B4-BE49-F238E27FC236}">
                <a16:creationId xmlns:a16="http://schemas.microsoft.com/office/drawing/2014/main" id="{16BDF4B0-32EF-4DA8-9A83-B73DD831057C}"/>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dirty="0">
                <a:solidFill>
                  <a:srgbClr val="A3A3A3"/>
                </a:solidFill>
              </a:rPr>
              <a:t>ELT layout</a:t>
            </a:r>
          </a:p>
        </p:txBody>
      </p:sp>
    </p:spTree>
    <p:extLst>
      <p:ext uri="{BB962C8B-B14F-4D97-AF65-F5344CB8AC3E}">
        <p14:creationId xmlns:p14="http://schemas.microsoft.com/office/powerpoint/2010/main" val="1948112344"/>
      </p:ext>
    </p:extLst>
  </p:cSld>
  <p:clrMapOvr>
    <a:masterClrMapping/>
  </p:clrMapOvr>
  <p:transition>
    <p:fade/>
  </p:transition>
  <p:extLst>
    <p:ext uri="{DCECCB84-F9BA-43D5-87BE-67443E8EF086}">
      <p15:sldGuideLst xmlns:p15="http://schemas.microsoft.com/office/powerpoint/2012/main">
        <p15:guide id="2" pos="3360" userDrawn="1">
          <p15:clr>
            <a:srgbClr val="5ACBF0"/>
          </p15:clr>
        </p15:guide>
        <p15:guide id="7" orient="horz" pos="1968">
          <p15:clr>
            <a:srgbClr val="5ACBF0"/>
          </p15:clr>
        </p15:guide>
        <p15:guide id="8" orient="horz" pos="2226">
          <p15:clr>
            <a:srgbClr val="5ACBF0"/>
          </p15:clr>
        </p15:guide>
        <p15:guide id="10" pos="3729" userDrawn="1">
          <p15:clr>
            <a:srgbClr val="C35EA4"/>
          </p15:clr>
        </p15:guide>
        <p15:guide id="11" pos="2993">
          <p15:clr>
            <a:srgbClr val="5ACBF0"/>
          </p15:clr>
        </p15:guide>
        <p15:guide id="12" pos="3543">
          <p15:clr>
            <a:srgbClr val="A4A3A4"/>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Square Photo ">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B92DE97-5F35-4963-AC7A-96FEB98062FF}"/>
              </a:ext>
            </a:extLst>
          </p:cNvPr>
          <p:cNvSpPr>
            <a:spLocks noGrp="1"/>
          </p:cNvSpPr>
          <p:nvPr>
            <p:ph type="title"/>
          </p:nvPr>
        </p:nvSpPr>
        <p:spPr>
          <a:xfrm>
            <a:off x="588263" y="585788"/>
            <a:ext cx="4159950" cy="5683249"/>
          </a:xfrm>
        </p:spPr>
        <p:txBody>
          <a:bodyPr anchor="ctr"/>
          <a:lstStyle/>
          <a:p>
            <a:r>
              <a:rPr lang="en-GB"/>
              <a:t>Click to edit Master title style</a:t>
            </a:r>
            <a:endParaRPr lang="en-US" dirty="0"/>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EB5B31F-7AD9-4BC6-8D61-62AD8011666E}"/>
              </a:ext>
            </a:extLst>
          </p:cNvPr>
          <p:cNvSpPr>
            <a:spLocks noGrp="1"/>
          </p:cNvSpPr>
          <p:nvPr>
            <p:ph type="pic" sz="quarter" idx="11" hasCustomPrompt="1"/>
          </p:nvPr>
        </p:nvSpPr>
        <p:spPr bwMode="ltGray">
          <a:xfrm>
            <a:off x="5334000" y="0"/>
            <a:ext cx="6858000" cy="6858000"/>
          </a:xfrm>
          <a:blipFill>
            <a:blip r:embed="rId2"/>
            <a:stretch>
              <a:fillRect/>
            </a:stretch>
          </a:blipFill>
        </p:spPr>
        <p:txBody>
          <a:bodyPr lIns="0" tIns="2377440" rIns="0" anchor="t" anchorCtr="0">
            <a:noAutofit/>
          </a:bodyPr>
          <a:lstStyle>
            <a:lvl1pPr marL="0" indent="0" algn="ctr">
              <a:lnSpc>
                <a:spcPct val="100000"/>
              </a:lnSpc>
              <a:buNone/>
              <a:defRPr sz="1400" b="1">
                <a:solidFill>
                  <a:srgbClr val="000000"/>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5" name="TextBox 4">
            <a:extLst>
              <a:ext uri="{FF2B5EF4-FFF2-40B4-BE49-F238E27FC236}">
                <a16:creationId xmlns:a16="http://schemas.microsoft.com/office/drawing/2014/main" id="{8A09A47B-FEF5-47F3-B2DD-A73E7C3234AF}"/>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dirty="0">
                <a:solidFill>
                  <a:srgbClr val="A3A3A3"/>
                </a:solidFill>
              </a:rPr>
              <a:t>ELT layout</a:t>
            </a:r>
          </a:p>
        </p:txBody>
      </p:sp>
    </p:spTree>
    <p:extLst>
      <p:ext uri="{BB962C8B-B14F-4D97-AF65-F5344CB8AC3E}">
        <p14:creationId xmlns:p14="http://schemas.microsoft.com/office/powerpoint/2010/main" val="2651151599"/>
      </p:ext>
    </p:extLst>
  </p:cSld>
  <p:clrMapOvr>
    <a:masterClrMapping/>
  </p:clrMapOvr>
  <p:transition>
    <p:fade/>
  </p:transition>
  <p:extLst>
    <p:ext uri="{DCECCB84-F9BA-43D5-87BE-67443E8EF086}">
      <p15:sldGuideLst xmlns:p15="http://schemas.microsoft.com/office/powerpoint/2012/main">
        <p15:guide id="2" pos="3360" userDrawn="1">
          <p15:clr>
            <a:srgbClr val="5ACBF0"/>
          </p15:clr>
        </p15:guide>
        <p15:guide id="5" orient="horz" pos="2160" userDrawn="1">
          <p15:clr>
            <a:srgbClr val="5ACBF0"/>
          </p15:clr>
        </p15:guide>
        <p15:guide id="6" pos="2991">
          <p15:clr>
            <a:srgbClr val="5ACBF0"/>
          </p15:clr>
        </p15:guide>
        <p15:guide id="7" pos="3728" userDrawn="1">
          <p15:clr>
            <a:srgbClr val="C35EA4"/>
          </p15:clr>
        </p15:guide>
        <p15:guide id="8" pos="3544">
          <p15:clr>
            <a:srgbClr val="A4A3A4"/>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Square Photo 2">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4E2C6C6-B442-4DE7-9C6C-405B9005314D}"/>
              </a:ext>
            </a:extLst>
          </p:cNvPr>
          <p:cNvSpPr>
            <a:spLocks noGrp="1"/>
          </p:cNvSpPr>
          <p:nvPr>
            <p:ph type="title" hasCustomPrompt="1"/>
          </p:nvPr>
        </p:nvSpPr>
        <p:spPr>
          <a:xfrm>
            <a:off x="588263" y="2979738"/>
            <a:ext cx="4163125" cy="3289300"/>
          </a:xfrm>
        </p:spPr>
        <p:txBody>
          <a:bodyPr anchor="t"/>
          <a:lstStyle>
            <a:lvl1pPr>
              <a:defRPr sz="2800"/>
            </a:lvl1pPr>
          </a:lstStyle>
          <a:p>
            <a:r>
              <a:rPr lang="en-US" dirty="0"/>
              <a:t>Square photo layout with smaller text</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3EBEAA94-C151-43DE-8A5A-09E8A930427E}"/>
              </a:ext>
            </a:extLst>
          </p:cNvPr>
          <p:cNvSpPr>
            <a:spLocks noGrp="1"/>
          </p:cNvSpPr>
          <p:nvPr>
            <p:ph type="pic" sz="quarter" idx="11" hasCustomPrompt="1"/>
          </p:nvPr>
        </p:nvSpPr>
        <p:spPr bwMode="ltGray">
          <a:xfrm>
            <a:off x="5334000" y="0"/>
            <a:ext cx="6858000" cy="6858000"/>
          </a:xfrm>
          <a:blipFill>
            <a:blip r:embed="rId2"/>
            <a:stretch>
              <a:fillRect/>
            </a:stretch>
          </a:blipFill>
        </p:spPr>
        <p:txBody>
          <a:bodyPr lIns="0" tIns="2377440" rIns="0" anchor="t" anchorCtr="0">
            <a:noAutofit/>
          </a:bodyPr>
          <a:lstStyle>
            <a:lvl1pPr marL="0" indent="0" algn="ctr">
              <a:lnSpc>
                <a:spcPct val="100000"/>
              </a:lnSpc>
              <a:buNone/>
              <a:defRPr sz="1400" b="1">
                <a:solidFill>
                  <a:srgbClr val="000000"/>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5" name="TextBox 4">
            <a:extLst>
              <a:ext uri="{FF2B5EF4-FFF2-40B4-BE49-F238E27FC236}">
                <a16:creationId xmlns:a16="http://schemas.microsoft.com/office/drawing/2014/main" id="{6C2F1290-9237-4BEE-AAAC-6708F286265B}"/>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dirty="0">
                <a:solidFill>
                  <a:srgbClr val="A3A3A3"/>
                </a:solidFill>
              </a:rPr>
              <a:t>ELT layout</a:t>
            </a:r>
          </a:p>
        </p:txBody>
      </p:sp>
    </p:spTree>
    <p:extLst>
      <p:ext uri="{BB962C8B-B14F-4D97-AF65-F5344CB8AC3E}">
        <p14:creationId xmlns:p14="http://schemas.microsoft.com/office/powerpoint/2010/main" val="1335627901"/>
      </p:ext>
    </p:extLst>
  </p:cSld>
  <p:clrMapOvr>
    <a:masterClrMapping/>
  </p:clrMapOvr>
  <p:transition>
    <p:fade/>
  </p:transition>
  <p:extLst>
    <p:ext uri="{DCECCB84-F9BA-43D5-87BE-67443E8EF086}">
      <p15:sldGuideLst xmlns:p15="http://schemas.microsoft.com/office/powerpoint/2012/main">
        <p15:guide id="2" pos="3360" userDrawn="1">
          <p15:clr>
            <a:srgbClr val="5ACBF0"/>
          </p15:clr>
        </p15:guide>
        <p15:guide id="3" orient="horz" pos="1877">
          <p15:clr>
            <a:srgbClr val="5ACBF0"/>
          </p15:clr>
        </p15:guide>
        <p15:guide id="4" pos="3731">
          <p15:clr>
            <a:srgbClr val="C35EA4"/>
          </p15:clr>
        </p15:guide>
        <p15:guide id="5" pos="2993">
          <p15:clr>
            <a:srgbClr val="5ACBF0"/>
          </p15:clr>
        </p15:guide>
        <p15:guide id="6" pos="3547">
          <p15:clr>
            <a:srgbClr val="A4A3A4"/>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Photo full bleed lower title">
    <p:spTree>
      <p:nvGrpSpPr>
        <p:cNvPr id="1" name=""/>
        <p:cNvGrpSpPr/>
        <p:nvPr/>
      </p:nvGrpSpPr>
      <p:grpSpPr>
        <a:xfrm>
          <a:off x="0" y="0"/>
          <a:ext cx="0" cy="0"/>
          <a:chOff x="0" y="0"/>
          <a:chExt cx="0" cy="0"/>
        </a:xfrm>
      </p:grpSpPr>
      <p:sp>
        <p:nvSpPr>
          <p:cNvPr id="8" name="Picture Placeholder 7" descr="This photo is a 'placeholder' only. Drag or drop your photo here, or click and tap the center to insert a photo.">
            <a:extLst>
              <a:ext uri="{FF2B5EF4-FFF2-40B4-BE49-F238E27FC236}">
                <a16:creationId xmlns:a16="http://schemas.microsoft.com/office/drawing/2014/main" id="{FA608AEF-BE66-4029-BA63-DA15E89C3291}"/>
              </a:ext>
            </a:extLst>
          </p:cNvPr>
          <p:cNvSpPr>
            <a:spLocks noGrp="1"/>
          </p:cNvSpPr>
          <p:nvPr>
            <p:ph type="pic" sz="quarter" idx="10" hasCustomPrompt="1"/>
          </p:nvPr>
        </p:nvSpPr>
        <p:spPr bwMode="ltGray">
          <a:xfrm>
            <a:off x="0" y="0"/>
            <a:ext cx="12192000" cy="6858000"/>
          </a:xfrm>
          <a:blipFill>
            <a:blip r:embed="rId2"/>
            <a:stretch>
              <a:fillRect/>
            </a:stretch>
          </a:blipFill>
        </p:spPr>
        <p:txBody>
          <a:bodyPr wrap="none" bIns="1554480" anchor="ctr">
            <a:noAutofit/>
          </a:bodyPr>
          <a:lstStyle>
            <a:lvl1pPr marL="0" indent="0" algn="ctr">
              <a:buNone/>
              <a:defRPr sz="1400" b="1">
                <a:solidFill>
                  <a:srgbClr val="000000"/>
                </a:solidFill>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3" name="Title 2">
            <a:extLst>
              <a:ext uri="{FF2B5EF4-FFF2-40B4-BE49-F238E27FC236}">
                <a16:creationId xmlns:a16="http://schemas.microsoft.com/office/drawing/2014/main" id="{E033AC47-6988-4AF2-AB7A-F400B9B8392F}"/>
              </a:ext>
            </a:extLst>
          </p:cNvPr>
          <p:cNvSpPr>
            <a:spLocks noGrp="1"/>
          </p:cNvSpPr>
          <p:nvPr>
            <p:ph type="title"/>
          </p:nvPr>
        </p:nvSpPr>
        <p:spPr bwMode="ltGray">
          <a:xfrm>
            <a:off x="0" y="3657600"/>
            <a:ext cx="12192000" cy="3200400"/>
          </a:xfrm>
          <a:gradFill flip="none" rotWithShape="1">
            <a:gsLst>
              <a:gs pos="40000">
                <a:srgbClr val="000000">
                  <a:alpha val="70000"/>
                </a:srgbClr>
              </a:gs>
              <a:gs pos="100000">
                <a:srgbClr val="000000">
                  <a:alpha val="0"/>
                </a:srgbClr>
              </a:gs>
            </a:gsLst>
            <a:lin ang="16200000" scaled="1"/>
            <a:tileRect/>
          </a:gradFill>
        </p:spPr>
        <p:txBody>
          <a:bodyPr lIns="585216" tIns="585216" rIns="585216" bIns="585216" anchor="b" anchorCtr="0">
            <a:noAutofit/>
          </a:bodyPr>
          <a:lstStyle>
            <a:lvl1pPr>
              <a:defRPr sz="3600" spc="0">
                <a:solidFill>
                  <a:srgbClr val="FFFFFF"/>
                </a:solidFill>
              </a:defRPr>
            </a:lvl1pPr>
          </a:lstStyle>
          <a:p>
            <a:r>
              <a:rPr lang="en-GB"/>
              <a:t>Click to edit Master title style</a:t>
            </a:r>
            <a:endParaRPr lang="en-US" dirty="0"/>
          </a:p>
        </p:txBody>
      </p:sp>
      <p:sp>
        <p:nvSpPr>
          <p:cNvPr id="6" name="TextBox 5">
            <a:extLst>
              <a:ext uri="{FF2B5EF4-FFF2-40B4-BE49-F238E27FC236}">
                <a16:creationId xmlns:a16="http://schemas.microsoft.com/office/drawing/2014/main" id="{03F619C2-B134-493A-AB9F-5DE39C929931}"/>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dirty="0">
                <a:solidFill>
                  <a:srgbClr val="A3A3A3"/>
                </a:solidFill>
              </a:rPr>
              <a:t>ELT layout</a:t>
            </a:r>
          </a:p>
        </p:txBody>
      </p:sp>
    </p:spTree>
    <p:extLst>
      <p:ext uri="{BB962C8B-B14F-4D97-AF65-F5344CB8AC3E}">
        <p14:creationId xmlns:p14="http://schemas.microsoft.com/office/powerpoint/2010/main" val="3861443602"/>
      </p:ext>
    </p:extLst>
  </p:cSld>
  <p:clrMapOvr>
    <a:masterClrMapping/>
  </p:clrMapOvr>
  <p:transition>
    <p:fade/>
  </p:transition>
  <p:extLst>
    <p:ext uri="{DCECCB84-F9BA-43D5-87BE-67443E8EF086}">
      <p15:sldGuideLst xmlns:p15="http://schemas.microsoft.com/office/powerpoint/2012/main">
        <p15:guide id="1" orient="horz" pos="2304">
          <p15:clr>
            <a:srgbClr val="5ACBF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Photo full bleed left title">
    <p:spTree>
      <p:nvGrpSpPr>
        <p:cNvPr id="1" name=""/>
        <p:cNvGrpSpPr/>
        <p:nvPr/>
      </p:nvGrpSpPr>
      <p:grpSpPr>
        <a:xfrm>
          <a:off x="0" y="0"/>
          <a:ext cx="0" cy="0"/>
          <a:chOff x="0" y="0"/>
          <a:chExt cx="0" cy="0"/>
        </a:xfrm>
      </p:grpSpPr>
      <p:sp>
        <p:nvSpPr>
          <p:cNvPr id="8" name="Picture Placeholder 7" descr="This photo is a 'placeholder' only. Drag or drop your photo here, or click and tap the center to insert a photo.">
            <a:extLst>
              <a:ext uri="{FF2B5EF4-FFF2-40B4-BE49-F238E27FC236}">
                <a16:creationId xmlns:a16="http://schemas.microsoft.com/office/drawing/2014/main" id="{FA608AEF-BE66-4029-BA63-DA15E89C3291}"/>
              </a:ext>
            </a:extLst>
          </p:cNvPr>
          <p:cNvSpPr>
            <a:spLocks noGrp="1"/>
          </p:cNvSpPr>
          <p:nvPr>
            <p:ph type="pic" sz="quarter" idx="10" hasCustomPrompt="1"/>
          </p:nvPr>
        </p:nvSpPr>
        <p:spPr bwMode="ltGray">
          <a:xfrm>
            <a:off x="0" y="0"/>
            <a:ext cx="12192000" cy="6858000"/>
          </a:xfrm>
          <a:blipFill>
            <a:blip r:embed="rId2"/>
            <a:stretch>
              <a:fillRect/>
            </a:stretch>
          </a:blipFill>
        </p:spPr>
        <p:txBody>
          <a:bodyPr wrap="none" bIns="1554480" anchor="ctr">
            <a:noAutofit/>
          </a:bodyPr>
          <a:lstStyle>
            <a:lvl1pPr marL="0" indent="0" algn="ctr">
              <a:buNone/>
              <a:defRPr sz="1400" b="1">
                <a:solidFill>
                  <a:srgbClr val="000000"/>
                </a:solidFill>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3" name="Title 2">
            <a:extLst>
              <a:ext uri="{FF2B5EF4-FFF2-40B4-BE49-F238E27FC236}">
                <a16:creationId xmlns:a16="http://schemas.microsoft.com/office/drawing/2014/main" id="{E033AC47-6988-4AF2-AB7A-F400B9B8392F}"/>
              </a:ext>
            </a:extLst>
          </p:cNvPr>
          <p:cNvSpPr>
            <a:spLocks noGrp="1"/>
          </p:cNvSpPr>
          <p:nvPr>
            <p:ph type="title" hasCustomPrompt="1"/>
          </p:nvPr>
        </p:nvSpPr>
        <p:spPr bwMode="ltGray">
          <a:xfrm>
            <a:off x="-3" y="0"/>
            <a:ext cx="5669280" cy="6858000"/>
          </a:xfrm>
          <a:gradFill flip="none" rotWithShape="1">
            <a:gsLst>
              <a:gs pos="50000">
                <a:srgbClr val="000000">
                  <a:alpha val="70000"/>
                </a:srgbClr>
              </a:gs>
              <a:gs pos="100000">
                <a:srgbClr val="000000">
                  <a:alpha val="0"/>
                </a:srgbClr>
              </a:gs>
            </a:gsLst>
            <a:lin ang="0" scaled="1"/>
            <a:tileRect/>
          </a:gradFill>
        </p:spPr>
        <p:txBody>
          <a:bodyPr lIns="585216" tIns="585216" rIns="585216" bIns="585216" anchor="ctr">
            <a:noAutofit/>
          </a:bodyPr>
          <a:lstStyle>
            <a:lvl1pPr>
              <a:defRPr sz="3600" spc="0">
                <a:solidFill>
                  <a:srgbClr val="FFFFFF"/>
                </a:solidFill>
              </a:defRPr>
            </a:lvl1pPr>
          </a:lstStyle>
          <a:p>
            <a:r>
              <a:rPr lang="en-US" dirty="0"/>
              <a:t>Click to edit </a:t>
            </a:r>
            <a:br>
              <a:rPr lang="en-US" dirty="0"/>
            </a:br>
            <a:r>
              <a:rPr lang="en-US" dirty="0"/>
              <a:t>Master title style</a:t>
            </a:r>
          </a:p>
        </p:txBody>
      </p:sp>
      <p:sp>
        <p:nvSpPr>
          <p:cNvPr id="6" name="TextBox 5">
            <a:extLst>
              <a:ext uri="{FF2B5EF4-FFF2-40B4-BE49-F238E27FC236}">
                <a16:creationId xmlns:a16="http://schemas.microsoft.com/office/drawing/2014/main" id="{1D4894F6-B50F-43E1-83FC-4F2200B2FA65}"/>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dirty="0">
                <a:solidFill>
                  <a:srgbClr val="A3A3A3"/>
                </a:solidFill>
              </a:rPr>
              <a:t>ELT layout</a:t>
            </a:r>
          </a:p>
        </p:txBody>
      </p:sp>
    </p:spTree>
    <p:extLst>
      <p:ext uri="{BB962C8B-B14F-4D97-AF65-F5344CB8AC3E}">
        <p14:creationId xmlns:p14="http://schemas.microsoft.com/office/powerpoint/2010/main" val="2603402083"/>
      </p:ext>
    </p:extLst>
  </p:cSld>
  <p:clrMapOvr>
    <a:masterClrMapping/>
  </p:clrMapOvr>
  <p:transition>
    <p:fade/>
  </p:transition>
  <p:extLst>
    <p:ext uri="{DCECCB84-F9BA-43D5-87BE-67443E8EF086}">
      <p15:sldGuideLst xmlns:p15="http://schemas.microsoft.com/office/powerpoint/2012/main">
        <p15:guide id="7" pos="3576">
          <p15:clr>
            <a:srgbClr val="5ACBF0"/>
          </p15:clr>
        </p15:guide>
        <p15:guide id="8" orient="horz" pos="2160">
          <p15:clr>
            <a:srgbClr val="5ACBF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Photo full bleed right title">
    <p:spTree>
      <p:nvGrpSpPr>
        <p:cNvPr id="1" name=""/>
        <p:cNvGrpSpPr/>
        <p:nvPr/>
      </p:nvGrpSpPr>
      <p:grpSpPr>
        <a:xfrm>
          <a:off x="0" y="0"/>
          <a:ext cx="0" cy="0"/>
          <a:chOff x="0" y="0"/>
          <a:chExt cx="0" cy="0"/>
        </a:xfrm>
      </p:grpSpPr>
      <p:sp>
        <p:nvSpPr>
          <p:cNvPr id="8" name="Picture Placeholder 7" descr="This photo is a 'placeholder' only. Drag or drop your photo here, or click and tap the center to insert a photo.">
            <a:extLst>
              <a:ext uri="{FF2B5EF4-FFF2-40B4-BE49-F238E27FC236}">
                <a16:creationId xmlns:a16="http://schemas.microsoft.com/office/drawing/2014/main" id="{FA608AEF-BE66-4029-BA63-DA15E89C3291}"/>
              </a:ext>
            </a:extLst>
          </p:cNvPr>
          <p:cNvSpPr>
            <a:spLocks noGrp="1"/>
          </p:cNvSpPr>
          <p:nvPr>
            <p:ph type="pic" sz="quarter" idx="10" hasCustomPrompt="1"/>
          </p:nvPr>
        </p:nvSpPr>
        <p:spPr bwMode="ltGray">
          <a:xfrm>
            <a:off x="0" y="0"/>
            <a:ext cx="12192000" cy="6858000"/>
          </a:xfrm>
          <a:blipFill>
            <a:blip r:embed="rId2"/>
            <a:stretch>
              <a:fillRect/>
            </a:stretch>
          </a:blipFill>
        </p:spPr>
        <p:txBody>
          <a:bodyPr wrap="none" bIns="1554480" anchor="ctr">
            <a:noAutofit/>
          </a:bodyPr>
          <a:lstStyle>
            <a:lvl1pPr marL="0" indent="0" algn="ctr">
              <a:buNone/>
              <a:defRPr sz="1400" b="1">
                <a:solidFill>
                  <a:srgbClr val="000000"/>
                </a:solidFill>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3" name="Title 2">
            <a:extLst>
              <a:ext uri="{FF2B5EF4-FFF2-40B4-BE49-F238E27FC236}">
                <a16:creationId xmlns:a16="http://schemas.microsoft.com/office/drawing/2014/main" id="{E033AC47-6988-4AF2-AB7A-F400B9B8392F}"/>
              </a:ext>
            </a:extLst>
          </p:cNvPr>
          <p:cNvSpPr>
            <a:spLocks noGrp="1"/>
          </p:cNvSpPr>
          <p:nvPr>
            <p:ph type="title" hasCustomPrompt="1"/>
          </p:nvPr>
        </p:nvSpPr>
        <p:spPr bwMode="ltGray">
          <a:xfrm>
            <a:off x="6522720" y="0"/>
            <a:ext cx="5669280" cy="6858000"/>
          </a:xfrm>
          <a:gradFill flip="none" rotWithShape="1">
            <a:gsLst>
              <a:gs pos="50000">
                <a:srgbClr val="000000">
                  <a:alpha val="70000"/>
                </a:srgbClr>
              </a:gs>
              <a:gs pos="100000">
                <a:srgbClr val="000000">
                  <a:alpha val="0"/>
                </a:srgbClr>
              </a:gs>
            </a:gsLst>
            <a:lin ang="10800000" scaled="1"/>
            <a:tileRect/>
          </a:gradFill>
          <a:ln>
            <a:noFill/>
          </a:ln>
        </p:spPr>
        <p:txBody>
          <a:bodyPr lIns="585216" tIns="585216" rIns="585216" bIns="585216" anchor="ctr">
            <a:noAutofit/>
          </a:bodyPr>
          <a:lstStyle>
            <a:lvl1pPr algn="r">
              <a:defRPr sz="3600" spc="0">
                <a:solidFill>
                  <a:srgbClr val="FFFFFF"/>
                </a:solidFill>
              </a:defRPr>
            </a:lvl1pPr>
          </a:lstStyle>
          <a:p>
            <a:r>
              <a:rPr lang="en-US" dirty="0"/>
              <a:t>Click to edit </a:t>
            </a:r>
            <a:br>
              <a:rPr lang="en-US" dirty="0"/>
            </a:br>
            <a:r>
              <a:rPr lang="en-US" dirty="0"/>
              <a:t>Master title style</a:t>
            </a:r>
          </a:p>
        </p:txBody>
      </p:sp>
      <p:sp>
        <p:nvSpPr>
          <p:cNvPr id="6" name="TextBox 5">
            <a:extLst>
              <a:ext uri="{FF2B5EF4-FFF2-40B4-BE49-F238E27FC236}">
                <a16:creationId xmlns:a16="http://schemas.microsoft.com/office/drawing/2014/main" id="{A629011D-E3B4-416F-9D7F-7A99AE49F65A}"/>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dirty="0">
                <a:solidFill>
                  <a:srgbClr val="A3A3A3"/>
                </a:solidFill>
              </a:rPr>
              <a:t>ELT layout</a:t>
            </a:r>
          </a:p>
        </p:txBody>
      </p:sp>
    </p:spTree>
    <p:extLst>
      <p:ext uri="{BB962C8B-B14F-4D97-AF65-F5344CB8AC3E}">
        <p14:creationId xmlns:p14="http://schemas.microsoft.com/office/powerpoint/2010/main" val="1096866871"/>
      </p:ext>
    </p:extLst>
  </p:cSld>
  <p:clrMapOvr>
    <a:masterClrMapping/>
  </p:clrMapOvr>
  <p:transition>
    <p:fade/>
  </p:transition>
  <p:extLst>
    <p:ext uri="{DCECCB84-F9BA-43D5-87BE-67443E8EF086}">
      <p15:sldGuideLst xmlns:p15="http://schemas.microsoft.com/office/powerpoint/2012/main">
        <p15:guide id="7" pos="4105">
          <p15:clr>
            <a:srgbClr val="5ACBF0"/>
          </p15:clr>
        </p15:guide>
        <p15:guide id="8" orient="horz" pos="2160" userDrawn="1">
          <p15:clr>
            <a:srgbClr val="5ACBF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Top horizontal photo and 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E01E45-D858-46CB-8C37-2ADA7A8B4F38}"/>
              </a:ext>
            </a:extLst>
          </p:cNvPr>
          <p:cNvSpPr>
            <a:spLocks noGrp="1"/>
          </p:cNvSpPr>
          <p:nvPr>
            <p:ph type="title"/>
          </p:nvPr>
        </p:nvSpPr>
        <p:spPr>
          <a:xfrm>
            <a:off x="588263" y="5157216"/>
            <a:ext cx="11018520" cy="1111822"/>
          </a:xfrm>
        </p:spPr>
        <p:txBody>
          <a:bodyPr anchor="ctr"/>
          <a:lstStyle>
            <a:lvl1pPr algn="ctr">
              <a:defRPr/>
            </a:lvl1pPr>
          </a:lstStyle>
          <a:p>
            <a:r>
              <a:rPr lang="en-GB"/>
              <a:t>Click to edit Master title style</a:t>
            </a:r>
            <a:endParaRPr lang="en-US" dirty="0"/>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EB5B31F-7AD9-4BC6-8D61-62AD8011666E}"/>
              </a:ext>
            </a:extLst>
          </p:cNvPr>
          <p:cNvSpPr>
            <a:spLocks noGrp="1"/>
          </p:cNvSpPr>
          <p:nvPr>
            <p:ph type="pic" sz="quarter" idx="11" hasCustomPrompt="1"/>
          </p:nvPr>
        </p:nvSpPr>
        <p:spPr bwMode="ltGray">
          <a:xfrm>
            <a:off x="0" y="0"/>
            <a:ext cx="12192000" cy="4572000"/>
          </a:xfrm>
          <a:blipFill>
            <a:blip r:embed="rId2"/>
            <a:stretch>
              <a:fillRect/>
            </a:stretch>
          </a:blipFill>
        </p:spPr>
        <p:txBody>
          <a:bodyPr vert="horz" wrap="square" lIns="0" tIns="1280160" rIns="0" bIns="0" rtlCol="0" anchor="t" anchorCtr="0">
            <a:noAutofit/>
          </a:bodyPr>
          <a:lstStyle>
            <a:lvl1pPr marL="0" indent="0" algn="ctr">
              <a:buNone/>
              <a:defRPr lang="en-US" sz="1400" b="1" dirty="0">
                <a:solidFill>
                  <a:srgbClr val="000000"/>
                </a:solidFill>
              </a:defRPr>
            </a:lvl1pPr>
          </a:lstStyle>
          <a:p>
            <a:pPr marL="228600" lvl="0" indent="-228600" algn="ctr"/>
            <a:r>
              <a:rPr lang="en-US" dirty="0"/>
              <a:t>Drag &amp; drop your photo here </a:t>
            </a:r>
            <a:br>
              <a:rPr lang="en-US" dirty="0"/>
            </a:br>
            <a:r>
              <a:rPr lang="en-US" dirty="0"/>
              <a:t>or click or tap icon below </a:t>
            </a:r>
            <a:br>
              <a:rPr lang="en-US" dirty="0"/>
            </a:br>
            <a:r>
              <a:rPr lang="en-US" dirty="0"/>
              <a:t>to insert</a:t>
            </a:r>
          </a:p>
        </p:txBody>
      </p:sp>
      <p:sp>
        <p:nvSpPr>
          <p:cNvPr id="5" name="TextBox 4">
            <a:extLst>
              <a:ext uri="{FF2B5EF4-FFF2-40B4-BE49-F238E27FC236}">
                <a16:creationId xmlns:a16="http://schemas.microsoft.com/office/drawing/2014/main" id="{3A996C37-D0C9-4349-A860-B639C4EB9D5D}"/>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dirty="0">
                <a:solidFill>
                  <a:srgbClr val="A3A3A3"/>
                </a:solidFill>
              </a:rPr>
              <a:t>ELT layout</a:t>
            </a:r>
          </a:p>
        </p:txBody>
      </p:sp>
    </p:spTree>
    <p:extLst>
      <p:ext uri="{BB962C8B-B14F-4D97-AF65-F5344CB8AC3E}">
        <p14:creationId xmlns:p14="http://schemas.microsoft.com/office/powerpoint/2010/main" val="1390838193"/>
      </p:ext>
    </p:extLst>
  </p:cSld>
  <p:clrMapOvr>
    <a:masterClrMapping/>
  </p:clrMapOvr>
  <p:transition>
    <p:fade/>
  </p:transition>
  <p:extLst>
    <p:ext uri="{DCECCB84-F9BA-43D5-87BE-67443E8EF086}">
      <p15:sldGuideLst xmlns:p15="http://schemas.microsoft.com/office/powerpoint/2012/main">
        <p15:guide id="5" orient="horz" pos="2880">
          <p15:clr>
            <a:srgbClr val="5ACBF0"/>
          </p15:clr>
        </p15:guide>
        <p15:guide id="6" orient="horz" pos="3600" userDrawn="1">
          <p15:clr>
            <a:srgbClr val="5ACBF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Bottom horizontal photo and 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5563AC-3A0B-4839-A9DC-F00E8E5411A6}"/>
              </a:ext>
            </a:extLst>
          </p:cNvPr>
          <p:cNvSpPr>
            <a:spLocks noGrp="1"/>
          </p:cNvSpPr>
          <p:nvPr>
            <p:ph type="title"/>
          </p:nvPr>
        </p:nvSpPr>
        <p:spPr>
          <a:xfrm>
            <a:off x="588263" y="585788"/>
            <a:ext cx="11018520" cy="1114996"/>
          </a:xfrm>
        </p:spPr>
        <p:txBody>
          <a:bodyPr anchor="ctr"/>
          <a:lstStyle>
            <a:lvl1pPr algn="ctr">
              <a:defRPr/>
            </a:lvl1pPr>
          </a:lstStyle>
          <a:p>
            <a:r>
              <a:rPr lang="en-GB"/>
              <a:t>Click to edit Master title style</a:t>
            </a:r>
            <a:endParaRPr lang="en-US" dirty="0"/>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EB5B31F-7AD9-4BC6-8D61-62AD8011666E}"/>
              </a:ext>
            </a:extLst>
          </p:cNvPr>
          <p:cNvSpPr>
            <a:spLocks noGrp="1"/>
          </p:cNvSpPr>
          <p:nvPr>
            <p:ph type="pic" sz="quarter" idx="11" hasCustomPrompt="1"/>
          </p:nvPr>
        </p:nvSpPr>
        <p:spPr bwMode="ltGray">
          <a:xfrm>
            <a:off x="-2381" y="2286000"/>
            <a:ext cx="12192000" cy="4572000"/>
          </a:xfrm>
          <a:blipFill>
            <a:blip r:embed="rId2"/>
            <a:stretch>
              <a:fillRect/>
            </a:stretch>
          </a:blipFill>
        </p:spPr>
        <p:txBody>
          <a:bodyPr vert="horz" wrap="square" lIns="0" tIns="1371600" rIns="0" bIns="0" rtlCol="0" anchor="t" anchorCtr="0">
            <a:noAutofit/>
          </a:bodyPr>
          <a:lstStyle>
            <a:lvl1pPr marL="0" indent="0" algn="ctr">
              <a:buNone/>
              <a:defRPr lang="en-US" sz="1400" b="1" dirty="0">
                <a:solidFill>
                  <a:srgbClr val="000000"/>
                </a:solidFill>
              </a:defRPr>
            </a:lvl1pPr>
          </a:lstStyle>
          <a:p>
            <a:pPr marL="228600" lvl="0" indent="-228600" algn="ctr"/>
            <a:r>
              <a:rPr lang="en-US" dirty="0"/>
              <a:t>Drag &amp; drop your photo here </a:t>
            </a:r>
            <a:br>
              <a:rPr lang="en-US" dirty="0"/>
            </a:br>
            <a:r>
              <a:rPr lang="en-US" dirty="0"/>
              <a:t>or click or tap icon below </a:t>
            </a:r>
            <a:br>
              <a:rPr lang="en-US" dirty="0"/>
            </a:br>
            <a:r>
              <a:rPr lang="en-US" dirty="0"/>
              <a:t>to insert</a:t>
            </a:r>
          </a:p>
        </p:txBody>
      </p:sp>
      <p:sp>
        <p:nvSpPr>
          <p:cNvPr id="5" name="TextBox 4">
            <a:extLst>
              <a:ext uri="{FF2B5EF4-FFF2-40B4-BE49-F238E27FC236}">
                <a16:creationId xmlns:a16="http://schemas.microsoft.com/office/drawing/2014/main" id="{3D6FDE6F-0F4B-446A-A51F-494FB0996655}"/>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dirty="0">
                <a:solidFill>
                  <a:srgbClr val="A3A3A3"/>
                </a:solidFill>
              </a:rPr>
              <a:t>ELT layout</a:t>
            </a:r>
          </a:p>
        </p:txBody>
      </p:sp>
    </p:spTree>
    <p:extLst>
      <p:ext uri="{BB962C8B-B14F-4D97-AF65-F5344CB8AC3E}">
        <p14:creationId xmlns:p14="http://schemas.microsoft.com/office/powerpoint/2010/main" val="1725136582"/>
      </p:ext>
    </p:extLst>
  </p:cSld>
  <p:clrMapOvr>
    <a:masterClrMapping/>
  </p:clrMapOvr>
  <p:transition>
    <p:fade/>
  </p:transition>
  <p:extLst>
    <p:ext uri="{DCECCB84-F9BA-43D5-87BE-67443E8EF086}">
      <p15:sldGuideLst xmlns:p15="http://schemas.microsoft.com/office/powerpoint/2012/main">
        <p15:guide id="5" orient="horz" pos="1440">
          <p15:clr>
            <a:srgbClr val="5ACBF0"/>
          </p15:clr>
        </p15:guide>
        <p15:guide id="6" orient="horz" pos="720" userDrawn="1">
          <p15:clr>
            <a:srgbClr val="5ACBF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Two picture conten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27DCA08-1117-4B11-AEFD-AAB2B33543F9}"/>
              </a:ext>
            </a:extLst>
          </p:cNvPr>
          <p:cNvSpPr>
            <a:spLocks noGrp="1"/>
          </p:cNvSpPr>
          <p:nvPr>
            <p:ph type="title"/>
          </p:nvPr>
        </p:nvSpPr>
        <p:spPr>
          <a:xfrm>
            <a:off x="588263" y="457200"/>
            <a:ext cx="11018520" cy="983234"/>
          </a:xfrm>
        </p:spPr>
        <p:txBody>
          <a:bodyPr/>
          <a:lstStyle/>
          <a:p>
            <a:r>
              <a:rPr lang="en-GB"/>
              <a:t>Click to edit Master title style</a:t>
            </a:r>
            <a:endParaRPr lang="en-US" dirty="0"/>
          </a:p>
        </p:txBody>
      </p:sp>
      <p:sp>
        <p:nvSpPr>
          <p:cNvPr id="4" name="Text Placeholder 3">
            <a:extLst>
              <a:ext uri="{FF2B5EF4-FFF2-40B4-BE49-F238E27FC236}">
                <a16:creationId xmlns:a16="http://schemas.microsoft.com/office/drawing/2014/main" id="{AE833B58-0629-4A46-8711-902C16A99314}"/>
              </a:ext>
            </a:extLst>
          </p:cNvPr>
          <p:cNvSpPr>
            <a:spLocks noGrp="1"/>
          </p:cNvSpPr>
          <p:nvPr>
            <p:ph type="body" sz="quarter" idx="16"/>
          </p:nvPr>
        </p:nvSpPr>
        <p:spPr>
          <a:xfrm>
            <a:off x="584199" y="5689600"/>
            <a:ext cx="5367528" cy="579438"/>
          </a:xfrm>
        </p:spPr>
        <p:txBody>
          <a:bodyPr/>
          <a:lstStyle>
            <a:lvl1pPr marL="0" indent="0" algn="l">
              <a:spcBef>
                <a:spcPts val="0"/>
              </a:spcBef>
              <a:buNone/>
              <a:defRPr sz="1800">
                <a:latin typeface="+mj-lt"/>
              </a:defRPr>
            </a:lvl1pPr>
          </a:lstStyle>
          <a:p>
            <a:pPr lvl="0"/>
            <a:r>
              <a:rPr lang="en-GB"/>
              <a:t>Click to edit Master text styles</a:t>
            </a:r>
          </a:p>
        </p:txBody>
      </p:sp>
      <p:sp>
        <p:nvSpPr>
          <p:cNvPr id="9" name="Picture Placeholder" descr="This photo is a 'placeholder' only. Drag or drop your photo here, or click and tap the center to insert a photo.">
            <a:extLst>
              <a:ext uri="{FF2B5EF4-FFF2-40B4-BE49-F238E27FC236}">
                <a16:creationId xmlns:a16="http://schemas.microsoft.com/office/drawing/2014/main" id="{1231301F-62BD-4CF6-8990-CDF00AFC8CCF}"/>
              </a:ext>
            </a:extLst>
          </p:cNvPr>
          <p:cNvSpPr>
            <a:spLocks noGrp="1"/>
          </p:cNvSpPr>
          <p:nvPr>
            <p:ph type="pic" sz="quarter" idx="13" hasCustomPrompt="1"/>
          </p:nvPr>
        </p:nvSpPr>
        <p:spPr bwMode="ltGray">
          <a:xfrm>
            <a:off x="582612" y="2025650"/>
            <a:ext cx="5367528" cy="3474720"/>
          </a:xfrm>
          <a:blipFill>
            <a:blip r:embed="rId2"/>
            <a:stretch>
              <a:fillRect/>
            </a:stretch>
          </a:blipFill>
        </p:spPr>
        <p:txBody>
          <a:bodyPr vert="horz" wrap="square" lIns="0" tIns="0" rIns="0" bIns="1005840" rtlCol="0" anchor="ctr" anchorCtr="0">
            <a:noAutofit/>
          </a:bodyPr>
          <a:lstStyle>
            <a:lvl1pPr marL="0" indent="0" algn="ctr">
              <a:buNone/>
              <a:defRPr lang="en-US" sz="1000" b="1" dirty="0">
                <a:solidFill>
                  <a:srgbClr val="000000"/>
                </a:solidFill>
              </a:defRPr>
            </a:lvl1pPr>
          </a:lstStyle>
          <a:p>
            <a:pPr marL="228600" lvl="0" indent="-228600" algn="ctr"/>
            <a:r>
              <a:rPr lang="en-US" dirty="0"/>
              <a:t>Drag &amp; drop your photo here </a:t>
            </a:r>
            <a:br>
              <a:rPr lang="en-US" dirty="0"/>
            </a:br>
            <a:r>
              <a:rPr lang="en-US" dirty="0"/>
              <a:t>or click or tap icon below </a:t>
            </a:r>
            <a:br>
              <a:rPr lang="en-US" dirty="0"/>
            </a:br>
            <a:r>
              <a:rPr lang="en-US" dirty="0"/>
              <a:t>to insert</a:t>
            </a:r>
          </a:p>
        </p:txBody>
      </p:sp>
      <p:sp>
        <p:nvSpPr>
          <p:cNvPr id="13" name="Text Placeholder 3">
            <a:extLst>
              <a:ext uri="{FF2B5EF4-FFF2-40B4-BE49-F238E27FC236}">
                <a16:creationId xmlns:a16="http://schemas.microsoft.com/office/drawing/2014/main" id="{05B401B2-8D93-427E-90A4-52337B3965E8}"/>
              </a:ext>
            </a:extLst>
          </p:cNvPr>
          <p:cNvSpPr>
            <a:spLocks noGrp="1"/>
          </p:cNvSpPr>
          <p:nvPr>
            <p:ph type="body" sz="quarter" idx="18"/>
          </p:nvPr>
        </p:nvSpPr>
        <p:spPr>
          <a:xfrm>
            <a:off x="6241860" y="5689600"/>
            <a:ext cx="5367528" cy="579438"/>
          </a:xfrm>
        </p:spPr>
        <p:txBody>
          <a:bodyPr/>
          <a:lstStyle>
            <a:lvl1pPr marL="0" indent="0" algn="l">
              <a:spcBef>
                <a:spcPts val="0"/>
              </a:spcBef>
              <a:buNone/>
              <a:defRPr sz="1800">
                <a:latin typeface="+mj-lt"/>
              </a:defRPr>
            </a:lvl1pPr>
          </a:lstStyle>
          <a:p>
            <a:pPr lvl="0"/>
            <a:r>
              <a:rPr lang="en-GB"/>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7223C820-5673-4288-A9D6-185A95066B1E}"/>
              </a:ext>
            </a:extLst>
          </p:cNvPr>
          <p:cNvSpPr>
            <a:spLocks noGrp="1"/>
          </p:cNvSpPr>
          <p:nvPr>
            <p:ph type="pic" sz="quarter" idx="15" hasCustomPrompt="1"/>
          </p:nvPr>
        </p:nvSpPr>
        <p:spPr bwMode="ltGray">
          <a:xfrm>
            <a:off x="6239255" y="2025650"/>
            <a:ext cx="5367528" cy="3474720"/>
          </a:xfrm>
          <a:blipFill>
            <a:blip r:embed="rId3"/>
            <a:stretch>
              <a:fillRect/>
            </a:stretch>
          </a:blipFill>
        </p:spPr>
        <p:txBody>
          <a:bodyPr vert="horz" wrap="square" lIns="0" tIns="0" rIns="0" bIns="1005840" rtlCol="0" anchor="ctr" anchorCtr="0">
            <a:noAutofit/>
          </a:bodyPr>
          <a:lstStyle>
            <a:lvl1pPr marL="0" indent="0" algn="ctr">
              <a:buNone/>
              <a:defRPr lang="en-US" sz="1000" b="1" dirty="0">
                <a:solidFill>
                  <a:srgbClr val="000000"/>
                </a:solidFill>
              </a:defRPr>
            </a:lvl1pPr>
          </a:lstStyle>
          <a:p>
            <a:pPr marL="228600" lvl="0" indent="-228600" algn="ctr"/>
            <a:r>
              <a:rPr lang="en-US" dirty="0"/>
              <a:t>Drag &amp; drop your photo here </a:t>
            </a:r>
            <a:br>
              <a:rPr lang="en-US" dirty="0"/>
            </a:br>
            <a:r>
              <a:rPr lang="en-US" dirty="0"/>
              <a:t>or click or tap icon below </a:t>
            </a:r>
            <a:br>
              <a:rPr lang="en-US" dirty="0"/>
            </a:br>
            <a:r>
              <a:rPr lang="en-US" dirty="0"/>
              <a:t>to insert</a:t>
            </a:r>
          </a:p>
        </p:txBody>
      </p:sp>
      <p:sp>
        <p:nvSpPr>
          <p:cNvPr id="10" name="TextBox 9">
            <a:extLst>
              <a:ext uri="{FF2B5EF4-FFF2-40B4-BE49-F238E27FC236}">
                <a16:creationId xmlns:a16="http://schemas.microsoft.com/office/drawing/2014/main" id="{CAF59E09-7602-42B9-AB0C-9D1365A9EBB2}"/>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dirty="0">
                <a:solidFill>
                  <a:srgbClr val="A3A3A3"/>
                </a:solidFill>
              </a:rPr>
              <a:t>ELT layout</a:t>
            </a:r>
          </a:p>
        </p:txBody>
      </p:sp>
    </p:spTree>
    <p:extLst>
      <p:ext uri="{BB962C8B-B14F-4D97-AF65-F5344CB8AC3E}">
        <p14:creationId xmlns:p14="http://schemas.microsoft.com/office/powerpoint/2010/main" val="646059488"/>
      </p:ext>
    </p:extLst>
  </p:cSld>
  <p:clrMapOvr>
    <a:masterClrMapping/>
  </p:clrMapOvr>
  <p:transition>
    <p:fade/>
  </p:transition>
  <p:extLst>
    <p:ext uri="{DCECCB84-F9BA-43D5-87BE-67443E8EF086}">
      <p15:sldGuideLst xmlns:p15="http://schemas.microsoft.com/office/powerpoint/2012/main">
        <p15:guide id="3" orient="horz" pos="3584">
          <p15:clr>
            <a:srgbClr val="5ACBF0"/>
          </p15:clr>
        </p15:guide>
        <p15:guide id="4" orient="horz" pos="1276">
          <p15:clr>
            <a:srgbClr val="5ACBF0"/>
          </p15:clr>
        </p15:guide>
        <p15:guide id="5" orient="horz" pos="288">
          <p15:clr>
            <a:srgbClr val="5ACBF0"/>
          </p15:clr>
        </p15:guide>
        <p15:guide id="6" pos="3749">
          <p15:clr>
            <a:srgbClr val="5ACBF0"/>
          </p15:clr>
        </p15:guide>
        <p15:guide id="7" pos="3931">
          <p15:clr>
            <a:srgbClr val="5ACBF0"/>
          </p15:clr>
        </p15:guide>
        <p15:guide id="8" orient="horz" pos="3464" userDrawn="1">
          <p15:clr>
            <a:srgbClr val="5ACBF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Three picture conten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260F77E-464D-46F7-A8F8-6F281DAB0C7A}"/>
              </a:ext>
            </a:extLst>
          </p:cNvPr>
          <p:cNvSpPr>
            <a:spLocks noGrp="1"/>
          </p:cNvSpPr>
          <p:nvPr>
            <p:ph type="title"/>
          </p:nvPr>
        </p:nvSpPr>
        <p:spPr>
          <a:xfrm>
            <a:off x="588263" y="457200"/>
            <a:ext cx="11018520" cy="983234"/>
          </a:xfrm>
        </p:spPr>
        <p:txBody>
          <a:bodyPr/>
          <a:lstStyle/>
          <a:p>
            <a:r>
              <a:rPr lang="en-GB"/>
              <a:t>Click to edit Master title style</a:t>
            </a:r>
            <a:endParaRPr lang="en-US" dirty="0"/>
          </a:p>
        </p:txBody>
      </p:sp>
      <p:sp>
        <p:nvSpPr>
          <p:cNvPr id="4" name="Text Placeholder 3">
            <a:extLst>
              <a:ext uri="{FF2B5EF4-FFF2-40B4-BE49-F238E27FC236}">
                <a16:creationId xmlns:a16="http://schemas.microsoft.com/office/drawing/2014/main" id="{AE833B58-0629-4A46-8711-902C16A99314}"/>
              </a:ext>
            </a:extLst>
          </p:cNvPr>
          <p:cNvSpPr>
            <a:spLocks noGrp="1"/>
          </p:cNvSpPr>
          <p:nvPr>
            <p:ph type="body" sz="quarter" idx="16"/>
          </p:nvPr>
        </p:nvSpPr>
        <p:spPr>
          <a:xfrm>
            <a:off x="582613" y="5689600"/>
            <a:ext cx="3475037" cy="579438"/>
          </a:xfrm>
        </p:spPr>
        <p:txBody>
          <a:bodyPr/>
          <a:lstStyle>
            <a:lvl1pPr marL="0" indent="0" algn="l">
              <a:spcBef>
                <a:spcPts val="0"/>
              </a:spcBef>
              <a:buNone/>
              <a:defRPr sz="1800">
                <a:latin typeface="+mj-lt"/>
              </a:defRPr>
            </a:lvl1pPr>
          </a:lstStyle>
          <a:p>
            <a:pPr lvl="0"/>
            <a:r>
              <a:rPr lang="en-GB"/>
              <a:t>Click to edit Master text styles</a:t>
            </a:r>
          </a:p>
        </p:txBody>
      </p:sp>
      <p:sp>
        <p:nvSpPr>
          <p:cNvPr id="9" name="Picture Placeholder" descr="This photo is a 'placeholder' only. Drag or drop your photo here, or click and tap the center to insert a photo.">
            <a:extLst>
              <a:ext uri="{FF2B5EF4-FFF2-40B4-BE49-F238E27FC236}">
                <a16:creationId xmlns:a16="http://schemas.microsoft.com/office/drawing/2014/main" id="{1231301F-62BD-4CF6-8990-CDF00AFC8CCF}"/>
              </a:ext>
            </a:extLst>
          </p:cNvPr>
          <p:cNvSpPr>
            <a:spLocks noGrp="1"/>
          </p:cNvSpPr>
          <p:nvPr>
            <p:ph type="pic" sz="quarter" idx="13" hasCustomPrompt="1"/>
          </p:nvPr>
        </p:nvSpPr>
        <p:spPr bwMode="ltGray">
          <a:xfrm>
            <a:off x="582612" y="2025650"/>
            <a:ext cx="3474720" cy="3474720"/>
          </a:xfrm>
          <a:blipFill>
            <a:blip r:embed="rId2"/>
            <a:stretch>
              <a:fillRect/>
            </a:stretch>
          </a:blipFill>
        </p:spPr>
        <p:txBody>
          <a:bodyPr lIns="0" tIns="0" rIns="0" bIns="1005840" anchor="ctr" anchorCtr="0">
            <a:noAutofit/>
          </a:bodyPr>
          <a:lstStyle>
            <a:lvl1pPr marL="0" indent="0" algn="ctr">
              <a:lnSpc>
                <a:spcPct val="100000"/>
              </a:lnSpc>
              <a:buNone/>
              <a:defRPr sz="800" b="1">
                <a:solidFill>
                  <a:srgbClr val="000000"/>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12" name="Text Placeholder 3">
            <a:extLst>
              <a:ext uri="{FF2B5EF4-FFF2-40B4-BE49-F238E27FC236}">
                <a16:creationId xmlns:a16="http://schemas.microsoft.com/office/drawing/2014/main" id="{7E8A9C08-F392-459F-B90B-EDBF4A830C55}"/>
              </a:ext>
            </a:extLst>
          </p:cNvPr>
          <p:cNvSpPr>
            <a:spLocks noGrp="1"/>
          </p:cNvSpPr>
          <p:nvPr>
            <p:ph type="body" sz="quarter" idx="17"/>
          </p:nvPr>
        </p:nvSpPr>
        <p:spPr>
          <a:xfrm>
            <a:off x="4358640" y="5689600"/>
            <a:ext cx="3475037" cy="579438"/>
          </a:xfrm>
        </p:spPr>
        <p:txBody>
          <a:bodyPr/>
          <a:lstStyle>
            <a:lvl1pPr marL="0" indent="0" algn="l">
              <a:spcBef>
                <a:spcPts val="0"/>
              </a:spcBef>
              <a:buNone/>
              <a:defRPr sz="1800">
                <a:latin typeface="+mj-lt"/>
              </a:defRPr>
            </a:lvl1pPr>
          </a:lstStyle>
          <a:p>
            <a:pPr lvl="0"/>
            <a:r>
              <a:rPr lang="en-GB"/>
              <a:t>Click to edit Master text styles</a:t>
            </a:r>
          </a:p>
        </p:txBody>
      </p:sp>
      <p:sp>
        <p:nvSpPr>
          <p:cNvPr id="10" name="Picture Placeholder" descr="This photo is a 'placeholder' only. Drag or drop your photo here, or click and tap the center to insert a photo.">
            <a:extLst>
              <a:ext uri="{FF2B5EF4-FFF2-40B4-BE49-F238E27FC236}">
                <a16:creationId xmlns:a16="http://schemas.microsoft.com/office/drawing/2014/main" id="{7E401A97-B3D4-43E4-9B09-8AD4B6B26068}"/>
              </a:ext>
            </a:extLst>
          </p:cNvPr>
          <p:cNvSpPr>
            <a:spLocks noGrp="1"/>
          </p:cNvSpPr>
          <p:nvPr>
            <p:ph type="pic" sz="quarter" idx="14" hasCustomPrompt="1"/>
          </p:nvPr>
        </p:nvSpPr>
        <p:spPr bwMode="ltGray">
          <a:xfrm>
            <a:off x="4358640" y="2025650"/>
            <a:ext cx="3474720" cy="3474720"/>
          </a:xfrm>
          <a:blipFill>
            <a:blip r:embed="rId3"/>
            <a:stretch>
              <a:fillRect/>
            </a:stretch>
          </a:blipFill>
        </p:spPr>
        <p:txBody>
          <a:bodyPr lIns="0" tIns="0" rIns="0" bIns="1005840" anchor="ctr" anchorCtr="0">
            <a:noAutofit/>
          </a:bodyPr>
          <a:lstStyle>
            <a:lvl1pPr marL="0" indent="0" algn="ctr">
              <a:lnSpc>
                <a:spcPct val="100000"/>
              </a:lnSpc>
              <a:buNone/>
              <a:defRPr sz="800" b="1">
                <a:solidFill>
                  <a:srgbClr val="000000"/>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13" name="Text Placeholder 3">
            <a:extLst>
              <a:ext uri="{FF2B5EF4-FFF2-40B4-BE49-F238E27FC236}">
                <a16:creationId xmlns:a16="http://schemas.microsoft.com/office/drawing/2014/main" id="{05B401B2-8D93-427E-90A4-52337B3965E8}"/>
              </a:ext>
            </a:extLst>
          </p:cNvPr>
          <p:cNvSpPr>
            <a:spLocks noGrp="1"/>
          </p:cNvSpPr>
          <p:nvPr>
            <p:ph type="body" sz="quarter" idx="18"/>
          </p:nvPr>
        </p:nvSpPr>
        <p:spPr>
          <a:xfrm>
            <a:off x="8134351" y="5689600"/>
            <a:ext cx="3475037" cy="579438"/>
          </a:xfrm>
        </p:spPr>
        <p:txBody>
          <a:bodyPr/>
          <a:lstStyle>
            <a:lvl1pPr marL="0" indent="0" algn="l">
              <a:spcBef>
                <a:spcPts val="0"/>
              </a:spcBef>
              <a:buNone/>
              <a:defRPr sz="1800">
                <a:latin typeface="+mj-lt"/>
              </a:defRPr>
            </a:lvl1pPr>
          </a:lstStyle>
          <a:p>
            <a:pPr lvl="0"/>
            <a:r>
              <a:rPr lang="en-GB"/>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7223C820-5673-4288-A9D6-185A95066B1E}"/>
              </a:ext>
            </a:extLst>
          </p:cNvPr>
          <p:cNvSpPr>
            <a:spLocks noGrp="1"/>
          </p:cNvSpPr>
          <p:nvPr>
            <p:ph type="pic" sz="quarter" idx="15" hasCustomPrompt="1"/>
          </p:nvPr>
        </p:nvSpPr>
        <p:spPr bwMode="ltGray">
          <a:xfrm>
            <a:off x="8132063" y="2025650"/>
            <a:ext cx="3474720" cy="3474720"/>
          </a:xfrm>
          <a:blipFill>
            <a:blip r:embed="rId4"/>
            <a:stretch>
              <a:fillRect/>
            </a:stretch>
          </a:blipFill>
        </p:spPr>
        <p:txBody>
          <a:bodyPr lIns="0" tIns="0" rIns="0" bIns="1005840" anchor="ctr" anchorCtr="0">
            <a:noAutofit/>
          </a:bodyPr>
          <a:lstStyle>
            <a:lvl1pPr marL="0" indent="0" algn="ctr">
              <a:lnSpc>
                <a:spcPct val="100000"/>
              </a:lnSpc>
              <a:buNone/>
              <a:defRPr sz="800" b="1">
                <a:solidFill>
                  <a:srgbClr val="000000"/>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14" name="TextBox 13">
            <a:extLst>
              <a:ext uri="{FF2B5EF4-FFF2-40B4-BE49-F238E27FC236}">
                <a16:creationId xmlns:a16="http://schemas.microsoft.com/office/drawing/2014/main" id="{52B36921-D927-4BA6-8891-8AEE9784923C}"/>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dirty="0">
                <a:solidFill>
                  <a:srgbClr val="A3A3A3"/>
                </a:solidFill>
              </a:rPr>
              <a:t>ELT layout</a:t>
            </a:r>
          </a:p>
        </p:txBody>
      </p:sp>
    </p:spTree>
    <p:extLst>
      <p:ext uri="{BB962C8B-B14F-4D97-AF65-F5344CB8AC3E}">
        <p14:creationId xmlns:p14="http://schemas.microsoft.com/office/powerpoint/2010/main" val="842252135"/>
      </p:ext>
    </p:extLst>
  </p:cSld>
  <p:clrMapOvr>
    <a:masterClrMapping/>
  </p:clrMapOvr>
  <p:transition>
    <p:fade/>
  </p:transition>
  <p:extLst>
    <p:ext uri="{DCECCB84-F9BA-43D5-87BE-67443E8EF086}">
      <p15:sldGuideLst xmlns:p15="http://schemas.microsoft.com/office/powerpoint/2012/main">
        <p15:guide id="3" orient="horz" pos="3584">
          <p15:clr>
            <a:srgbClr val="5ACBF0"/>
          </p15:clr>
        </p15:guide>
        <p15:guide id="4" orient="horz" pos="1276">
          <p15:clr>
            <a:srgbClr val="5ACBF0"/>
          </p15:clr>
        </p15:guide>
        <p15:guide id="5" orient="horz" pos="288">
          <p15:clr>
            <a:srgbClr val="5ACBF0"/>
          </p15:clr>
        </p15:guide>
        <p15:guide id="6" pos="2557">
          <p15:clr>
            <a:srgbClr val="5ACBF0"/>
          </p15:clr>
        </p15:guide>
        <p15:guide id="7" pos="2744">
          <p15:clr>
            <a:srgbClr val="5ACBF0"/>
          </p15:clr>
        </p15:guide>
        <p15:guide id="8" pos="4936">
          <p15:clr>
            <a:srgbClr val="5ACBF0"/>
          </p15:clr>
        </p15:guide>
        <p15:guide id="9" pos="5123">
          <p15:clr>
            <a:srgbClr val="5ACBF0"/>
          </p15:clr>
        </p15:guide>
        <p15:guide id="10" orient="horz" pos="3465" userDrawn="1">
          <p15:clr>
            <a:srgbClr val="5ACBF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Four picture conten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7A434B7-D4B9-4D45-A31C-F0CC4D227945}"/>
              </a:ext>
            </a:extLst>
          </p:cNvPr>
          <p:cNvSpPr>
            <a:spLocks noGrp="1"/>
          </p:cNvSpPr>
          <p:nvPr>
            <p:ph type="title"/>
          </p:nvPr>
        </p:nvSpPr>
        <p:spPr>
          <a:xfrm>
            <a:off x="588263" y="457200"/>
            <a:ext cx="11018520" cy="983234"/>
          </a:xfrm>
        </p:spPr>
        <p:txBody>
          <a:bodyPr/>
          <a:lstStyle/>
          <a:p>
            <a:r>
              <a:rPr lang="en-GB"/>
              <a:t>Click to edit Master title style</a:t>
            </a:r>
            <a:endParaRPr lang="en-US" dirty="0"/>
          </a:p>
        </p:txBody>
      </p:sp>
      <p:sp>
        <p:nvSpPr>
          <p:cNvPr id="4" name="Text Placeholder 3">
            <a:extLst>
              <a:ext uri="{FF2B5EF4-FFF2-40B4-BE49-F238E27FC236}">
                <a16:creationId xmlns:a16="http://schemas.microsoft.com/office/drawing/2014/main" id="{AE833B58-0629-4A46-8711-902C16A99314}"/>
              </a:ext>
            </a:extLst>
          </p:cNvPr>
          <p:cNvSpPr>
            <a:spLocks noGrp="1"/>
          </p:cNvSpPr>
          <p:nvPr>
            <p:ph type="body" sz="quarter" idx="16"/>
          </p:nvPr>
        </p:nvSpPr>
        <p:spPr>
          <a:xfrm>
            <a:off x="582613" y="4753938"/>
            <a:ext cx="2532888" cy="1515100"/>
          </a:xfrm>
        </p:spPr>
        <p:txBody>
          <a:bodyPr/>
          <a:lstStyle>
            <a:lvl1pPr marL="0" indent="0" algn="l">
              <a:spcBef>
                <a:spcPts val="0"/>
              </a:spcBef>
              <a:buNone/>
              <a:defRPr sz="1800">
                <a:latin typeface="+mj-lt"/>
              </a:defRPr>
            </a:lvl1pPr>
          </a:lstStyle>
          <a:p>
            <a:pPr lvl="0"/>
            <a:r>
              <a:rPr lang="en-GB"/>
              <a:t>Click to edit Master text styles</a:t>
            </a:r>
          </a:p>
        </p:txBody>
      </p:sp>
      <p:sp>
        <p:nvSpPr>
          <p:cNvPr id="9" name="Picture Placeholder" descr="This photo is a 'placeholder' only. Drag or drop your photo here, or click and tap the center to insert a photo.">
            <a:extLst>
              <a:ext uri="{FF2B5EF4-FFF2-40B4-BE49-F238E27FC236}">
                <a16:creationId xmlns:a16="http://schemas.microsoft.com/office/drawing/2014/main" id="{1231301F-62BD-4CF6-8990-CDF00AFC8CCF}"/>
              </a:ext>
            </a:extLst>
          </p:cNvPr>
          <p:cNvSpPr>
            <a:spLocks noGrp="1"/>
          </p:cNvSpPr>
          <p:nvPr>
            <p:ph type="pic" sz="quarter" idx="13" hasCustomPrompt="1"/>
          </p:nvPr>
        </p:nvSpPr>
        <p:spPr bwMode="ltGray">
          <a:xfrm>
            <a:off x="582612" y="2025650"/>
            <a:ext cx="2532888" cy="2532888"/>
          </a:xfrm>
          <a:blipFill>
            <a:blip r:embed="rId2"/>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12" name="Text Placeholder 3">
            <a:extLst>
              <a:ext uri="{FF2B5EF4-FFF2-40B4-BE49-F238E27FC236}">
                <a16:creationId xmlns:a16="http://schemas.microsoft.com/office/drawing/2014/main" id="{7E8A9C08-F392-459F-B90B-EDBF4A830C55}"/>
              </a:ext>
            </a:extLst>
          </p:cNvPr>
          <p:cNvSpPr>
            <a:spLocks noGrp="1"/>
          </p:cNvSpPr>
          <p:nvPr>
            <p:ph type="body" sz="quarter" idx="17"/>
          </p:nvPr>
        </p:nvSpPr>
        <p:spPr>
          <a:xfrm>
            <a:off x="3413908" y="4753938"/>
            <a:ext cx="2532888" cy="1515100"/>
          </a:xfrm>
        </p:spPr>
        <p:txBody>
          <a:bodyPr/>
          <a:lstStyle>
            <a:lvl1pPr marL="0" indent="0" algn="l">
              <a:spcBef>
                <a:spcPts val="0"/>
              </a:spcBef>
              <a:buNone/>
              <a:defRPr sz="1800">
                <a:latin typeface="+mj-lt"/>
              </a:defRPr>
            </a:lvl1pPr>
          </a:lstStyle>
          <a:p>
            <a:pPr lvl="0"/>
            <a:r>
              <a:rPr lang="en-GB"/>
              <a:t>Click to edit Master text styles</a:t>
            </a:r>
          </a:p>
        </p:txBody>
      </p:sp>
      <p:sp>
        <p:nvSpPr>
          <p:cNvPr id="10" name="Picture Placeholder" descr="This photo is a 'placeholder' only. Drag or drop your photo here, or click and tap the center to insert a photo.">
            <a:extLst>
              <a:ext uri="{FF2B5EF4-FFF2-40B4-BE49-F238E27FC236}">
                <a16:creationId xmlns:a16="http://schemas.microsoft.com/office/drawing/2014/main" id="{7E401A97-B3D4-43E4-9B09-8AD4B6B26068}"/>
              </a:ext>
            </a:extLst>
          </p:cNvPr>
          <p:cNvSpPr>
            <a:spLocks noGrp="1"/>
          </p:cNvSpPr>
          <p:nvPr>
            <p:ph type="pic" sz="quarter" idx="14" hasCustomPrompt="1"/>
          </p:nvPr>
        </p:nvSpPr>
        <p:spPr bwMode="ltGray">
          <a:xfrm>
            <a:off x="3413908" y="2025650"/>
            <a:ext cx="2532888" cy="2532888"/>
          </a:xfrm>
          <a:blipFill>
            <a:blip r:embed="rId3"/>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13" name="Text Placeholder 3">
            <a:extLst>
              <a:ext uri="{FF2B5EF4-FFF2-40B4-BE49-F238E27FC236}">
                <a16:creationId xmlns:a16="http://schemas.microsoft.com/office/drawing/2014/main" id="{05B401B2-8D93-427E-90A4-52337B3965E8}"/>
              </a:ext>
            </a:extLst>
          </p:cNvPr>
          <p:cNvSpPr>
            <a:spLocks noGrp="1"/>
          </p:cNvSpPr>
          <p:nvPr>
            <p:ph type="body" sz="quarter" idx="18"/>
          </p:nvPr>
        </p:nvSpPr>
        <p:spPr>
          <a:xfrm>
            <a:off x="6245204" y="4753938"/>
            <a:ext cx="2532888" cy="1515100"/>
          </a:xfrm>
        </p:spPr>
        <p:txBody>
          <a:bodyPr/>
          <a:lstStyle>
            <a:lvl1pPr marL="0" indent="0" algn="l">
              <a:spcBef>
                <a:spcPts val="0"/>
              </a:spcBef>
              <a:buNone/>
              <a:defRPr sz="1800">
                <a:latin typeface="+mj-lt"/>
              </a:defRPr>
            </a:lvl1pPr>
          </a:lstStyle>
          <a:p>
            <a:pPr lvl="0"/>
            <a:r>
              <a:rPr lang="en-GB"/>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7223C820-5673-4288-A9D6-185A95066B1E}"/>
              </a:ext>
            </a:extLst>
          </p:cNvPr>
          <p:cNvSpPr>
            <a:spLocks noGrp="1"/>
          </p:cNvSpPr>
          <p:nvPr>
            <p:ph type="pic" sz="quarter" idx="15" hasCustomPrompt="1"/>
          </p:nvPr>
        </p:nvSpPr>
        <p:spPr bwMode="ltGray">
          <a:xfrm>
            <a:off x="6245204" y="2025650"/>
            <a:ext cx="2532888" cy="2532888"/>
          </a:xfrm>
          <a:blipFill>
            <a:blip r:embed="rId4"/>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15" name="Text Placeholder 3">
            <a:extLst>
              <a:ext uri="{FF2B5EF4-FFF2-40B4-BE49-F238E27FC236}">
                <a16:creationId xmlns:a16="http://schemas.microsoft.com/office/drawing/2014/main" id="{38E883C1-8203-4549-AF30-B96AEC45AC68}"/>
              </a:ext>
            </a:extLst>
          </p:cNvPr>
          <p:cNvSpPr>
            <a:spLocks noGrp="1"/>
          </p:cNvSpPr>
          <p:nvPr>
            <p:ph type="body" sz="quarter" idx="20"/>
          </p:nvPr>
        </p:nvSpPr>
        <p:spPr>
          <a:xfrm>
            <a:off x="9076500" y="4753938"/>
            <a:ext cx="2532888" cy="1515100"/>
          </a:xfrm>
        </p:spPr>
        <p:txBody>
          <a:bodyPr/>
          <a:lstStyle>
            <a:lvl1pPr marL="0" indent="0" algn="l">
              <a:spcBef>
                <a:spcPts val="0"/>
              </a:spcBef>
              <a:buNone/>
              <a:defRPr sz="1800">
                <a:latin typeface="+mj-lt"/>
              </a:defRPr>
            </a:lvl1pPr>
          </a:lstStyle>
          <a:p>
            <a:pPr lvl="0"/>
            <a:r>
              <a:rPr lang="en-GB"/>
              <a:t>Click to edit Master text styles</a:t>
            </a:r>
          </a:p>
        </p:txBody>
      </p:sp>
      <p:sp>
        <p:nvSpPr>
          <p:cNvPr id="14" name="Picture Placeholder" descr="This photo is a 'placeholder' only. Drag or drop your photo here, or click and tap the center to insert a photo.">
            <a:extLst>
              <a:ext uri="{FF2B5EF4-FFF2-40B4-BE49-F238E27FC236}">
                <a16:creationId xmlns:a16="http://schemas.microsoft.com/office/drawing/2014/main" id="{BBD58C33-921C-42F1-9803-1C798DB548C2}"/>
              </a:ext>
            </a:extLst>
          </p:cNvPr>
          <p:cNvSpPr>
            <a:spLocks noGrp="1"/>
          </p:cNvSpPr>
          <p:nvPr>
            <p:ph type="pic" sz="quarter" idx="19" hasCustomPrompt="1"/>
          </p:nvPr>
        </p:nvSpPr>
        <p:spPr bwMode="ltGray">
          <a:xfrm>
            <a:off x="9073895" y="2025650"/>
            <a:ext cx="2532888" cy="2532888"/>
          </a:xfrm>
          <a:blipFill>
            <a:blip r:embed="rId5"/>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dirty="0"/>
              <a:t>Dag &amp; drop your photo here </a:t>
            </a:r>
            <a:br>
              <a:rPr lang="en-US" dirty="0"/>
            </a:br>
            <a:r>
              <a:rPr lang="en-US" dirty="0"/>
              <a:t>or click or tap icon below </a:t>
            </a:r>
            <a:br>
              <a:rPr lang="en-US" dirty="0"/>
            </a:br>
            <a:r>
              <a:rPr lang="en-US" dirty="0"/>
              <a:t>to insert</a:t>
            </a:r>
          </a:p>
        </p:txBody>
      </p:sp>
      <p:sp>
        <p:nvSpPr>
          <p:cNvPr id="16" name="TextBox 15">
            <a:extLst>
              <a:ext uri="{FF2B5EF4-FFF2-40B4-BE49-F238E27FC236}">
                <a16:creationId xmlns:a16="http://schemas.microsoft.com/office/drawing/2014/main" id="{5CF56B00-AAD4-4F4F-8228-B6CF8367DE0D}"/>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dirty="0">
                <a:solidFill>
                  <a:srgbClr val="A3A3A3"/>
                </a:solidFill>
              </a:rPr>
              <a:t>ELT layout</a:t>
            </a:r>
          </a:p>
        </p:txBody>
      </p:sp>
    </p:spTree>
    <p:extLst>
      <p:ext uri="{BB962C8B-B14F-4D97-AF65-F5344CB8AC3E}">
        <p14:creationId xmlns:p14="http://schemas.microsoft.com/office/powerpoint/2010/main" val="3474357050"/>
      </p:ext>
    </p:extLst>
  </p:cSld>
  <p:clrMapOvr>
    <a:masterClrMapping/>
  </p:clrMapOvr>
  <p:transition>
    <p:fade/>
  </p:transition>
  <p:extLst>
    <p:ext uri="{DCECCB84-F9BA-43D5-87BE-67443E8EF086}">
      <p15:sldGuideLst xmlns:p15="http://schemas.microsoft.com/office/powerpoint/2012/main">
        <p15:guide id="3" orient="horz" pos="2993">
          <p15:clr>
            <a:srgbClr val="5ACBF0"/>
          </p15:clr>
        </p15:guide>
        <p15:guide id="4" orient="horz" pos="1276">
          <p15:clr>
            <a:srgbClr val="5ACBF0"/>
          </p15:clr>
        </p15:guide>
        <p15:guide id="5" orient="horz" pos="288">
          <p15:clr>
            <a:srgbClr val="5ACBF0"/>
          </p15:clr>
        </p15:guide>
        <p15:guide id="6" pos="1963">
          <p15:clr>
            <a:srgbClr val="5ACBF0"/>
          </p15:clr>
        </p15:guide>
        <p15:guide id="7" pos="2150">
          <p15:clr>
            <a:srgbClr val="5ACBF0"/>
          </p15:clr>
        </p15:guide>
        <p15:guide id="8" pos="3746">
          <p15:clr>
            <a:srgbClr val="5ACBF0"/>
          </p15:clr>
        </p15:guide>
        <p15:guide id="9" pos="3934">
          <p15:clr>
            <a:srgbClr val="5ACBF0"/>
          </p15:clr>
        </p15:guide>
        <p15:guide id="10" pos="5530">
          <p15:clr>
            <a:srgbClr val="5ACBF0"/>
          </p15:clr>
        </p15:guide>
        <p15:guide id="11" pos="5716">
          <p15:clr>
            <a:srgbClr val="5ACBF0"/>
          </p15:clr>
        </p15:guide>
        <p15:guide id="12" orient="horz" pos="2870" userDrawn="1">
          <p15:clr>
            <a:srgbClr val="5ACBF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Two filmstrip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C46CB2-4FDC-43D5-B122-6F27B3C827ED}"/>
              </a:ext>
            </a:extLst>
          </p:cNvPr>
          <p:cNvSpPr>
            <a:spLocks noGrp="1"/>
          </p:cNvSpPr>
          <p:nvPr>
            <p:ph type="title"/>
          </p:nvPr>
        </p:nvSpPr>
        <p:spPr>
          <a:xfrm>
            <a:off x="588263" y="585788"/>
            <a:ext cx="11018520" cy="1115568"/>
          </a:xfrm>
        </p:spPr>
        <p:txBody>
          <a:bodyPr anchor="ctr"/>
          <a:lstStyle>
            <a:lvl1pPr algn="ctr">
              <a:defRPr/>
            </a:lvl1pPr>
          </a:lstStyle>
          <a:p>
            <a:r>
              <a:rPr lang="en-GB"/>
              <a:t>Click to edit Master title style</a:t>
            </a:r>
            <a:endParaRPr lang="en-US" dirty="0"/>
          </a:p>
        </p:txBody>
      </p:sp>
      <p:sp>
        <p:nvSpPr>
          <p:cNvPr id="12" name="Text Placeholder 3">
            <a:extLst>
              <a:ext uri="{FF2B5EF4-FFF2-40B4-BE49-F238E27FC236}">
                <a16:creationId xmlns:a16="http://schemas.microsoft.com/office/drawing/2014/main" id="{9244E618-D996-41A6-8C9D-0C3519EA7A6F}"/>
              </a:ext>
            </a:extLst>
          </p:cNvPr>
          <p:cNvSpPr>
            <a:spLocks noGrp="1"/>
          </p:cNvSpPr>
          <p:nvPr>
            <p:ph type="body" sz="quarter" idx="16"/>
          </p:nvPr>
        </p:nvSpPr>
        <p:spPr>
          <a:xfrm>
            <a:off x="585216" y="5334000"/>
            <a:ext cx="4892040" cy="935037"/>
          </a:xfrm>
        </p:spPr>
        <p:txBody>
          <a:bodyPr/>
          <a:lstStyle>
            <a:lvl1pPr marL="0" indent="0" algn="ctr">
              <a:spcBef>
                <a:spcPts val="0"/>
              </a:spcBef>
              <a:buNone/>
              <a:defRPr sz="1800">
                <a:latin typeface="+mj-lt"/>
              </a:defRPr>
            </a:lvl1pPr>
          </a:lstStyle>
          <a:p>
            <a:pPr lvl="0"/>
            <a:r>
              <a:rPr lang="en-GB"/>
              <a:t>Click to edit Master text styles</a:t>
            </a:r>
          </a:p>
        </p:txBody>
      </p:sp>
      <p:sp>
        <p:nvSpPr>
          <p:cNvPr id="13" name="Picture Placeholder" descr="This photo is a 'placeholder' only. Drag or drop your photo here, or click and tap the center to insert a photo.">
            <a:extLst>
              <a:ext uri="{FF2B5EF4-FFF2-40B4-BE49-F238E27FC236}">
                <a16:creationId xmlns:a16="http://schemas.microsoft.com/office/drawing/2014/main" id="{8B32544F-F93C-4713-86AD-641424F4A7B9}"/>
              </a:ext>
            </a:extLst>
          </p:cNvPr>
          <p:cNvSpPr>
            <a:spLocks noGrp="1"/>
          </p:cNvSpPr>
          <p:nvPr>
            <p:ph type="pic" sz="quarter" idx="13" hasCustomPrompt="1"/>
          </p:nvPr>
        </p:nvSpPr>
        <p:spPr bwMode="ltGray">
          <a:xfrm>
            <a:off x="0" y="2286000"/>
            <a:ext cx="6062472" cy="2807208"/>
          </a:xfrm>
          <a:blipFill>
            <a:blip r:embed="rId2"/>
            <a:stretch>
              <a:fillRect/>
            </a:stretch>
          </a:blipFill>
        </p:spPr>
        <p:txBody>
          <a:bodyPr lIns="0" tIns="0" rIns="0" bIns="731520" anchor="ctr" anchorCtr="0">
            <a:noAutofit/>
          </a:bodyPr>
          <a:lstStyle>
            <a:lvl1pPr marL="0" indent="0" algn="ctr">
              <a:lnSpc>
                <a:spcPct val="100000"/>
              </a:lnSpc>
              <a:buNone/>
              <a:defRPr sz="800" b="1">
                <a:solidFill>
                  <a:srgbClr val="000000"/>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14" name="Text Placeholder 3">
            <a:extLst>
              <a:ext uri="{FF2B5EF4-FFF2-40B4-BE49-F238E27FC236}">
                <a16:creationId xmlns:a16="http://schemas.microsoft.com/office/drawing/2014/main" id="{9E4C32BD-CEF7-42AC-94D8-052EF30E2361}"/>
              </a:ext>
            </a:extLst>
          </p:cNvPr>
          <p:cNvSpPr>
            <a:spLocks noGrp="1"/>
          </p:cNvSpPr>
          <p:nvPr>
            <p:ph type="body" sz="quarter" idx="17"/>
          </p:nvPr>
        </p:nvSpPr>
        <p:spPr>
          <a:xfrm>
            <a:off x="6714744" y="5334000"/>
            <a:ext cx="4892040" cy="938212"/>
          </a:xfrm>
        </p:spPr>
        <p:txBody>
          <a:bodyPr/>
          <a:lstStyle>
            <a:lvl1pPr marL="0" indent="0" algn="ctr">
              <a:spcBef>
                <a:spcPts val="0"/>
              </a:spcBef>
              <a:buNone/>
              <a:defRPr sz="1800">
                <a:latin typeface="+mj-lt"/>
              </a:defRPr>
            </a:lvl1pPr>
          </a:lstStyle>
          <a:p>
            <a:pPr lvl="0"/>
            <a:r>
              <a:rPr lang="en-GB"/>
              <a:t>Click to edit Master text styles</a:t>
            </a:r>
          </a:p>
        </p:txBody>
      </p:sp>
      <p:sp>
        <p:nvSpPr>
          <p:cNvPr id="15" name="Picture Placeholder" descr="This photo is a 'placeholder' only. Drag or drop your photo here, or click and tap the center to insert a photo.">
            <a:extLst>
              <a:ext uri="{FF2B5EF4-FFF2-40B4-BE49-F238E27FC236}">
                <a16:creationId xmlns:a16="http://schemas.microsoft.com/office/drawing/2014/main" id="{E25EC377-3BC6-40D8-AECB-4FEB302014CD}"/>
              </a:ext>
            </a:extLst>
          </p:cNvPr>
          <p:cNvSpPr>
            <a:spLocks noGrp="1"/>
          </p:cNvSpPr>
          <p:nvPr>
            <p:ph type="pic" sz="quarter" idx="14" hasCustomPrompt="1"/>
          </p:nvPr>
        </p:nvSpPr>
        <p:spPr bwMode="ltGray">
          <a:xfrm>
            <a:off x="6129528" y="2286000"/>
            <a:ext cx="6062472" cy="2807208"/>
          </a:xfrm>
          <a:blipFill>
            <a:blip r:embed="rId3"/>
            <a:stretch>
              <a:fillRect/>
            </a:stretch>
          </a:blipFill>
        </p:spPr>
        <p:txBody>
          <a:bodyPr lIns="0" tIns="0" rIns="0" bIns="731520" anchor="ctr" anchorCtr="0">
            <a:noAutofit/>
          </a:bodyPr>
          <a:lstStyle>
            <a:lvl1pPr marL="0" indent="0" algn="ctr">
              <a:lnSpc>
                <a:spcPct val="100000"/>
              </a:lnSpc>
              <a:buNone/>
              <a:defRPr sz="800" b="1">
                <a:solidFill>
                  <a:srgbClr val="000000"/>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3" name="TextBox 2">
            <a:extLst>
              <a:ext uri="{FF2B5EF4-FFF2-40B4-BE49-F238E27FC236}">
                <a16:creationId xmlns:a16="http://schemas.microsoft.com/office/drawing/2014/main" id="{8CE10F07-B8D9-4B69-A567-8BEDE6973D96}"/>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dirty="0">
                <a:solidFill>
                  <a:srgbClr val="A3A3A3"/>
                </a:solidFill>
              </a:rPr>
              <a:t>ELT layout</a:t>
            </a:r>
          </a:p>
        </p:txBody>
      </p:sp>
    </p:spTree>
    <p:extLst>
      <p:ext uri="{BB962C8B-B14F-4D97-AF65-F5344CB8AC3E}">
        <p14:creationId xmlns:p14="http://schemas.microsoft.com/office/powerpoint/2010/main" val="1624772569"/>
      </p:ext>
    </p:extLst>
  </p:cSld>
  <p:clrMapOvr>
    <a:masterClrMapping/>
  </p:clrMapOvr>
  <p:transition>
    <p:fade/>
  </p:transition>
  <p:extLst>
    <p:ext uri="{DCECCB84-F9BA-43D5-87BE-67443E8EF086}">
      <p15:sldGuideLst xmlns:p15="http://schemas.microsoft.com/office/powerpoint/2012/main">
        <p15:guide id="1" orient="horz" pos="720" userDrawn="1">
          <p15:clr>
            <a:srgbClr val="5ACBF0"/>
          </p15:clr>
        </p15:guide>
        <p15:guide id="2" orient="horz" pos="1440">
          <p15:clr>
            <a:srgbClr val="5ACBF0"/>
          </p15:clr>
        </p15:guide>
        <p15:guide id="4" orient="horz" pos="3209" userDrawn="1">
          <p15:clr>
            <a:srgbClr val="5ACBF0"/>
          </p15:clr>
        </p15:guide>
        <p15:guide id="5" pos="3826">
          <p15:clr>
            <a:srgbClr val="5ACBF0"/>
          </p15:clr>
        </p15:guide>
        <p15:guide id="6" pos="3859">
          <p15:clr>
            <a:srgbClr val="5ACBF0"/>
          </p15:clr>
        </p15:guide>
        <p15:guide id="11" pos="1910">
          <p15:clr>
            <a:srgbClr val="5ACBF0"/>
          </p15:clr>
        </p15:guide>
        <p15:guide id="12" pos="5770">
          <p15:clr>
            <a:srgbClr val="5ACBF0"/>
          </p15:clr>
        </p15:guide>
        <p15:guide id="13" orient="horz" pos="3360">
          <p15:clr>
            <a:srgbClr val="5ACBF0"/>
          </p15:clr>
        </p15:guide>
        <p15:guide id="14" orient="horz" userDrawn="1">
          <p15:clr>
            <a:srgbClr val="5ACBF0"/>
          </p15:clr>
        </p15:guide>
        <p15:guide id="15" pos="3451" userDrawn="1">
          <p15:clr>
            <a:srgbClr val="5ACBF0"/>
          </p15:clr>
        </p15:guide>
        <p15:guide id="16" pos="4229" userDrawn="1">
          <p15:clr>
            <a:srgbClr val="5ACBF0"/>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Three filmstrip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C46CB2-4FDC-43D5-B122-6F27B3C827ED}"/>
              </a:ext>
            </a:extLst>
          </p:cNvPr>
          <p:cNvSpPr>
            <a:spLocks noGrp="1"/>
          </p:cNvSpPr>
          <p:nvPr>
            <p:ph type="title"/>
          </p:nvPr>
        </p:nvSpPr>
        <p:spPr>
          <a:xfrm>
            <a:off x="588263" y="585787"/>
            <a:ext cx="11018520" cy="1115568"/>
          </a:xfrm>
        </p:spPr>
        <p:txBody>
          <a:bodyPr anchor="ctr"/>
          <a:lstStyle>
            <a:lvl1pPr algn="ctr">
              <a:defRPr/>
            </a:lvl1pPr>
          </a:lstStyle>
          <a:p>
            <a:r>
              <a:rPr lang="en-GB"/>
              <a:t>Click to edit Master title style</a:t>
            </a:r>
            <a:endParaRPr lang="en-US" dirty="0"/>
          </a:p>
        </p:txBody>
      </p:sp>
      <p:sp>
        <p:nvSpPr>
          <p:cNvPr id="12" name="Text Placeholder 3">
            <a:extLst>
              <a:ext uri="{FF2B5EF4-FFF2-40B4-BE49-F238E27FC236}">
                <a16:creationId xmlns:a16="http://schemas.microsoft.com/office/drawing/2014/main" id="{9244E618-D996-41A6-8C9D-0C3519EA7A6F}"/>
              </a:ext>
            </a:extLst>
          </p:cNvPr>
          <p:cNvSpPr>
            <a:spLocks noGrp="1"/>
          </p:cNvSpPr>
          <p:nvPr>
            <p:ph type="body" sz="quarter" idx="16"/>
          </p:nvPr>
        </p:nvSpPr>
        <p:spPr>
          <a:xfrm>
            <a:off x="585216" y="4800600"/>
            <a:ext cx="2852928" cy="1468437"/>
          </a:xfrm>
        </p:spPr>
        <p:txBody>
          <a:bodyPr/>
          <a:lstStyle>
            <a:lvl1pPr marL="0" indent="0" algn="ctr">
              <a:spcBef>
                <a:spcPts val="0"/>
              </a:spcBef>
              <a:buNone/>
              <a:defRPr sz="1800">
                <a:latin typeface="+mj-lt"/>
              </a:defRPr>
            </a:lvl1pPr>
          </a:lstStyle>
          <a:p>
            <a:pPr lvl="0"/>
            <a:r>
              <a:rPr lang="en-GB"/>
              <a:t>Click to edit Master text styles</a:t>
            </a:r>
          </a:p>
        </p:txBody>
      </p:sp>
      <p:sp>
        <p:nvSpPr>
          <p:cNvPr id="13" name="Picture Placeholder" descr="This photo is a 'placeholder' only. Drag or drop your photo here, or click and tap the center to insert a photo.">
            <a:extLst>
              <a:ext uri="{FF2B5EF4-FFF2-40B4-BE49-F238E27FC236}">
                <a16:creationId xmlns:a16="http://schemas.microsoft.com/office/drawing/2014/main" id="{8B32544F-F93C-4713-86AD-641424F4A7B9}"/>
              </a:ext>
            </a:extLst>
          </p:cNvPr>
          <p:cNvSpPr>
            <a:spLocks noGrp="1"/>
          </p:cNvSpPr>
          <p:nvPr>
            <p:ph type="pic" sz="quarter" idx="13" hasCustomPrompt="1"/>
          </p:nvPr>
        </p:nvSpPr>
        <p:spPr bwMode="ltGray">
          <a:xfrm>
            <a:off x="0" y="2286000"/>
            <a:ext cx="4023360" cy="2286000"/>
          </a:xfrm>
          <a:blipFill>
            <a:blip r:embed="rId2"/>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14" name="Text Placeholder 3">
            <a:extLst>
              <a:ext uri="{FF2B5EF4-FFF2-40B4-BE49-F238E27FC236}">
                <a16:creationId xmlns:a16="http://schemas.microsoft.com/office/drawing/2014/main" id="{9E4C32BD-CEF7-42AC-94D8-052EF30E2361}"/>
              </a:ext>
            </a:extLst>
          </p:cNvPr>
          <p:cNvSpPr>
            <a:spLocks noGrp="1"/>
          </p:cNvSpPr>
          <p:nvPr>
            <p:ph type="body" sz="quarter" idx="17"/>
          </p:nvPr>
        </p:nvSpPr>
        <p:spPr>
          <a:xfrm>
            <a:off x="4669536" y="4799409"/>
            <a:ext cx="2852928" cy="1472803"/>
          </a:xfrm>
        </p:spPr>
        <p:txBody>
          <a:bodyPr/>
          <a:lstStyle>
            <a:lvl1pPr marL="0" indent="0" algn="ctr">
              <a:spcBef>
                <a:spcPts val="0"/>
              </a:spcBef>
              <a:buNone/>
              <a:defRPr sz="1800">
                <a:latin typeface="+mj-lt"/>
              </a:defRPr>
            </a:lvl1pPr>
          </a:lstStyle>
          <a:p>
            <a:pPr lvl="0"/>
            <a:r>
              <a:rPr lang="en-GB"/>
              <a:t>Click to edit Master text styles</a:t>
            </a:r>
          </a:p>
        </p:txBody>
      </p:sp>
      <p:sp>
        <p:nvSpPr>
          <p:cNvPr id="15" name="Picture Placeholder" descr="This photo is a 'placeholder' only. Drag or drop your photo here, or click and tap the center to insert a photo.">
            <a:extLst>
              <a:ext uri="{FF2B5EF4-FFF2-40B4-BE49-F238E27FC236}">
                <a16:creationId xmlns:a16="http://schemas.microsoft.com/office/drawing/2014/main" id="{E25EC377-3BC6-40D8-AECB-4FEB302014CD}"/>
              </a:ext>
            </a:extLst>
          </p:cNvPr>
          <p:cNvSpPr>
            <a:spLocks noGrp="1"/>
          </p:cNvSpPr>
          <p:nvPr>
            <p:ph type="pic" sz="quarter" idx="14" hasCustomPrompt="1"/>
          </p:nvPr>
        </p:nvSpPr>
        <p:spPr bwMode="ltGray">
          <a:xfrm>
            <a:off x="4084320" y="2286000"/>
            <a:ext cx="4023360" cy="2286000"/>
          </a:xfrm>
          <a:blipFill>
            <a:blip r:embed="rId3"/>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16" name="Text Placeholder 3">
            <a:extLst>
              <a:ext uri="{FF2B5EF4-FFF2-40B4-BE49-F238E27FC236}">
                <a16:creationId xmlns:a16="http://schemas.microsoft.com/office/drawing/2014/main" id="{D682B8EC-8F33-4730-BBE6-E8B7234C9C62}"/>
              </a:ext>
            </a:extLst>
          </p:cNvPr>
          <p:cNvSpPr>
            <a:spLocks noGrp="1"/>
          </p:cNvSpPr>
          <p:nvPr>
            <p:ph type="body" sz="quarter" idx="18"/>
          </p:nvPr>
        </p:nvSpPr>
        <p:spPr>
          <a:xfrm>
            <a:off x="8753856" y="4799410"/>
            <a:ext cx="2852928" cy="1469628"/>
          </a:xfrm>
        </p:spPr>
        <p:txBody>
          <a:bodyPr/>
          <a:lstStyle>
            <a:lvl1pPr marL="0" indent="0" algn="ctr">
              <a:spcBef>
                <a:spcPts val="0"/>
              </a:spcBef>
              <a:buNone/>
              <a:defRPr sz="1800">
                <a:latin typeface="+mj-lt"/>
              </a:defRPr>
            </a:lvl1pPr>
          </a:lstStyle>
          <a:p>
            <a:pPr lvl="0"/>
            <a:r>
              <a:rPr lang="en-GB"/>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7DB5F15A-5980-40FF-9D54-3FDE41D604AE}"/>
              </a:ext>
            </a:extLst>
          </p:cNvPr>
          <p:cNvSpPr>
            <a:spLocks noGrp="1"/>
          </p:cNvSpPr>
          <p:nvPr>
            <p:ph type="pic" sz="quarter" idx="15" hasCustomPrompt="1"/>
          </p:nvPr>
        </p:nvSpPr>
        <p:spPr bwMode="ltGray">
          <a:xfrm>
            <a:off x="8168640" y="2286000"/>
            <a:ext cx="4023360" cy="2286000"/>
          </a:xfrm>
          <a:blipFill>
            <a:blip r:embed="rId4"/>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3" name="TextBox 2">
            <a:extLst>
              <a:ext uri="{FF2B5EF4-FFF2-40B4-BE49-F238E27FC236}">
                <a16:creationId xmlns:a16="http://schemas.microsoft.com/office/drawing/2014/main" id="{42B999C7-F5A8-46A6-92C5-AA3BE4E2693D}"/>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dirty="0">
                <a:solidFill>
                  <a:srgbClr val="A3A3A3"/>
                </a:solidFill>
              </a:rPr>
              <a:t>ELT layout</a:t>
            </a:r>
          </a:p>
        </p:txBody>
      </p:sp>
    </p:spTree>
    <p:extLst>
      <p:ext uri="{BB962C8B-B14F-4D97-AF65-F5344CB8AC3E}">
        <p14:creationId xmlns:p14="http://schemas.microsoft.com/office/powerpoint/2010/main" val="2982817732"/>
      </p:ext>
    </p:extLst>
  </p:cSld>
  <p:clrMapOvr>
    <a:masterClrMapping/>
  </p:clrMapOvr>
  <p:transition>
    <p:fade/>
  </p:transition>
  <p:extLst>
    <p:ext uri="{DCECCB84-F9BA-43D5-87BE-67443E8EF086}">
      <p15:sldGuideLst xmlns:p15="http://schemas.microsoft.com/office/powerpoint/2012/main">
        <p15:guide id="1" orient="horz" pos="720" userDrawn="1">
          <p15:clr>
            <a:srgbClr val="5ACBF0"/>
          </p15:clr>
        </p15:guide>
        <p15:guide id="2" orient="horz" pos="1440">
          <p15:clr>
            <a:srgbClr val="5ACBF0"/>
          </p15:clr>
        </p15:guide>
        <p15:guide id="3" orient="horz" pos="2880">
          <p15:clr>
            <a:srgbClr val="5ACBF0"/>
          </p15:clr>
        </p15:guide>
        <p15:guide id="4" orient="horz" pos="3024">
          <p15:clr>
            <a:srgbClr val="5ACBF0"/>
          </p15:clr>
        </p15:guide>
        <p15:guide id="5" pos="2534">
          <p15:clr>
            <a:srgbClr val="5ACBF0"/>
          </p15:clr>
        </p15:guide>
        <p15:guide id="6" pos="2573">
          <p15:clr>
            <a:srgbClr val="5ACBF0"/>
          </p15:clr>
        </p15:guide>
        <p15:guide id="8" pos="5109">
          <p15:clr>
            <a:srgbClr val="5ACBF0"/>
          </p15:clr>
        </p15:guide>
        <p15:guide id="9" pos="5145">
          <p15:clr>
            <a:srgbClr val="5ACBF0"/>
          </p15:clr>
        </p15:guide>
        <p15:guide id="11" pos="1266">
          <p15:clr>
            <a:srgbClr val="5ACBF0"/>
          </p15:clr>
        </p15:guide>
        <p15:guide id="12" pos="3840">
          <p15:clr>
            <a:srgbClr val="5ACBF0"/>
          </p15:clr>
        </p15:guide>
        <p15:guide id="13" pos="6414">
          <p15:clr>
            <a:srgbClr val="5ACBF0"/>
          </p15:clr>
        </p15:guide>
        <p15:guide id="14" orient="horz" pos="1074" userDrawn="1">
          <p15:clr>
            <a:srgbClr val="5ACBF0"/>
          </p15:clr>
        </p15:guide>
        <p15:guide id="15" pos="2168" userDrawn="1">
          <p15:clr>
            <a:srgbClr val="5ACBF0"/>
          </p15:clr>
        </p15:guide>
        <p15:guide id="16" pos="2944" userDrawn="1">
          <p15:clr>
            <a:srgbClr val="5ACBF0"/>
          </p15:clr>
        </p15:guide>
        <p15:guide id="17" pos="4738" userDrawn="1">
          <p15:clr>
            <a:srgbClr val="5ACBF0"/>
          </p15:clr>
        </p15:guide>
        <p15:guide id="18" pos="5514" userDrawn="1">
          <p15:clr>
            <a:srgbClr val="5ACBF0"/>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Four filmstrip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C46CB2-4FDC-43D5-B122-6F27B3C827ED}"/>
              </a:ext>
            </a:extLst>
          </p:cNvPr>
          <p:cNvSpPr>
            <a:spLocks noGrp="1"/>
          </p:cNvSpPr>
          <p:nvPr>
            <p:ph type="title"/>
          </p:nvPr>
        </p:nvSpPr>
        <p:spPr>
          <a:xfrm>
            <a:off x="588263" y="585788"/>
            <a:ext cx="11018520" cy="1115568"/>
          </a:xfrm>
        </p:spPr>
        <p:txBody>
          <a:bodyPr anchor="ctr"/>
          <a:lstStyle>
            <a:lvl1pPr algn="ctr">
              <a:defRPr/>
            </a:lvl1pPr>
          </a:lstStyle>
          <a:p>
            <a:r>
              <a:rPr lang="en-GB"/>
              <a:t>Click to edit Master title style</a:t>
            </a:r>
            <a:endParaRPr lang="en-US" dirty="0"/>
          </a:p>
        </p:txBody>
      </p:sp>
      <p:sp>
        <p:nvSpPr>
          <p:cNvPr id="12" name="Text Placeholder 3">
            <a:extLst>
              <a:ext uri="{FF2B5EF4-FFF2-40B4-BE49-F238E27FC236}">
                <a16:creationId xmlns:a16="http://schemas.microsoft.com/office/drawing/2014/main" id="{9244E618-D996-41A6-8C9D-0C3519EA7A6F}"/>
              </a:ext>
            </a:extLst>
          </p:cNvPr>
          <p:cNvSpPr>
            <a:spLocks noGrp="1"/>
          </p:cNvSpPr>
          <p:nvPr>
            <p:ph type="body" sz="quarter" idx="16"/>
          </p:nvPr>
        </p:nvSpPr>
        <p:spPr>
          <a:xfrm>
            <a:off x="585216" y="4800600"/>
            <a:ext cx="1828800" cy="1468437"/>
          </a:xfrm>
        </p:spPr>
        <p:txBody>
          <a:bodyPr/>
          <a:lstStyle>
            <a:lvl1pPr marL="0" indent="0" algn="ctr">
              <a:spcBef>
                <a:spcPts val="0"/>
              </a:spcBef>
              <a:buNone/>
              <a:defRPr sz="1800">
                <a:latin typeface="+mj-lt"/>
              </a:defRPr>
            </a:lvl1pPr>
          </a:lstStyle>
          <a:p>
            <a:pPr lvl="0"/>
            <a:r>
              <a:rPr lang="en-GB"/>
              <a:t>Click to edit Master text styles</a:t>
            </a:r>
          </a:p>
        </p:txBody>
      </p:sp>
      <p:sp>
        <p:nvSpPr>
          <p:cNvPr id="13" name="Picture Placeholder" descr="This photo is a 'placeholder' only. Drag or drop your photo here, or click and tap the center to insert a photo.">
            <a:extLst>
              <a:ext uri="{FF2B5EF4-FFF2-40B4-BE49-F238E27FC236}">
                <a16:creationId xmlns:a16="http://schemas.microsoft.com/office/drawing/2014/main" id="{8B32544F-F93C-4713-86AD-641424F4A7B9}"/>
              </a:ext>
            </a:extLst>
          </p:cNvPr>
          <p:cNvSpPr>
            <a:spLocks noGrp="1"/>
          </p:cNvSpPr>
          <p:nvPr>
            <p:ph type="pic" sz="quarter" idx="13" hasCustomPrompt="1"/>
          </p:nvPr>
        </p:nvSpPr>
        <p:spPr bwMode="ltGray">
          <a:xfrm>
            <a:off x="0" y="2286000"/>
            <a:ext cx="2999232" cy="2286000"/>
          </a:xfrm>
          <a:blipFill>
            <a:blip r:embed="rId2"/>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14" name="Text Placeholder 3">
            <a:extLst>
              <a:ext uri="{FF2B5EF4-FFF2-40B4-BE49-F238E27FC236}">
                <a16:creationId xmlns:a16="http://schemas.microsoft.com/office/drawing/2014/main" id="{9E4C32BD-CEF7-42AC-94D8-052EF30E2361}"/>
              </a:ext>
            </a:extLst>
          </p:cNvPr>
          <p:cNvSpPr>
            <a:spLocks noGrp="1"/>
          </p:cNvSpPr>
          <p:nvPr>
            <p:ph type="body" sz="quarter" idx="17"/>
          </p:nvPr>
        </p:nvSpPr>
        <p:spPr>
          <a:xfrm>
            <a:off x="3649472" y="4799409"/>
            <a:ext cx="1828800" cy="1472803"/>
          </a:xfrm>
        </p:spPr>
        <p:txBody>
          <a:bodyPr/>
          <a:lstStyle>
            <a:lvl1pPr marL="0" indent="0" algn="ctr">
              <a:spcBef>
                <a:spcPts val="0"/>
              </a:spcBef>
              <a:buNone/>
              <a:defRPr sz="1800">
                <a:latin typeface="+mj-lt"/>
              </a:defRPr>
            </a:lvl1pPr>
          </a:lstStyle>
          <a:p>
            <a:pPr lvl="0"/>
            <a:r>
              <a:rPr lang="en-GB"/>
              <a:t>Click to edit Master text styles</a:t>
            </a:r>
          </a:p>
        </p:txBody>
      </p:sp>
      <p:sp>
        <p:nvSpPr>
          <p:cNvPr id="15" name="Picture Placeholder" descr="This photo is a 'placeholder' only. Drag or drop your photo here, or click and tap the center to insert a photo.">
            <a:extLst>
              <a:ext uri="{FF2B5EF4-FFF2-40B4-BE49-F238E27FC236}">
                <a16:creationId xmlns:a16="http://schemas.microsoft.com/office/drawing/2014/main" id="{E25EC377-3BC6-40D8-AECB-4FEB302014CD}"/>
              </a:ext>
            </a:extLst>
          </p:cNvPr>
          <p:cNvSpPr>
            <a:spLocks noGrp="1"/>
          </p:cNvSpPr>
          <p:nvPr>
            <p:ph type="pic" sz="quarter" idx="14" hasCustomPrompt="1"/>
          </p:nvPr>
        </p:nvSpPr>
        <p:spPr bwMode="ltGray">
          <a:xfrm>
            <a:off x="3064256" y="2286000"/>
            <a:ext cx="2999232" cy="2286000"/>
          </a:xfrm>
          <a:blipFill>
            <a:blip r:embed="rId3"/>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16" name="Text Placeholder 3">
            <a:extLst>
              <a:ext uri="{FF2B5EF4-FFF2-40B4-BE49-F238E27FC236}">
                <a16:creationId xmlns:a16="http://schemas.microsoft.com/office/drawing/2014/main" id="{D682B8EC-8F33-4730-BBE6-E8B7234C9C62}"/>
              </a:ext>
            </a:extLst>
          </p:cNvPr>
          <p:cNvSpPr>
            <a:spLocks noGrp="1"/>
          </p:cNvSpPr>
          <p:nvPr>
            <p:ph type="body" sz="quarter" idx="18"/>
          </p:nvPr>
        </p:nvSpPr>
        <p:spPr>
          <a:xfrm>
            <a:off x="6713728" y="4799410"/>
            <a:ext cx="1828800" cy="1469628"/>
          </a:xfrm>
        </p:spPr>
        <p:txBody>
          <a:bodyPr/>
          <a:lstStyle>
            <a:lvl1pPr marL="0" indent="0" algn="ctr">
              <a:spcBef>
                <a:spcPts val="0"/>
              </a:spcBef>
              <a:buNone/>
              <a:defRPr sz="1800">
                <a:latin typeface="+mj-lt"/>
              </a:defRPr>
            </a:lvl1pPr>
          </a:lstStyle>
          <a:p>
            <a:pPr lvl="0"/>
            <a:r>
              <a:rPr lang="en-GB"/>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7DB5F15A-5980-40FF-9D54-3FDE41D604AE}"/>
              </a:ext>
            </a:extLst>
          </p:cNvPr>
          <p:cNvSpPr>
            <a:spLocks noGrp="1"/>
          </p:cNvSpPr>
          <p:nvPr>
            <p:ph type="pic" sz="quarter" idx="15" hasCustomPrompt="1"/>
          </p:nvPr>
        </p:nvSpPr>
        <p:spPr bwMode="ltGray">
          <a:xfrm>
            <a:off x="6128512" y="2286000"/>
            <a:ext cx="2999232" cy="2286000"/>
          </a:xfrm>
          <a:blipFill>
            <a:blip r:embed="rId4"/>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18" name="Text Placeholder 3">
            <a:extLst>
              <a:ext uri="{FF2B5EF4-FFF2-40B4-BE49-F238E27FC236}">
                <a16:creationId xmlns:a16="http://schemas.microsoft.com/office/drawing/2014/main" id="{83564109-638C-44E2-AE84-46B44C29FD6C}"/>
              </a:ext>
            </a:extLst>
          </p:cNvPr>
          <p:cNvSpPr>
            <a:spLocks noGrp="1"/>
          </p:cNvSpPr>
          <p:nvPr>
            <p:ph type="body" sz="quarter" idx="20"/>
          </p:nvPr>
        </p:nvSpPr>
        <p:spPr>
          <a:xfrm>
            <a:off x="9777984" y="4799409"/>
            <a:ext cx="1828800" cy="1469629"/>
          </a:xfrm>
        </p:spPr>
        <p:txBody>
          <a:bodyPr/>
          <a:lstStyle>
            <a:lvl1pPr marL="0" indent="0" algn="ctr">
              <a:spcBef>
                <a:spcPts val="0"/>
              </a:spcBef>
              <a:buNone/>
              <a:defRPr sz="1800">
                <a:latin typeface="+mj-lt"/>
              </a:defRPr>
            </a:lvl1pPr>
          </a:lstStyle>
          <a:p>
            <a:pPr lvl="0"/>
            <a:r>
              <a:rPr lang="en-GB"/>
              <a:t>Click to edit Master text styles</a:t>
            </a:r>
          </a:p>
        </p:txBody>
      </p:sp>
      <p:sp>
        <p:nvSpPr>
          <p:cNvPr id="19" name="Picture Placeholder" descr="This photo is a 'placeholder' only. Drag or drop your photo here, or click and tap the center to insert a photo.">
            <a:extLst>
              <a:ext uri="{FF2B5EF4-FFF2-40B4-BE49-F238E27FC236}">
                <a16:creationId xmlns:a16="http://schemas.microsoft.com/office/drawing/2014/main" id="{713AAE36-2045-4D14-87DC-59D4EFCC1500}"/>
              </a:ext>
            </a:extLst>
          </p:cNvPr>
          <p:cNvSpPr>
            <a:spLocks noGrp="1"/>
          </p:cNvSpPr>
          <p:nvPr>
            <p:ph type="pic" sz="quarter" idx="19" hasCustomPrompt="1"/>
          </p:nvPr>
        </p:nvSpPr>
        <p:spPr bwMode="ltGray">
          <a:xfrm>
            <a:off x="9192768" y="2286000"/>
            <a:ext cx="2999232" cy="2286000"/>
          </a:xfrm>
          <a:blipFill>
            <a:blip r:embed="rId5"/>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dirty="0"/>
              <a:t>Dag &amp; drop your photo here </a:t>
            </a:r>
            <a:br>
              <a:rPr lang="en-US" dirty="0"/>
            </a:br>
            <a:r>
              <a:rPr lang="en-US" dirty="0"/>
              <a:t>or click or tap icon below </a:t>
            </a:r>
            <a:br>
              <a:rPr lang="en-US" dirty="0"/>
            </a:br>
            <a:r>
              <a:rPr lang="en-US" dirty="0"/>
              <a:t>to insert</a:t>
            </a:r>
          </a:p>
        </p:txBody>
      </p:sp>
      <p:sp>
        <p:nvSpPr>
          <p:cNvPr id="3" name="TextBox 2">
            <a:extLst>
              <a:ext uri="{FF2B5EF4-FFF2-40B4-BE49-F238E27FC236}">
                <a16:creationId xmlns:a16="http://schemas.microsoft.com/office/drawing/2014/main" id="{B2FE569B-F817-467C-8BAC-558CE9824DBA}"/>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dirty="0">
                <a:solidFill>
                  <a:srgbClr val="A3A3A3"/>
                </a:solidFill>
              </a:rPr>
              <a:t>ELT layout</a:t>
            </a:r>
          </a:p>
        </p:txBody>
      </p:sp>
    </p:spTree>
    <p:extLst>
      <p:ext uri="{BB962C8B-B14F-4D97-AF65-F5344CB8AC3E}">
        <p14:creationId xmlns:p14="http://schemas.microsoft.com/office/powerpoint/2010/main" val="245299928"/>
      </p:ext>
    </p:extLst>
  </p:cSld>
  <p:clrMapOvr>
    <a:masterClrMapping/>
  </p:clrMapOvr>
  <p:transition>
    <p:fade/>
  </p:transition>
  <p:extLst>
    <p:ext uri="{DCECCB84-F9BA-43D5-87BE-67443E8EF086}">
      <p15:sldGuideLst xmlns:p15="http://schemas.microsoft.com/office/powerpoint/2012/main">
        <p15:guide id="1" orient="horz" pos="720" userDrawn="1">
          <p15:clr>
            <a:srgbClr val="5ACBF0"/>
          </p15:clr>
        </p15:guide>
        <p15:guide id="2" orient="horz" pos="1440">
          <p15:clr>
            <a:srgbClr val="5ACBF0"/>
          </p15:clr>
        </p15:guide>
        <p15:guide id="3" orient="horz" pos="2880">
          <p15:clr>
            <a:srgbClr val="5ACBF0"/>
          </p15:clr>
        </p15:guide>
        <p15:guide id="4" orient="horz" pos="3024">
          <p15:clr>
            <a:srgbClr val="5ACBF0"/>
          </p15:clr>
        </p15:guide>
        <p15:guide id="5" pos="1890">
          <p15:clr>
            <a:srgbClr val="5ACBF0"/>
          </p15:clr>
        </p15:guide>
        <p15:guide id="6" pos="1930">
          <p15:clr>
            <a:srgbClr val="5ACBF0"/>
          </p15:clr>
        </p15:guide>
        <p15:guide id="7" pos="5749">
          <p15:clr>
            <a:srgbClr val="5ACBF0"/>
          </p15:clr>
        </p15:guide>
        <p15:guide id="8" pos="3820">
          <p15:clr>
            <a:srgbClr val="5ACBF0"/>
          </p15:clr>
        </p15:guide>
        <p15:guide id="9" pos="3860">
          <p15:clr>
            <a:srgbClr val="5ACBF0"/>
          </p15:clr>
        </p15:guide>
        <p15:guide id="10" pos="5789">
          <p15:clr>
            <a:srgbClr val="5ACBF0"/>
          </p15:clr>
        </p15:guide>
        <p15:guide id="11" pos="944">
          <p15:clr>
            <a:srgbClr val="5ACBF0"/>
          </p15:clr>
        </p15:guide>
        <p15:guide id="12" pos="2876">
          <p15:clr>
            <a:srgbClr val="5ACBF0"/>
          </p15:clr>
        </p15:guide>
        <p15:guide id="13" pos="4807">
          <p15:clr>
            <a:srgbClr val="5ACBF0"/>
          </p15:clr>
        </p15:guide>
        <p15:guide id="14" pos="6736">
          <p15:clr>
            <a:srgbClr val="5ACBF0"/>
          </p15:clr>
        </p15:guide>
        <p15:guide id="15" orient="horz" userDrawn="1">
          <p15:clr>
            <a:srgbClr val="5ACBF0"/>
          </p15:clr>
        </p15:guide>
        <p15:guide id="16" pos="1524" userDrawn="1">
          <p15:clr>
            <a:srgbClr val="5ACBF0"/>
          </p15:clr>
        </p15:guide>
        <p15:guide id="17" pos="2298" userDrawn="1">
          <p15:clr>
            <a:srgbClr val="5ACBF0"/>
          </p15:clr>
        </p15:guide>
        <p15:guide id="18" pos="3450" userDrawn="1">
          <p15:clr>
            <a:srgbClr val="5ACBF0"/>
          </p15:clr>
        </p15:guide>
        <p15:guide id="19" pos="4230" userDrawn="1">
          <p15:clr>
            <a:srgbClr val="5ACBF0"/>
          </p15:clr>
        </p15:guide>
        <p15:guide id="20" pos="5380" userDrawn="1">
          <p15:clr>
            <a:srgbClr val="5ACBF0"/>
          </p15:clr>
        </p15:guide>
        <p15:guide id="21" pos="6156" userDrawn="1">
          <p15:clr>
            <a:srgbClr val="5ACBF0"/>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Five filmstrip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C46CB2-4FDC-43D5-B122-6F27B3C827ED}"/>
              </a:ext>
            </a:extLst>
          </p:cNvPr>
          <p:cNvSpPr>
            <a:spLocks noGrp="1"/>
          </p:cNvSpPr>
          <p:nvPr>
            <p:ph type="title"/>
          </p:nvPr>
        </p:nvSpPr>
        <p:spPr>
          <a:xfrm>
            <a:off x="588263" y="585788"/>
            <a:ext cx="11018520" cy="1115568"/>
          </a:xfrm>
        </p:spPr>
        <p:txBody>
          <a:bodyPr anchor="ctr"/>
          <a:lstStyle>
            <a:lvl1pPr algn="ctr">
              <a:defRPr/>
            </a:lvl1pPr>
          </a:lstStyle>
          <a:p>
            <a:r>
              <a:rPr lang="en-GB"/>
              <a:t>Click to edit Master title style</a:t>
            </a:r>
            <a:endParaRPr lang="en-US" dirty="0"/>
          </a:p>
        </p:txBody>
      </p:sp>
      <p:sp>
        <p:nvSpPr>
          <p:cNvPr id="12" name="Text Placeholder 3">
            <a:extLst>
              <a:ext uri="{FF2B5EF4-FFF2-40B4-BE49-F238E27FC236}">
                <a16:creationId xmlns:a16="http://schemas.microsoft.com/office/drawing/2014/main" id="{9244E618-D996-41A6-8C9D-0C3519EA7A6F}"/>
              </a:ext>
            </a:extLst>
          </p:cNvPr>
          <p:cNvSpPr>
            <a:spLocks noGrp="1"/>
          </p:cNvSpPr>
          <p:nvPr>
            <p:ph type="body" sz="quarter" idx="16"/>
          </p:nvPr>
        </p:nvSpPr>
        <p:spPr>
          <a:xfrm>
            <a:off x="292608" y="4800600"/>
            <a:ext cx="1801368" cy="1468437"/>
          </a:xfrm>
        </p:spPr>
        <p:txBody>
          <a:bodyPr/>
          <a:lstStyle>
            <a:lvl1pPr marL="0" indent="0" algn="ctr">
              <a:spcBef>
                <a:spcPts val="0"/>
              </a:spcBef>
              <a:buNone/>
              <a:defRPr sz="1800">
                <a:latin typeface="+mj-lt"/>
              </a:defRPr>
            </a:lvl1pPr>
          </a:lstStyle>
          <a:p>
            <a:pPr lvl="0"/>
            <a:r>
              <a:rPr lang="en-GB"/>
              <a:t>Click to edit Master text styles</a:t>
            </a:r>
          </a:p>
        </p:txBody>
      </p:sp>
      <p:sp>
        <p:nvSpPr>
          <p:cNvPr id="13" name="Picture Placeholder" descr="This photo is a 'placeholder' only. Drag or drop your photo here, or click and tap the center to insert a photo.">
            <a:extLst>
              <a:ext uri="{FF2B5EF4-FFF2-40B4-BE49-F238E27FC236}">
                <a16:creationId xmlns:a16="http://schemas.microsoft.com/office/drawing/2014/main" id="{8B32544F-F93C-4713-86AD-641424F4A7B9}"/>
              </a:ext>
            </a:extLst>
          </p:cNvPr>
          <p:cNvSpPr>
            <a:spLocks noGrp="1"/>
          </p:cNvSpPr>
          <p:nvPr>
            <p:ph type="pic" sz="quarter" idx="13" hasCustomPrompt="1"/>
          </p:nvPr>
        </p:nvSpPr>
        <p:spPr bwMode="ltGray">
          <a:xfrm>
            <a:off x="0" y="2286000"/>
            <a:ext cx="2386584" cy="2286000"/>
          </a:xfrm>
          <a:blipFill>
            <a:blip r:embed="rId2"/>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14" name="Text Placeholder 3">
            <a:extLst>
              <a:ext uri="{FF2B5EF4-FFF2-40B4-BE49-F238E27FC236}">
                <a16:creationId xmlns:a16="http://schemas.microsoft.com/office/drawing/2014/main" id="{9E4C32BD-CEF7-42AC-94D8-052EF30E2361}"/>
              </a:ext>
            </a:extLst>
          </p:cNvPr>
          <p:cNvSpPr>
            <a:spLocks noGrp="1"/>
          </p:cNvSpPr>
          <p:nvPr>
            <p:ph type="body" sz="quarter" idx="17"/>
          </p:nvPr>
        </p:nvSpPr>
        <p:spPr>
          <a:xfrm>
            <a:off x="2743962" y="4799409"/>
            <a:ext cx="1801368" cy="1472803"/>
          </a:xfrm>
        </p:spPr>
        <p:txBody>
          <a:bodyPr/>
          <a:lstStyle>
            <a:lvl1pPr marL="0" indent="0" algn="ctr">
              <a:spcBef>
                <a:spcPts val="0"/>
              </a:spcBef>
              <a:buNone/>
              <a:defRPr sz="1800">
                <a:latin typeface="+mj-lt"/>
              </a:defRPr>
            </a:lvl1pPr>
          </a:lstStyle>
          <a:p>
            <a:pPr lvl="0"/>
            <a:r>
              <a:rPr lang="en-GB"/>
              <a:t>Click to edit Master text styles</a:t>
            </a:r>
          </a:p>
        </p:txBody>
      </p:sp>
      <p:sp>
        <p:nvSpPr>
          <p:cNvPr id="15" name="Picture Placeholder" descr="This photo is a 'placeholder' only. Drag or drop your photo here, or click and tap the center to insert a photo.">
            <a:extLst>
              <a:ext uri="{FF2B5EF4-FFF2-40B4-BE49-F238E27FC236}">
                <a16:creationId xmlns:a16="http://schemas.microsoft.com/office/drawing/2014/main" id="{E25EC377-3BC6-40D8-AECB-4FEB302014CD}"/>
              </a:ext>
            </a:extLst>
          </p:cNvPr>
          <p:cNvSpPr>
            <a:spLocks noGrp="1"/>
          </p:cNvSpPr>
          <p:nvPr>
            <p:ph type="pic" sz="quarter" idx="14" hasCustomPrompt="1"/>
          </p:nvPr>
        </p:nvSpPr>
        <p:spPr bwMode="ltGray">
          <a:xfrm>
            <a:off x="2451354" y="2286000"/>
            <a:ext cx="2386584" cy="2286000"/>
          </a:xfrm>
          <a:blipFill>
            <a:blip r:embed="rId3"/>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16" name="Text Placeholder 3">
            <a:extLst>
              <a:ext uri="{FF2B5EF4-FFF2-40B4-BE49-F238E27FC236}">
                <a16:creationId xmlns:a16="http://schemas.microsoft.com/office/drawing/2014/main" id="{D682B8EC-8F33-4730-BBE6-E8B7234C9C62}"/>
              </a:ext>
            </a:extLst>
          </p:cNvPr>
          <p:cNvSpPr>
            <a:spLocks noGrp="1"/>
          </p:cNvSpPr>
          <p:nvPr>
            <p:ph type="body" sz="quarter" idx="18"/>
          </p:nvPr>
        </p:nvSpPr>
        <p:spPr>
          <a:xfrm>
            <a:off x="5195316" y="4799410"/>
            <a:ext cx="1801368" cy="1469628"/>
          </a:xfrm>
        </p:spPr>
        <p:txBody>
          <a:bodyPr/>
          <a:lstStyle>
            <a:lvl1pPr marL="0" indent="0" algn="ctr">
              <a:spcBef>
                <a:spcPts val="0"/>
              </a:spcBef>
              <a:buNone/>
              <a:defRPr sz="1800">
                <a:latin typeface="+mj-lt"/>
              </a:defRPr>
            </a:lvl1pPr>
          </a:lstStyle>
          <a:p>
            <a:pPr lvl="0"/>
            <a:r>
              <a:rPr lang="en-GB"/>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7DB5F15A-5980-40FF-9D54-3FDE41D604AE}"/>
              </a:ext>
            </a:extLst>
          </p:cNvPr>
          <p:cNvSpPr>
            <a:spLocks noGrp="1"/>
          </p:cNvSpPr>
          <p:nvPr>
            <p:ph type="pic" sz="quarter" idx="15" hasCustomPrompt="1"/>
          </p:nvPr>
        </p:nvSpPr>
        <p:spPr bwMode="ltGray">
          <a:xfrm>
            <a:off x="4902708" y="2286000"/>
            <a:ext cx="2386584" cy="2286000"/>
          </a:xfrm>
          <a:blipFill>
            <a:blip r:embed="rId4"/>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18" name="Text Placeholder 3">
            <a:extLst>
              <a:ext uri="{FF2B5EF4-FFF2-40B4-BE49-F238E27FC236}">
                <a16:creationId xmlns:a16="http://schemas.microsoft.com/office/drawing/2014/main" id="{83564109-638C-44E2-AE84-46B44C29FD6C}"/>
              </a:ext>
            </a:extLst>
          </p:cNvPr>
          <p:cNvSpPr>
            <a:spLocks noGrp="1"/>
          </p:cNvSpPr>
          <p:nvPr>
            <p:ph type="body" sz="quarter" idx="20"/>
          </p:nvPr>
        </p:nvSpPr>
        <p:spPr>
          <a:xfrm>
            <a:off x="7646670" y="4799409"/>
            <a:ext cx="1801368" cy="1469629"/>
          </a:xfrm>
        </p:spPr>
        <p:txBody>
          <a:bodyPr/>
          <a:lstStyle>
            <a:lvl1pPr marL="0" indent="0" algn="ctr">
              <a:spcBef>
                <a:spcPts val="0"/>
              </a:spcBef>
              <a:buNone/>
              <a:defRPr sz="1800">
                <a:latin typeface="+mj-lt"/>
              </a:defRPr>
            </a:lvl1pPr>
          </a:lstStyle>
          <a:p>
            <a:pPr lvl="0"/>
            <a:r>
              <a:rPr lang="en-GB"/>
              <a:t>Click to edit Master text styles</a:t>
            </a:r>
          </a:p>
        </p:txBody>
      </p:sp>
      <p:sp>
        <p:nvSpPr>
          <p:cNvPr id="19" name="Picture Placeholder" descr="This photo is a 'placeholder' only. Drag or drop your photo here, or click and tap the center to insert a photo.">
            <a:extLst>
              <a:ext uri="{FF2B5EF4-FFF2-40B4-BE49-F238E27FC236}">
                <a16:creationId xmlns:a16="http://schemas.microsoft.com/office/drawing/2014/main" id="{713AAE36-2045-4D14-87DC-59D4EFCC1500}"/>
              </a:ext>
            </a:extLst>
          </p:cNvPr>
          <p:cNvSpPr>
            <a:spLocks noGrp="1"/>
          </p:cNvSpPr>
          <p:nvPr>
            <p:ph type="pic" sz="quarter" idx="19" hasCustomPrompt="1"/>
          </p:nvPr>
        </p:nvSpPr>
        <p:spPr bwMode="ltGray">
          <a:xfrm>
            <a:off x="7354062" y="2286000"/>
            <a:ext cx="2386584" cy="2286000"/>
          </a:xfrm>
          <a:blipFill>
            <a:blip r:embed="rId5"/>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dirty="0"/>
              <a:t>Dag &amp; drop your photo here </a:t>
            </a:r>
            <a:br>
              <a:rPr lang="en-US" dirty="0"/>
            </a:br>
            <a:r>
              <a:rPr lang="en-US" dirty="0"/>
              <a:t>or click or tap icon below </a:t>
            </a:r>
            <a:br>
              <a:rPr lang="en-US" dirty="0"/>
            </a:br>
            <a:r>
              <a:rPr lang="en-US" dirty="0"/>
              <a:t>to insert</a:t>
            </a:r>
          </a:p>
        </p:txBody>
      </p:sp>
      <p:sp>
        <p:nvSpPr>
          <p:cNvPr id="21" name="Text Placeholder 3">
            <a:extLst>
              <a:ext uri="{FF2B5EF4-FFF2-40B4-BE49-F238E27FC236}">
                <a16:creationId xmlns:a16="http://schemas.microsoft.com/office/drawing/2014/main" id="{5B1B6F72-F14C-40F1-8B29-8620AA34DC63}"/>
              </a:ext>
            </a:extLst>
          </p:cNvPr>
          <p:cNvSpPr>
            <a:spLocks noGrp="1"/>
          </p:cNvSpPr>
          <p:nvPr>
            <p:ph type="body" sz="quarter" idx="22"/>
          </p:nvPr>
        </p:nvSpPr>
        <p:spPr>
          <a:xfrm>
            <a:off x="10098024" y="4799409"/>
            <a:ext cx="1801368" cy="1469629"/>
          </a:xfrm>
        </p:spPr>
        <p:txBody>
          <a:bodyPr/>
          <a:lstStyle>
            <a:lvl1pPr marL="0" indent="0" algn="ctr">
              <a:spcBef>
                <a:spcPts val="0"/>
              </a:spcBef>
              <a:buNone/>
              <a:defRPr sz="1800">
                <a:latin typeface="+mj-lt"/>
              </a:defRPr>
            </a:lvl1pPr>
          </a:lstStyle>
          <a:p>
            <a:pPr lvl="0"/>
            <a:r>
              <a:rPr lang="en-GB"/>
              <a:t>Click to edit Master text styles</a:t>
            </a:r>
          </a:p>
        </p:txBody>
      </p:sp>
      <p:sp>
        <p:nvSpPr>
          <p:cNvPr id="20" name="Picture Placeholder" descr="This photo is a 'placeholder' only. Drag or drop your photo here, or click and tap the center to insert a photo.">
            <a:extLst>
              <a:ext uri="{FF2B5EF4-FFF2-40B4-BE49-F238E27FC236}">
                <a16:creationId xmlns:a16="http://schemas.microsoft.com/office/drawing/2014/main" id="{2AD682C7-20D7-4ED0-99A7-C8530DAC8612}"/>
              </a:ext>
            </a:extLst>
          </p:cNvPr>
          <p:cNvSpPr>
            <a:spLocks noGrp="1"/>
          </p:cNvSpPr>
          <p:nvPr>
            <p:ph type="pic" sz="quarter" idx="21" hasCustomPrompt="1"/>
          </p:nvPr>
        </p:nvSpPr>
        <p:spPr bwMode="ltGray">
          <a:xfrm>
            <a:off x="9805416" y="2286000"/>
            <a:ext cx="2386584" cy="2286000"/>
          </a:xfrm>
          <a:blipFill>
            <a:blip r:embed="rId6"/>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dirty="0"/>
              <a:t>Dag &amp; drop your photo here </a:t>
            </a:r>
            <a:br>
              <a:rPr lang="en-US" dirty="0"/>
            </a:br>
            <a:r>
              <a:rPr lang="en-US" dirty="0"/>
              <a:t>or click or tap icon below </a:t>
            </a:r>
            <a:br>
              <a:rPr lang="en-US" dirty="0"/>
            </a:br>
            <a:r>
              <a:rPr lang="en-US" dirty="0"/>
              <a:t>to insert</a:t>
            </a:r>
          </a:p>
        </p:txBody>
      </p:sp>
      <p:sp>
        <p:nvSpPr>
          <p:cNvPr id="3" name="TextBox 2">
            <a:extLst>
              <a:ext uri="{FF2B5EF4-FFF2-40B4-BE49-F238E27FC236}">
                <a16:creationId xmlns:a16="http://schemas.microsoft.com/office/drawing/2014/main" id="{B2FE569B-F817-467C-8BAC-558CE9824DBA}"/>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dirty="0">
                <a:solidFill>
                  <a:srgbClr val="A3A3A3"/>
                </a:solidFill>
              </a:rPr>
              <a:t>ELT layout</a:t>
            </a:r>
          </a:p>
        </p:txBody>
      </p:sp>
    </p:spTree>
    <p:extLst>
      <p:ext uri="{BB962C8B-B14F-4D97-AF65-F5344CB8AC3E}">
        <p14:creationId xmlns:p14="http://schemas.microsoft.com/office/powerpoint/2010/main" val="3605903995"/>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1440">
          <p15:clr>
            <a:srgbClr val="5ACBF0"/>
          </p15:clr>
        </p15:guide>
        <p15:guide id="3" orient="horz" pos="2880">
          <p15:clr>
            <a:srgbClr val="5ACBF0"/>
          </p15:clr>
        </p15:guide>
        <p15:guide id="4" orient="horz" pos="3024">
          <p15:clr>
            <a:srgbClr val="5ACBF0"/>
          </p15:clr>
        </p15:guide>
        <p15:guide id="8" pos="4631">
          <p15:clr>
            <a:srgbClr val="5ACBF0"/>
          </p15:clr>
        </p15:guide>
        <p15:guide id="9" pos="4593">
          <p15:clr>
            <a:srgbClr val="5ACBF0"/>
          </p15:clr>
        </p15:guide>
        <p15:guide id="10" pos="6134">
          <p15:clr>
            <a:srgbClr val="5ACBF0"/>
          </p15:clr>
        </p15:guide>
        <p15:guide id="11" pos="1323">
          <p15:clr>
            <a:srgbClr val="5ACBF0"/>
          </p15:clr>
        </p15:guide>
        <p15:guide id="12" pos="2865">
          <p15:clr>
            <a:srgbClr val="5ACBF0"/>
          </p15:clr>
        </p15:guide>
        <p15:guide id="13" pos="4815">
          <p15:clr>
            <a:srgbClr val="5ACBF0"/>
          </p15:clr>
        </p15:guide>
        <p15:guide id="14" pos="6361">
          <p15:clr>
            <a:srgbClr val="5ACBF0"/>
          </p15:clr>
        </p15:guide>
        <p15:guide id="15" orient="horz">
          <p15:clr>
            <a:srgbClr val="5ACBF0"/>
          </p15:clr>
        </p15:guide>
        <p15:guide id="16" pos="1727">
          <p15:clr>
            <a:srgbClr val="5ACBF0"/>
          </p15:clr>
        </p15:guide>
        <p15:guide id="17" pos="2294">
          <p15:clr>
            <a:srgbClr val="5ACBF0"/>
          </p15:clr>
        </p15:guide>
        <p15:guide id="18" pos="3273">
          <p15:clr>
            <a:srgbClr val="5ACBF0"/>
          </p15:clr>
        </p15:guide>
        <p15:guide id="19" pos="4411">
          <p15:clr>
            <a:srgbClr val="5ACBF0"/>
          </p15:clr>
        </p15:guide>
        <p15:guide id="21" pos="6179">
          <p15:clr>
            <a:srgbClr val="5ACBF0"/>
          </p15:clr>
        </p15:guide>
        <p15:guide id="22" pos="1501">
          <p15:clr>
            <a:srgbClr val="5ACBF0"/>
          </p15:clr>
        </p15:guide>
        <p15:guide id="23" pos="1543">
          <p15:clr>
            <a:srgbClr val="5ACBF0"/>
          </p15:clr>
        </p15:guide>
        <p15:guide id="24" pos="3049">
          <p15:clr>
            <a:srgbClr val="5ACBF0"/>
          </p15:clr>
        </p15:guide>
        <p15:guide id="25" pos="3088">
          <p15:clr>
            <a:srgbClr val="5ACBF0"/>
          </p15:clr>
        </p15:guide>
        <p15:guide id="26" pos="5954">
          <p15:clr>
            <a:srgbClr val="5ACBF0"/>
          </p15:clr>
        </p15:guide>
        <p15:guide id="27" pos="3840">
          <p15:clr>
            <a:srgbClr val="5ACBF0"/>
          </p15:clr>
        </p15:guide>
        <p15:guide id="28" pos="5386">
          <p15:clr>
            <a:srgbClr val="5ACBF0"/>
          </p15:clr>
        </p15:guide>
        <p15:guide id="29" pos="753">
          <p15:clr>
            <a:srgbClr val="5ACBF0"/>
          </p15:clr>
        </p15:guide>
        <p15:guide id="30" pos="6927">
          <p15:clr>
            <a:srgbClr val="5ACBF0"/>
          </p15:clr>
        </p15:guide>
      </p15:sldGuideLst>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Three round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33D211-079C-4884-AB74-BFA812A63FE8}"/>
              </a:ext>
            </a:extLst>
          </p:cNvPr>
          <p:cNvSpPr>
            <a:spLocks noGrp="1"/>
          </p:cNvSpPr>
          <p:nvPr>
            <p:ph type="title"/>
          </p:nvPr>
        </p:nvSpPr>
        <p:spPr>
          <a:xfrm>
            <a:off x="588263" y="588962"/>
            <a:ext cx="11018520" cy="1115568"/>
          </a:xfrm>
        </p:spPr>
        <p:txBody>
          <a:bodyPr anchor="ctr"/>
          <a:lstStyle>
            <a:lvl1pPr algn="ctr">
              <a:defRPr/>
            </a:lvl1pPr>
          </a:lstStyle>
          <a:p>
            <a:r>
              <a:rPr lang="en-GB"/>
              <a:t>Click to edit Master title style</a:t>
            </a:r>
            <a:endParaRPr lang="en-US" dirty="0"/>
          </a:p>
        </p:txBody>
      </p:sp>
      <p:sp>
        <p:nvSpPr>
          <p:cNvPr id="16" name="Picture Placeholder" descr="This photo is a 'placeholder' only. Drag or drop your photo here, or click and tap the center to insert a photo.">
            <a:extLst>
              <a:ext uri="{FF2B5EF4-FFF2-40B4-BE49-F238E27FC236}">
                <a16:creationId xmlns:a16="http://schemas.microsoft.com/office/drawing/2014/main" id="{5757E314-6417-4051-A2CD-D3614CAA6A78}"/>
              </a:ext>
            </a:extLst>
          </p:cNvPr>
          <p:cNvSpPr>
            <a:spLocks noGrp="1" noChangeAspect="1"/>
          </p:cNvSpPr>
          <p:nvPr>
            <p:ph type="pic" sz="quarter" idx="13" hasCustomPrompt="1"/>
          </p:nvPr>
        </p:nvSpPr>
        <p:spPr bwMode="ltGray">
          <a:xfrm>
            <a:off x="2037906" y="2286000"/>
            <a:ext cx="2313432" cy="2313432"/>
          </a:xfrm>
          <a:prstGeom prst="ellipse">
            <a:avLst/>
          </a:prstGeom>
          <a:blipFill>
            <a:blip r:embed="rId2"/>
            <a:stretch>
              <a:fillRect/>
            </a:stretch>
          </a:blip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dirty="0"/>
              <a:t>Drag &amp; drop your photo </a:t>
            </a:r>
            <a:br>
              <a:rPr lang="en-US" dirty="0"/>
            </a:br>
            <a:r>
              <a:rPr lang="en-US" dirty="0"/>
              <a:t>here or click or tap icon </a:t>
            </a:r>
            <a:br>
              <a:rPr lang="en-US" dirty="0"/>
            </a:br>
            <a:r>
              <a:rPr lang="en-US" dirty="0"/>
              <a:t>below to insert</a:t>
            </a:r>
          </a:p>
        </p:txBody>
      </p:sp>
      <p:sp>
        <p:nvSpPr>
          <p:cNvPr id="13" name="Text Placeholder 3">
            <a:extLst>
              <a:ext uri="{FF2B5EF4-FFF2-40B4-BE49-F238E27FC236}">
                <a16:creationId xmlns:a16="http://schemas.microsoft.com/office/drawing/2014/main" id="{5BBECFAF-80A0-4620-8865-87562DFB497B}"/>
              </a:ext>
            </a:extLst>
          </p:cNvPr>
          <p:cNvSpPr>
            <a:spLocks noGrp="1"/>
          </p:cNvSpPr>
          <p:nvPr>
            <p:ph type="body" sz="quarter" idx="16"/>
          </p:nvPr>
        </p:nvSpPr>
        <p:spPr>
          <a:xfrm>
            <a:off x="2037906" y="4800600"/>
            <a:ext cx="2313432" cy="1468438"/>
          </a:xfrm>
        </p:spPr>
        <p:txBody>
          <a:bodyPr/>
          <a:lstStyle>
            <a:lvl1pPr marL="0" indent="0" algn="ctr">
              <a:spcBef>
                <a:spcPts val="0"/>
              </a:spcBef>
              <a:buNone/>
              <a:defRPr sz="1800">
                <a:latin typeface="+mj-lt"/>
              </a:defRPr>
            </a:lvl1pPr>
          </a:lstStyle>
          <a:p>
            <a:pPr lvl="0"/>
            <a:r>
              <a:rPr lang="en-GB"/>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E5577FC3-49F5-4B04-AFD3-AA0A57BA8355}"/>
              </a:ext>
            </a:extLst>
          </p:cNvPr>
          <p:cNvSpPr>
            <a:spLocks noGrp="1" noChangeAspect="1"/>
          </p:cNvSpPr>
          <p:nvPr>
            <p:ph type="pic" sz="quarter" idx="19" hasCustomPrompt="1"/>
          </p:nvPr>
        </p:nvSpPr>
        <p:spPr bwMode="ltGray">
          <a:xfrm>
            <a:off x="4939284" y="2286000"/>
            <a:ext cx="2313432" cy="2313432"/>
          </a:xfrm>
          <a:prstGeom prst="ellipse">
            <a:avLst/>
          </a:prstGeom>
          <a:blipFill>
            <a:blip r:embed="rId3"/>
            <a:stretch>
              <a:fillRect/>
            </a:stretch>
          </a:blip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dirty="0"/>
              <a:t>Drag &amp; drop your photo </a:t>
            </a:r>
            <a:br>
              <a:rPr lang="en-US" dirty="0"/>
            </a:br>
            <a:r>
              <a:rPr lang="en-US" dirty="0"/>
              <a:t>here or click or tap icon </a:t>
            </a:r>
            <a:br>
              <a:rPr lang="en-US" dirty="0"/>
            </a:br>
            <a:r>
              <a:rPr lang="en-US" dirty="0"/>
              <a:t>below to insert</a:t>
            </a:r>
          </a:p>
        </p:txBody>
      </p:sp>
      <p:sp>
        <p:nvSpPr>
          <p:cNvPr id="14" name="Text Placeholder 3">
            <a:extLst>
              <a:ext uri="{FF2B5EF4-FFF2-40B4-BE49-F238E27FC236}">
                <a16:creationId xmlns:a16="http://schemas.microsoft.com/office/drawing/2014/main" id="{8AD287B4-D736-4707-854D-BEA62EF2BBCF}"/>
              </a:ext>
            </a:extLst>
          </p:cNvPr>
          <p:cNvSpPr>
            <a:spLocks noGrp="1"/>
          </p:cNvSpPr>
          <p:nvPr>
            <p:ph type="body" sz="quarter" idx="17"/>
          </p:nvPr>
        </p:nvSpPr>
        <p:spPr>
          <a:xfrm>
            <a:off x="4939284" y="4800600"/>
            <a:ext cx="2313432" cy="1468438"/>
          </a:xfrm>
        </p:spPr>
        <p:txBody>
          <a:bodyPr/>
          <a:lstStyle>
            <a:lvl1pPr marL="0" indent="0" algn="ctr">
              <a:spcBef>
                <a:spcPts val="0"/>
              </a:spcBef>
              <a:buNone/>
              <a:defRPr sz="1800">
                <a:latin typeface="+mj-lt"/>
              </a:defRPr>
            </a:lvl1pPr>
          </a:lstStyle>
          <a:p>
            <a:pPr lvl="0"/>
            <a:r>
              <a:rPr lang="en-GB"/>
              <a:t>Click to edit Master text styles</a:t>
            </a:r>
          </a:p>
        </p:txBody>
      </p:sp>
      <p:sp>
        <p:nvSpPr>
          <p:cNvPr id="18" name="Picture Placeholder" descr="This photo is a 'placeholder' only. Drag or drop your photo here, or click and tap the center to insert a photo.">
            <a:extLst>
              <a:ext uri="{FF2B5EF4-FFF2-40B4-BE49-F238E27FC236}">
                <a16:creationId xmlns:a16="http://schemas.microsoft.com/office/drawing/2014/main" id="{9B56ECFD-6AA2-4EC5-A445-D1E0952199EC}"/>
              </a:ext>
            </a:extLst>
          </p:cNvPr>
          <p:cNvSpPr>
            <a:spLocks noGrp="1" noChangeAspect="1"/>
          </p:cNvSpPr>
          <p:nvPr>
            <p:ph type="pic" sz="quarter" idx="20" hasCustomPrompt="1"/>
          </p:nvPr>
        </p:nvSpPr>
        <p:spPr bwMode="ltGray">
          <a:xfrm>
            <a:off x="7840663" y="2286000"/>
            <a:ext cx="2313432" cy="2313432"/>
          </a:xfrm>
          <a:prstGeom prst="ellipse">
            <a:avLst/>
          </a:prstGeom>
          <a:blipFill>
            <a:blip r:embed="rId4"/>
            <a:stretch>
              <a:fillRect/>
            </a:stretch>
          </a:blip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dirty="0"/>
              <a:t>Drag &amp; drop your photo </a:t>
            </a:r>
            <a:br>
              <a:rPr lang="en-US" dirty="0"/>
            </a:br>
            <a:r>
              <a:rPr lang="en-US" dirty="0"/>
              <a:t>here or click or tap icon </a:t>
            </a:r>
            <a:br>
              <a:rPr lang="en-US" dirty="0"/>
            </a:br>
            <a:r>
              <a:rPr lang="en-US" dirty="0"/>
              <a:t>below to insert</a:t>
            </a:r>
          </a:p>
        </p:txBody>
      </p:sp>
      <p:sp>
        <p:nvSpPr>
          <p:cNvPr id="15" name="Text Placeholder 3">
            <a:extLst>
              <a:ext uri="{FF2B5EF4-FFF2-40B4-BE49-F238E27FC236}">
                <a16:creationId xmlns:a16="http://schemas.microsoft.com/office/drawing/2014/main" id="{9ED5A27F-D9D2-4DCB-8422-4694477ECA88}"/>
              </a:ext>
            </a:extLst>
          </p:cNvPr>
          <p:cNvSpPr>
            <a:spLocks noGrp="1"/>
          </p:cNvSpPr>
          <p:nvPr>
            <p:ph type="body" sz="quarter" idx="18"/>
          </p:nvPr>
        </p:nvSpPr>
        <p:spPr>
          <a:xfrm>
            <a:off x="7840663" y="4800600"/>
            <a:ext cx="2313432" cy="1468438"/>
          </a:xfrm>
        </p:spPr>
        <p:txBody>
          <a:bodyPr/>
          <a:lstStyle>
            <a:lvl1pPr marL="0" indent="0" algn="ctr">
              <a:spcBef>
                <a:spcPts val="0"/>
              </a:spcBef>
              <a:buNone/>
              <a:defRPr sz="1800">
                <a:latin typeface="+mj-lt"/>
              </a:defRPr>
            </a:lvl1pPr>
          </a:lstStyle>
          <a:p>
            <a:pPr lvl="0"/>
            <a:r>
              <a:rPr lang="en-GB"/>
              <a:t>Click to edit Master text styles</a:t>
            </a:r>
          </a:p>
        </p:txBody>
      </p:sp>
      <p:sp>
        <p:nvSpPr>
          <p:cNvPr id="20" name="TextBox 19">
            <a:extLst>
              <a:ext uri="{FF2B5EF4-FFF2-40B4-BE49-F238E27FC236}">
                <a16:creationId xmlns:a16="http://schemas.microsoft.com/office/drawing/2014/main" id="{0D6AFB7A-35B4-4881-AB50-D112482166B1}"/>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dirty="0">
                <a:solidFill>
                  <a:srgbClr val="A3A3A3"/>
                </a:solidFill>
              </a:rPr>
              <a:t>ELT layout</a:t>
            </a:r>
          </a:p>
        </p:txBody>
      </p:sp>
    </p:spTree>
    <p:extLst>
      <p:ext uri="{BB962C8B-B14F-4D97-AF65-F5344CB8AC3E}">
        <p14:creationId xmlns:p14="http://schemas.microsoft.com/office/powerpoint/2010/main" val="3561602646"/>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3024">
          <p15:clr>
            <a:srgbClr val="5ACBF0"/>
          </p15:clr>
        </p15:guide>
        <p15:guide id="3" pos="3840">
          <p15:clr>
            <a:srgbClr val="5ACBF0"/>
          </p15:clr>
        </p15:guide>
        <p15:guide id="4" pos="1283">
          <p15:clr>
            <a:srgbClr val="5ACBF0"/>
          </p15:clr>
        </p15:guide>
        <p15:guide id="5" pos="5666">
          <p15:clr>
            <a:srgbClr val="5ACBF0"/>
          </p15:clr>
        </p15:guide>
        <p15:guide id="6" pos="2741">
          <p15:clr>
            <a:srgbClr val="5ACBF0"/>
          </p15:clr>
        </p15:guide>
        <p15:guide id="7" pos="2012">
          <p15:clr>
            <a:srgbClr val="5ACBF0"/>
          </p15:clr>
        </p15:guide>
        <p15:guide id="8" pos="3109">
          <p15:clr>
            <a:srgbClr val="5ACBF0"/>
          </p15:clr>
        </p15:guide>
        <p15:guide id="9" pos="4570">
          <p15:clr>
            <a:srgbClr val="5ACBF0"/>
          </p15:clr>
        </p15:guide>
        <p15:guide id="11" pos="6397">
          <p15:clr>
            <a:srgbClr val="5ACBF0"/>
          </p15:clr>
        </p15:guide>
        <p15:guide id="12" orient="horz" pos="1440">
          <p15:clr>
            <a:srgbClr val="5ACBF0"/>
          </p15:clr>
        </p15:guide>
        <p15:guide id="13" pos="4938">
          <p15:clr>
            <a:srgbClr val="5ACBF0"/>
          </p15:clr>
        </p15:guide>
        <p15:guide id="14" orient="horz" pos="2894" userDrawn="1">
          <p15:clr>
            <a:srgbClr val="5ACBF0"/>
          </p15:clr>
        </p15:guide>
      </p15:sldGuideLst>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Four round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33D211-079C-4884-AB74-BFA812A63FE8}"/>
              </a:ext>
            </a:extLst>
          </p:cNvPr>
          <p:cNvSpPr>
            <a:spLocks noGrp="1"/>
          </p:cNvSpPr>
          <p:nvPr>
            <p:ph type="title"/>
          </p:nvPr>
        </p:nvSpPr>
        <p:spPr>
          <a:xfrm>
            <a:off x="588263" y="583007"/>
            <a:ext cx="11018520" cy="1115568"/>
          </a:xfrm>
        </p:spPr>
        <p:txBody>
          <a:bodyPr anchor="ctr"/>
          <a:lstStyle>
            <a:lvl1pPr algn="ctr">
              <a:defRPr/>
            </a:lvl1pPr>
          </a:lstStyle>
          <a:p>
            <a:r>
              <a:rPr lang="en-GB"/>
              <a:t>Click to edit Master title style</a:t>
            </a:r>
            <a:endParaRPr lang="en-US" dirty="0"/>
          </a:p>
        </p:txBody>
      </p:sp>
      <p:sp>
        <p:nvSpPr>
          <p:cNvPr id="16" name="Picture Placeholder" descr="This photo is a 'placeholder' only. Drag or drop your photo here, or click and tap the center to insert a photo.">
            <a:extLst>
              <a:ext uri="{FF2B5EF4-FFF2-40B4-BE49-F238E27FC236}">
                <a16:creationId xmlns:a16="http://schemas.microsoft.com/office/drawing/2014/main" id="{5757E314-6417-4051-A2CD-D3614CAA6A78}"/>
              </a:ext>
            </a:extLst>
          </p:cNvPr>
          <p:cNvSpPr>
            <a:spLocks noGrp="1" noChangeAspect="1"/>
          </p:cNvSpPr>
          <p:nvPr>
            <p:ph type="pic" sz="quarter" idx="13" hasCustomPrompt="1"/>
          </p:nvPr>
        </p:nvSpPr>
        <p:spPr bwMode="ltGray">
          <a:xfrm>
            <a:off x="584200" y="2286000"/>
            <a:ext cx="2313432" cy="2313432"/>
          </a:xfrm>
          <a:prstGeom prst="ellipse">
            <a:avLst/>
          </a:prstGeom>
          <a:blipFill>
            <a:blip r:embed="rId2"/>
            <a:stretch>
              <a:fillRect/>
            </a:stretch>
          </a:blip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dirty="0"/>
              <a:t>Drag &amp; drop your photo </a:t>
            </a:r>
            <a:br>
              <a:rPr lang="en-US" dirty="0"/>
            </a:br>
            <a:r>
              <a:rPr lang="en-US" dirty="0"/>
              <a:t>here or click or tap icon </a:t>
            </a:r>
            <a:br>
              <a:rPr lang="en-US" dirty="0"/>
            </a:br>
            <a:r>
              <a:rPr lang="en-US" dirty="0"/>
              <a:t>below to insert</a:t>
            </a:r>
          </a:p>
        </p:txBody>
      </p:sp>
      <p:sp>
        <p:nvSpPr>
          <p:cNvPr id="13" name="Text Placeholder 3">
            <a:extLst>
              <a:ext uri="{FF2B5EF4-FFF2-40B4-BE49-F238E27FC236}">
                <a16:creationId xmlns:a16="http://schemas.microsoft.com/office/drawing/2014/main" id="{5BBECFAF-80A0-4620-8865-87562DFB497B}"/>
              </a:ext>
            </a:extLst>
          </p:cNvPr>
          <p:cNvSpPr>
            <a:spLocks noGrp="1"/>
          </p:cNvSpPr>
          <p:nvPr>
            <p:ph type="body" sz="quarter" idx="16"/>
          </p:nvPr>
        </p:nvSpPr>
        <p:spPr>
          <a:xfrm>
            <a:off x="584200" y="4800600"/>
            <a:ext cx="2313432" cy="1468438"/>
          </a:xfrm>
        </p:spPr>
        <p:txBody>
          <a:bodyPr/>
          <a:lstStyle>
            <a:lvl1pPr marL="0" indent="0" algn="ctr">
              <a:spcBef>
                <a:spcPts val="0"/>
              </a:spcBef>
              <a:buNone/>
              <a:defRPr sz="1800">
                <a:latin typeface="+mj-lt"/>
              </a:defRPr>
            </a:lvl1pPr>
          </a:lstStyle>
          <a:p>
            <a:pPr lvl="0"/>
            <a:r>
              <a:rPr lang="en-GB"/>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E5577FC3-49F5-4B04-AFD3-AA0A57BA8355}"/>
              </a:ext>
            </a:extLst>
          </p:cNvPr>
          <p:cNvSpPr>
            <a:spLocks noGrp="1" noChangeAspect="1"/>
          </p:cNvSpPr>
          <p:nvPr>
            <p:ph type="pic" sz="quarter" idx="19" hasCustomPrompt="1"/>
          </p:nvPr>
        </p:nvSpPr>
        <p:spPr bwMode="ltGray">
          <a:xfrm>
            <a:off x="3487250" y="2286000"/>
            <a:ext cx="2313432" cy="2313432"/>
          </a:xfrm>
          <a:prstGeom prst="ellipse">
            <a:avLst/>
          </a:prstGeom>
          <a:blipFill>
            <a:blip r:embed="rId3"/>
            <a:stretch>
              <a:fillRect/>
            </a:stretch>
          </a:blip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dirty="0"/>
              <a:t>Drag &amp; drop your photo </a:t>
            </a:r>
            <a:br>
              <a:rPr lang="en-US" dirty="0"/>
            </a:br>
            <a:r>
              <a:rPr lang="en-US" dirty="0"/>
              <a:t>here or click or tap icon </a:t>
            </a:r>
            <a:br>
              <a:rPr lang="en-US" dirty="0"/>
            </a:br>
            <a:r>
              <a:rPr lang="en-US" dirty="0"/>
              <a:t>below to insert</a:t>
            </a:r>
          </a:p>
        </p:txBody>
      </p:sp>
      <p:sp>
        <p:nvSpPr>
          <p:cNvPr id="14" name="Text Placeholder 3">
            <a:extLst>
              <a:ext uri="{FF2B5EF4-FFF2-40B4-BE49-F238E27FC236}">
                <a16:creationId xmlns:a16="http://schemas.microsoft.com/office/drawing/2014/main" id="{8AD287B4-D736-4707-854D-BEA62EF2BBCF}"/>
              </a:ext>
            </a:extLst>
          </p:cNvPr>
          <p:cNvSpPr>
            <a:spLocks noGrp="1"/>
          </p:cNvSpPr>
          <p:nvPr>
            <p:ph type="body" sz="quarter" idx="17"/>
          </p:nvPr>
        </p:nvSpPr>
        <p:spPr>
          <a:xfrm>
            <a:off x="3487250" y="4800600"/>
            <a:ext cx="2313432" cy="1468438"/>
          </a:xfrm>
        </p:spPr>
        <p:txBody>
          <a:bodyPr/>
          <a:lstStyle>
            <a:lvl1pPr marL="0" indent="0" algn="ctr">
              <a:spcBef>
                <a:spcPts val="0"/>
              </a:spcBef>
              <a:buNone/>
              <a:defRPr sz="1800">
                <a:latin typeface="+mj-lt"/>
              </a:defRPr>
            </a:lvl1pPr>
          </a:lstStyle>
          <a:p>
            <a:pPr lvl="0"/>
            <a:r>
              <a:rPr lang="en-GB"/>
              <a:t>Click to edit Master text styles</a:t>
            </a:r>
          </a:p>
        </p:txBody>
      </p:sp>
      <p:sp>
        <p:nvSpPr>
          <p:cNvPr id="18" name="Picture Placeholder" descr="This photo is a 'placeholder' only. Drag or drop your photo here, or click and tap the center to insert a photo.">
            <a:extLst>
              <a:ext uri="{FF2B5EF4-FFF2-40B4-BE49-F238E27FC236}">
                <a16:creationId xmlns:a16="http://schemas.microsoft.com/office/drawing/2014/main" id="{9B56ECFD-6AA2-4EC5-A445-D1E0952199EC}"/>
              </a:ext>
            </a:extLst>
          </p:cNvPr>
          <p:cNvSpPr>
            <a:spLocks noGrp="1" noChangeAspect="1"/>
          </p:cNvSpPr>
          <p:nvPr>
            <p:ph type="pic" sz="quarter" idx="20" hasCustomPrompt="1"/>
          </p:nvPr>
        </p:nvSpPr>
        <p:spPr bwMode="ltGray">
          <a:xfrm>
            <a:off x="6390300" y="2286000"/>
            <a:ext cx="2313432" cy="2313432"/>
          </a:xfrm>
          <a:prstGeom prst="ellipse">
            <a:avLst/>
          </a:prstGeom>
          <a:blipFill>
            <a:blip r:embed="rId4"/>
            <a:stretch>
              <a:fillRect/>
            </a:stretch>
          </a:blip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dirty="0"/>
              <a:t>Drag &amp; drop your photo </a:t>
            </a:r>
            <a:br>
              <a:rPr lang="en-US" dirty="0"/>
            </a:br>
            <a:r>
              <a:rPr lang="en-US" dirty="0"/>
              <a:t>here or click or tap icon </a:t>
            </a:r>
            <a:br>
              <a:rPr lang="en-US" dirty="0"/>
            </a:br>
            <a:r>
              <a:rPr lang="en-US" dirty="0"/>
              <a:t>below to insert</a:t>
            </a:r>
          </a:p>
        </p:txBody>
      </p:sp>
      <p:sp>
        <p:nvSpPr>
          <p:cNvPr id="15" name="Text Placeholder 3">
            <a:extLst>
              <a:ext uri="{FF2B5EF4-FFF2-40B4-BE49-F238E27FC236}">
                <a16:creationId xmlns:a16="http://schemas.microsoft.com/office/drawing/2014/main" id="{9ED5A27F-D9D2-4DCB-8422-4694477ECA88}"/>
              </a:ext>
            </a:extLst>
          </p:cNvPr>
          <p:cNvSpPr>
            <a:spLocks noGrp="1"/>
          </p:cNvSpPr>
          <p:nvPr>
            <p:ph type="body" sz="quarter" idx="18"/>
          </p:nvPr>
        </p:nvSpPr>
        <p:spPr>
          <a:xfrm>
            <a:off x="6390300" y="4800600"/>
            <a:ext cx="2313432" cy="1468438"/>
          </a:xfrm>
        </p:spPr>
        <p:txBody>
          <a:bodyPr/>
          <a:lstStyle>
            <a:lvl1pPr marL="0" indent="0" algn="ctr">
              <a:spcBef>
                <a:spcPts val="0"/>
              </a:spcBef>
              <a:buNone/>
              <a:defRPr sz="1800">
                <a:latin typeface="+mj-lt"/>
              </a:defRPr>
            </a:lvl1pPr>
          </a:lstStyle>
          <a:p>
            <a:pPr lvl="0"/>
            <a:r>
              <a:rPr lang="en-GB"/>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F78E1D3B-7D6F-4EFD-9EB2-E1A27309D6AF}"/>
              </a:ext>
            </a:extLst>
          </p:cNvPr>
          <p:cNvSpPr>
            <a:spLocks noGrp="1" noChangeAspect="1"/>
          </p:cNvSpPr>
          <p:nvPr>
            <p:ph type="pic" sz="quarter" idx="21" hasCustomPrompt="1"/>
          </p:nvPr>
        </p:nvSpPr>
        <p:spPr bwMode="ltGray">
          <a:xfrm>
            <a:off x="9293351" y="2286000"/>
            <a:ext cx="2313432" cy="2313432"/>
          </a:xfrm>
          <a:prstGeom prst="ellipse">
            <a:avLst/>
          </a:prstGeom>
          <a:blipFill>
            <a:blip r:embed="rId5"/>
            <a:stretch>
              <a:fillRect/>
            </a:stretch>
          </a:blip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dirty="0"/>
              <a:t>Drag &amp; drop your photo </a:t>
            </a:r>
            <a:br>
              <a:rPr lang="en-US" dirty="0"/>
            </a:br>
            <a:r>
              <a:rPr lang="en-US" dirty="0"/>
              <a:t>here or click or tap icon </a:t>
            </a:r>
            <a:br>
              <a:rPr lang="en-US" dirty="0"/>
            </a:br>
            <a:r>
              <a:rPr lang="en-US" dirty="0"/>
              <a:t>below to insert</a:t>
            </a:r>
          </a:p>
        </p:txBody>
      </p:sp>
      <p:sp>
        <p:nvSpPr>
          <p:cNvPr id="12" name="Text Placeholder 3">
            <a:extLst>
              <a:ext uri="{FF2B5EF4-FFF2-40B4-BE49-F238E27FC236}">
                <a16:creationId xmlns:a16="http://schemas.microsoft.com/office/drawing/2014/main" id="{3BB2FF62-05DC-462E-808C-4DDE1C65392C}"/>
              </a:ext>
            </a:extLst>
          </p:cNvPr>
          <p:cNvSpPr>
            <a:spLocks noGrp="1"/>
          </p:cNvSpPr>
          <p:nvPr>
            <p:ph type="body" sz="quarter" idx="22"/>
          </p:nvPr>
        </p:nvSpPr>
        <p:spPr>
          <a:xfrm>
            <a:off x="9293351" y="4800600"/>
            <a:ext cx="2313432" cy="1468438"/>
          </a:xfrm>
        </p:spPr>
        <p:txBody>
          <a:bodyPr/>
          <a:lstStyle>
            <a:lvl1pPr marL="0" indent="0" algn="ctr">
              <a:spcBef>
                <a:spcPts val="0"/>
              </a:spcBef>
              <a:buNone/>
              <a:defRPr sz="1800">
                <a:latin typeface="+mj-lt"/>
              </a:defRPr>
            </a:lvl1pPr>
          </a:lstStyle>
          <a:p>
            <a:pPr lvl="0"/>
            <a:r>
              <a:rPr lang="en-GB"/>
              <a:t>Click to edit Master text styles</a:t>
            </a:r>
          </a:p>
        </p:txBody>
      </p:sp>
      <p:sp>
        <p:nvSpPr>
          <p:cNvPr id="3" name="TextBox 2">
            <a:extLst>
              <a:ext uri="{FF2B5EF4-FFF2-40B4-BE49-F238E27FC236}">
                <a16:creationId xmlns:a16="http://schemas.microsoft.com/office/drawing/2014/main" id="{67A72D6D-004C-4F57-AD34-F1019A756073}"/>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dirty="0">
                <a:solidFill>
                  <a:srgbClr val="A3A3A3"/>
                </a:solidFill>
              </a:rPr>
              <a:t>ELT layout</a:t>
            </a:r>
          </a:p>
        </p:txBody>
      </p:sp>
    </p:spTree>
    <p:extLst>
      <p:ext uri="{BB962C8B-B14F-4D97-AF65-F5344CB8AC3E}">
        <p14:creationId xmlns:p14="http://schemas.microsoft.com/office/powerpoint/2010/main" val="667531690"/>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3024">
          <p15:clr>
            <a:srgbClr val="5ACBF0"/>
          </p15:clr>
        </p15:guide>
        <p15:guide id="3" pos="4025">
          <p15:clr>
            <a:srgbClr val="5ACBF0"/>
          </p15:clr>
        </p15:guide>
        <p15:guide id="5" pos="5854">
          <p15:clr>
            <a:srgbClr val="5ACBF0"/>
          </p15:clr>
        </p15:guide>
        <p15:guide id="7" pos="3654">
          <p15:clr>
            <a:srgbClr val="5ACBF0"/>
          </p15:clr>
        </p15:guide>
        <p15:guide id="8" pos="2195">
          <p15:clr>
            <a:srgbClr val="5ACBF0"/>
          </p15:clr>
        </p15:guide>
        <p15:guide id="10" pos="2926">
          <p15:clr>
            <a:srgbClr val="5ACBF0"/>
          </p15:clr>
        </p15:guide>
        <p15:guide id="11" pos="4756">
          <p15:clr>
            <a:srgbClr val="5ACBF0"/>
          </p15:clr>
        </p15:guide>
        <p15:guide id="12" pos="6581">
          <p15:clr>
            <a:srgbClr val="5ACBF0"/>
          </p15:clr>
        </p15:guide>
        <p15:guide id="13" pos="1097">
          <p15:clr>
            <a:srgbClr val="5ACBF0"/>
          </p15:clr>
        </p15:guide>
        <p15:guide id="14" orient="horz" pos="1440">
          <p15:clr>
            <a:srgbClr val="5ACBF0"/>
          </p15:clr>
        </p15:guide>
        <p15:guide id="15" pos="1826">
          <p15:clr>
            <a:srgbClr val="5ACBF0"/>
          </p15:clr>
        </p15:guide>
        <p15:guide id="18" pos="5483">
          <p15:clr>
            <a:srgbClr val="5ACBF0"/>
          </p15:clr>
        </p15:guide>
        <p15:guide id="19" orient="horz" pos="2898" userDrawn="1">
          <p15:clr>
            <a:srgbClr val="5ACBF0"/>
          </p15:clr>
        </p15:guide>
      </p15:sldGuideLst>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Five round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33D211-079C-4884-AB74-BFA812A63FE8}"/>
              </a:ext>
            </a:extLst>
          </p:cNvPr>
          <p:cNvSpPr>
            <a:spLocks noGrp="1"/>
          </p:cNvSpPr>
          <p:nvPr>
            <p:ph type="title"/>
          </p:nvPr>
        </p:nvSpPr>
        <p:spPr>
          <a:xfrm>
            <a:off x="588263" y="583007"/>
            <a:ext cx="11018520" cy="1115568"/>
          </a:xfrm>
        </p:spPr>
        <p:txBody>
          <a:bodyPr anchor="ctr"/>
          <a:lstStyle>
            <a:lvl1pPr algn="ctr">
              <a:defRPr/>
            </a:lvl1pPr>
          </a:lstStyle>
          <a:p>
            <a:r>
              <a:rPr lang="en-GB"/>
              <a:t>Click to edit Master title style</a:t>
            </a:r>
            <a:endParaRPr lang="en-US" dirty="0"/>
          </a:p>
        </p:txBody>
      </p:sp>
      <p:sp>
        <p:nvSpPr>
          <p:cNvPr id="16" name="Picture Placeholder" descr="This photo is a 'placeholder' only. Drag or drop your photo here, or click and tap the center to insert a photo.">
            <a:extLst>
              <a:ext uri="{FF2B5EF4-FFF2-40B4-BE49-F238E27FC236}">
                <a16:creationId xmlns:a16="http://schemas.microsoft.com/office/drawing/2014/main" id="{5757E314-6417-4051-A2CD-D3614CAA6A78}"/>
              </a:ext>
            </a:extLst>
          </p:cNvPr>
          <p:cNvSpPr>
            <a:spLocks noGrp="1" noChangeAspect="1"/>
          </p:cNvSpPr>
          <p:nvPr>
            <p:ph type="pic" sz="quarter" idx="13" hasCustomPrompt="1"/>
          </p:nvPr>
        </p:nvSpPr>
        <p:spPr bwMode="ltGray">
          <a:xfrm>
            <a:off x="584200" y="2286000"/>
            <a:ext cx="1737360" cy="1737360"/>
          </a:xfrm>
          <a:prstGeom prst="ellipse">
            <a:avLst/>
          </a:prstGeom>
          <a:blipFill>
            <a:blip r:embed="rId2"/>
            <a:stretch>
              <a:fillRect/>
            </a:stretch>
          </a:blipFill>
        </p:spPr>
        <p:txBody>
          <a:bodyPr lIns="0" tIns="0" rIns="0" bIns="594360" anchor="ctr" anchorCtr="0">
            <a:noAutofit/>
          </a:bodyPr>
          <a:lstStyle>
            <a:lvl1pPr marL="0" indent="0" algn="ctr">
              <a:lnSpc>
                <a:spcPct val="100000"/>
              </a:lnSpc>
              <a:buNone/>
              <a:defRPr sz="500" b="1">
                <a:solidFill>
                  <a:srgbClr val="000000"/>
                </a:solidFill>
                <a:latin typeface="+mn-lt"/>
                <a:cs typeface="Segoe UI" panose="020B0502040204020203" pitchFamily="34" charset="0"/>
              </a:defRPr>
            </a:lvl1pPr>
          </a:lstStyle>
          <a:p>
            <a:r>
              <a:rPr lang="en-US" dirty="0"/>
              <a:t>Drag &amp; drop your photo </a:t>
            </a:r>
            <a:br>
              <a:rPr lang="en-US" dirty="0"/>
            </a:br>
            <a:r>
              <a:rPr lang="en-US" dirty="0"/>
              <a:t>here or click or tap icon </a:t>
            </a:r>
            <a:br>
              <a:rPr lang="en-US" dirty="0"/>
            </a:br>
            <a:r>
              <a:rPr lang="en-US" dirty="0"/>
              <a:t>below to insert</a:t>
            </a:r>
          </a:p>
        </p:txBody>
      </p:sp>
      <p:sp>
        <p:nvSpPr>
          <p:cNvPr id="13" name="Text Placeholder 3">
            <a:extLst>
              <a:ext uri="{FF2B5EF4-FFF2-40B4-BE49-F238E27FC236}">
                <a16:creationId xmlns:a16="http://schemas.microsoft.com/office/drawing/2014/main" id="{5BBECFAF-80A0-4620-8865-87562DFB497B}"/>
              </a:ext>
            </a:extLst>
          </p:cNvPr>
          <p:cNvSpPr>
            <a:spLocks noGrp="1"/>
          </p:cNvSpPr>
          <p:nvPr>
            <p:ph type="body" sz="quarter" idx="16"/>
          </p:nvPr>
        </p:nvSpPr>
        <p:spPr>
          <a:xfrm>
            <a:off x="584200" y="4235450"/>
            <a:ext cx="1737360" cy="2033588"/>
          </a:xfrm>
        </p:spPr>
        <p:txBody>
          <a:bodyPr/>
          <a:lstStyle>
            <a:lvl1pPr marL="0" indent="0" algn="ctr">
              <a:spcBef>
                <a:spcPts val="0"/>
              </a:spcBef>
              <a:buNone/>
              <a:defRPr sz="1800">
                <a:latin typeface="+mj-lt"/>
              </a:defRPr>
            </a:lvl1pPr>
          </a:lstStyle>
          <a:p>
            <a:pPr lvl="0"/>
            <a:r>
              <a:rPr lang="en-GB"/>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E5577FC3-49F5-4B04-AFD3-AA0A57BA8355}"/>
              </a:ext>
            </a:extLst>
          </p:cNvPr>
          <p:cNvSpPr>
            <a:spLocks noGrp="1" noChangeAspect="1"/>
          </p:cNvSpPr>
          <p:nvPr>
            <p:ph type="pic" sz="quarter" idx="19" hasCustomPrompt="1"/>
          </p:nvPr>
        </p:nvSpPr>
        <p:spPr bwMode="ltGray">
          <a:xfrm>
            <a:off x="2905506" y="2286000"/>
            <a:ext cx="1737360" cy="1737360"/>
          </a:xfrm>
          <a:prstGeom prst="ellipse">
            <a:avLst/>
          </a:prstGeom>
          <a:blipFill>
            <a:blip r:embed="rId3"/>
            <a:stretch>
              <a:fillRect/>
            </a:stretch>
          </a:blipFill>
        </p:spPr>
        <p:txBody>
          <a:bodyPr lIns="0" tIns="0" rIns="0" bIns="594360" anchor="ctr" anchorCtr="0">
            <a:noAutofit/>
          </a:bodyPr>
          <a:lstStyle>
            <a:lvl1pPr marL="0" indent="0" algn="ctr">
              <a:lnSpc>
                <a:spcPct val="100000"/>
              </a:lnSpc>
              <a:buNone/>
              <a:defRPr sz="500" b="1">
                <a:solidFill>
                  <a:srgbClr val="000000"/>
                </a:solidFill>
                <a:latin typeface="+mn-lt"/>
                <a:cs typeface="Segoe UI" panose="020B0502040204020203" pitchFamily="34" charset="0"/>
              </a:defRPr>
            </a:lvl1pPr>
          </a:lstStyle>
          <a:p>
            <a:r>
              <a:rPr lang="en-US" dirty="0"/>
              <a:t>Drag &amp; drop your photo </a:t>
            </a:r>
            <a:br>
              <a:rPr lang="en-US" dirty="0"/>
            </a:br>
            <a:r>
              <a:rPr lang="en-US" dirty="0"/>
              <a:t>here or click or tap icon </a:t>
            </a:r>
            <a:br>
              <a:rPr lang="en-US" dirty="0"/>
            </a:br>
            <a:r>
              <a:rPr lang="en-US" dirty="0"/>
              <a:t>below to insert</a:t>
            </a:r>
          </a:p>
        </p:txBody>
      </p:sp>
      <p:sp>
        <p:nvSpPr>
          <p:cNvPr id="14" name="Text Placeholder 3">
            <a:extLst>
              <a:ext uri="{FF2B5EF4-FFF2-40B4-BE49-F238E27FC236}">
                <a16:creationId xmlns:a16="http://schemas.microsoft.com/office/drawing/2014/main" id="{8AD287B4-D736-4707-854D-BEA62EF2BBCF}"/>
              </a:ext>
            </a:extLst>
          </p:cNvPr>
          <p:cNvSpPr>
            <a:spLocks noGrp="1"/>
          </p:cNvSpPr>
          <p:nvPr>
            <p:ph type="body" sz="quarter" idx="17"/>
          </p:nvPr>
        </p:nvSpPr>
        <p:spPr>
          <a:xfrm>
            <a:off x="2905506" y="4235450"/>
            <a:ext cx="1737360" cy="2033588"/>
          </a:xfrm>
        </p:spPr>
        <p:txBody>
          <a:bodyPr/>
          <a:lstStyle>
            <a:lvl1pPr marL="0" indent="0" algn="ctr">
              <a:spcBef>
                <a:spcPts val="0"/>
              </a:spcBef>
              <a:buNone/>
              <a:defRPr sz="1800">
                <a:latin typeface="+mj-lt"/>
              </a:defRPr>
            </a:lvl1pPr>
          </a:lstStyle>
          <a:p>
            <a:pPr lvl="0"/>
            <a:r>
              <a:rPr lang="en-GB"/>
              <a:t>Click to edit Master text styles</a:t>
            </a:r>
          </a:p>
        </p:txBody>
      </p:sp>
      <p:sp>
        <p:nvSpPr>
          <p:cNvPr id="18" name="Picture Placeholder" descr="This photo is a 'placeholder' only. Drag or drop your photo here, or click and tap the center to insert a photo.">
            <a:extLst>
              <a:ext uri="{FF2B5EF4-FFF2-40B4-BE49-F238E27FC236}">
                <a16:creationId xmlns:a16="http://schemas.microsoft.com/office/drawing/2014/main" id="{9B56ECFD-6AA2-4EC5-A445-D1E0952199EC}"/>
              </a:ext>
            </a:extLst>
          </p:cNvPr>
          <p:cNvSpPr>
            <a:spLocks noGrp="1" noChangeAspect="1"/>
          </p:cNvSpPr>
          <p:nvPr>
            <p:ph type="pic" sz="quarter" idx="20" hasCustomPrompt="1"/>
          </p:nvPr>
        </p:nvSpPr>
        <p:spPr bwMode="ltGray">
          <a:xfrm>
            <a:off x="5227320" y="2286000"/>
            <a:ext cx="1737360" cy="1737360"/>
          </a:xfrm>
          <a:prstGeom prst="ellipse">
            <a:avLst/>
          </a:prstGeom>
          <a:blipFill>
            <a:blip r:embed="rId4"/>
            <a:stretch>
              <a:fillRect/>
            </a:stretch>
          </a:blipFill>
        </p:spPr>
        <p:txBody>
          <a:bodyPr lIns="0" tIns="0" rIns="0" bIns="594360" anchor="ctr" anchorCtr="0">
            <a:noAutofit/>
          </a:bodyPr>
          <a:lstStyle>
            <a:lvl1pPr marL="0" indent="0" algn="ctr">
              <a:lnSpc>
                <a:spcPct val="100000"/>
              </a:lnSpc>
              <a:buNone/>
              <a:defRPr sz="500" b="1">
                <a:solidFill>
                  <a:srgbClr val="000000"/>
                </a:solidFill>
                <a:latin typeface="+mn-lt"/>
                <a:cs typeface="Segoe UI" panose="020B0502040204020203" pitchFamily="34" charset="0"/>
              </a:defRPr>
            </a:lvl1pPr>
          </a:lstStyle>
          <a:p>
            <a:r>
              <a:rPr lang="en-US" dirty="0"/>
              <a:t>Drag &amp; drop your photo </a:t>
            </a:r>
            <a:br>
              <a:rPr lang="en-US" dirty="0"/>
            </a:br>
            <a:r>
              <a:rPr lang="en-US" dirty="0"/>
              <a:t>here or click or tap icon </a:t>
            </a:r>
            <a:br>
              <a:rPr lang="en-US" dirty="0"/>
            </a:br>
            <a:r>
              <a:rPr lang="en-US" dirty="0"/>
              <a:t>below to insert</a:t>
            </a:r>
          </a:p>
        </p:txBody>
      </p:sp>
      <p:sp>
        <p:nvSpPr>
          <p:cNvPr id="15" name="Text Placeholder 3">
            <a:extLst>
              <a:ext uri="{FF2B5EF4-FFF2-40B4-BE49-F238E27FC236}">
                <a16:creationId xmlns:a16="http://schemas.microsoft.com/office/drawing/2014/main" id="{9ED5A27F-D9D2-4DCB-8422-4694477ECA88}"/>
              </a:ext>
            </a:extLst>
          </p:cNvPr>
          <p:cNvSpPr>
            <a:spLocks noGrp="1"/>
          </p:cNvSpPr>
          <p:nvPr>
            <p:ph type="body" sz="quarter" idx="18"/>
          </p:nvPr>
        </p:nvSpPr>
        <p:spPr>
          <a:xfrm>
            <a:off x="5227320" y="4235451"/>
            <a:ext cx="1737360" cy="2033588"/>
          </a:xfrm>
        </p:spPr>
        <p:txBody>
          <a:bodyPr/>
          <a:lstStyle>
            <a:lvl1pPr marL="0" indent="0" algn="ctr">
              <a:spcBef>
                <a:spcPts val="0"/>
              </a:spcBef>
              <a:buNone/>
              <a:defRPr sz="1800">
                <a:latin typeface="+mj-lt"/>
              </a:defRPr>
            </a:lvl1pPr>
          </a:lstStyle>
          <a:p>
            <a:pPr lvl="0"/>
            <a:r>
              <a:rPr lang="en-GB"/>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F78E1D3B-7D6F-4EFD-9EB2-E1A27309D6AF}"/>
              </a:ext>
            </a:extLst>
          </p:cNvPr>
          <p:cNvSpPr>
            <a:spLocks noGrp="1" noChangeAspect="1"/>
          </p:cNvSpPr>
          <p:nvPr>
            <p:ph type="pic" sz="quarter" idx="21" hasCustomPrompt="1"/>
          </p:nvPr>
        </p:nvSpPr>
        <p:spPr bwMode="ltGray">
          <a:xfrm>
            <a:off x="7548118" y="2286000"/>
            <a:ext cx="1737360" cy="1737360"/>
          </a:xfrm>
          <a:prstGeom prst="ellipse">
            <a:avLst/>
          </a:prstGeom>
          <a:blipFill>
            <a:blip r:embed="rId5"/>
            <a:stretch>
              <a:fillRect/>
            </a:stretch>
          </a:blipFill>
        </p:spPr>
        <p:txBody>
          <a:bodyPr lIns="0" tIns="0" rIns="0" bIns="594360" anchor="ctr" anchorCtr="0">
            <a:noAutofit/>
          </a:bodyPr>
          <a:lstStyle>
            <a:lvl1pPr marL="0" indent="0" algn="ctr">
              <a:lnSpc>
                <a:spcPct val="100000"/>
              </a:lnSpc>
              <a:buNone/>
              <a:defRPr sz="500" b="1">
                <a:solidFill>
                  <a:srgbClr val="000000"/>
                </a:solidFill>
                <a:latin typeface="+mn-lt"/>
                <a:cs typeface="Segoe UI" panose="020B0502040204020203" pitchFamily="34" charset="0"/>
              </a:defRPr>
            </a:lvl1pPr>
          </a:lstStyle>
          <a:p>
            <a:r>
              <a:rPr lang="en-US" dirty="0"/>
              <a:t>Drag &amp; drop your photo </a:t>
            </a:r>
            <a:br>
              <a:rPr lang="en-US" dirty="0"/>
            </a:br>
            <a:r>
              <a:rPr lang="en-US" dirty="0"/>
              <a:t>here or click or tap icon </a:t>
            </a:r>
            <a:br>
              <a:rPr lang="en-US" dirty="0"/>
            </a:br>
            <a:r>
              <a:rPr lang="en-US" dirty="0"/>
              <a:t>below to insert44</a:t>
            </a:r>
          </a:p>
        </p:txBody>
      </p:sp>
      <p:sp>
        <p:nvSpPr>
          <p:cNvPr id="12" name="Text Placeholder 3">
            <a:extLst>
              <a:ext uri="{FF2B5EF4-FFF2-40B4-BE49-F238E27FC236}">
                <a16:creationId xmlns:a16="http://schemas.microsoft.com/office/drawing/2014/main" id="{3BB2FF62-05DC-462E-808C-4DDE1C65392C}"/>
              </a:ext>
            </a:extLst>
          </p:cNvPr>
          <p:cNvSpPr>
            <a:spLocks noGrp="1"/>
          </p:cNvSpPr>
          <p:nvPr>
            <p:ph type="body" sz="quarter" idx="22"/>
          </p:nvPr>
        </p:nvSpPr>
        <p:spPr>
          <a:xfrm>
            <a:off x="7548118" y="4235450"/>
            <a:ext cx="1737360" cy="2033588"/>
          </a:xfrm>
        </p:spPr>
        <p:txBody>
          <a:bodyPr/>
          <a:lstStyle>
            <a:lvl1pPr marL="0" indent="0" algn="ctr">
              <a:spcBef>
                <a:spcPts val="0"/>
              </a:spcBef>
              <a:buNone/>
              <a:defRPr sz="1800">
                <a:latin typeface="+mj-lt"/>
              </a:defRPr>
            </a:lvl1pPr>
          </a:lstStyle>
          <a:p>
            <a:pPr lvl="0"/>
            <a:r>
              <a:rPr lang="en-GB"/>
              <a:t>Click to edit Master text styles</a:t>
            </a:r>
          </a:p>
        </p:txBody>
      </p:sp>
      <p:sp>
        <p:nvSpPr>
          <p:cNvPr id="19" name="Picture Placeholder" descr="This photo is a 'placeholder' only. Drag or drop your photo here, or click and tap the center to insert a photo.">
            <a:extLst>
              <a:ext uri="{FF2B5EF4-FFF2-40B4-BE49-F238E27FC236}">
                <a16:creationId xmlns:a16="http://schemas.microsoft.com/office/drawing/2014/main" id="{E4DC3400-0B11-4EA0-9B8D-6FADE6964F37}"/>
              </a:ext>
            </a:extLst>
          </p:cNvPr>
          <p:cNvSpPr>
            <a:spLocks noGrp="1" noChangeAspect="1"/>
          </p:cNvSpPr>
          <p:nvPr>
            <p:ph type="pic" sz="quarter" idx="23" hasCustomPrompt="1"/>
          </p:nvPr>
        </p:nvSpPr>
        <p:spPr bwMode="ltGray">
          <a:xfrm>
            <a:off x="9869423" y="2286000"/>
            <a:ext cx="1737360" cy="1737360"/>
          </a:xfrm>
          <a:prstGeom prst="ellipse">
            <a:avLst/>
          </a:prstGeom>
          <a:blipFill>
            <a:blip r:embed="rId6"/>
            <a:stretch>
              <a:fillRect/>
            </a:stretch>
          </a:blipFill>
        </p:spPr>
        <p:txBody>
          <a:bodyPr lIns="0" tIns="0" rIns="0" bIns="594360" anchor="ctr" anchorCtr="0">
            <a:noAutofit/>
          </a:bodyPr>
          <a:lstStyle>
            <a:lvl1pPr marL="0" indent="0" algn="ctr">
              <a:lnSpc>
                <a:spcPct val="100000"/>
              </a:lnSpc>
              <a:buNone/>
              <a:defRPr sz="500" b="1">
                <a:solidFill>
                  <a:srgbClr val="000000"/>
                </a:solidFill>
                <a:latin typeface="+mn-lt"/>
                <a:cs typeface="Segoe UI" panose="020B0502040204020203" pitchFamily="34" charset="0"/>
              </a:defRPr>
            </a:lvl1pPr>
          </a:lstStyle>
          <a:p>
            <a:r>
              <a:rPr lang="en-US" dirty="0"/>
              <a:t>Drag &amp; drop your photo </a:t>
            </a:r>
            <a:br>
              <a:rPr lang="en-US" dirty="0"/>
            </a:br>
            <a:r>
              <a:rPr lang="en-US" dirty="0"/>
              <a:t>here or click or tap icon </a:t>
            </a:r>
            <a:br>
              <a:rPr lang="en-US" dirty="0"/>
            </a:br>
            <a:r>
              <a:rPr lang="en-US" dirty="0"/>
              <a:t>below to insert</a:t>
            </a:r>
          </a:p>
        </p:txBody>
      </p:sp>
      <p:sp>
        <p:nvSpPr>
          <p:cNvPr id="20" name="Text Placeholder 3">
            <a:extLst>
              <a:ext uri="{FF2B5EF4-FFF2-40B4-BE49-F238E27FC236}">
                <a16:creationId xmlns:a16="http://schemas.microsoft.com/office/drawing/2014/main" id="{133C357E-ECC0-485F-9033-5D4DEC8774BB}"/>
              </a:ext>
            </a:extLst>
          </p:cNvPr>
          <p:cNvSpPr>
            <a:spLocks noGrp="1"/>
          </p:cNvSpPr>
          <p:nvPr>
            <p:ph type="body" sz="quarter" idx="24"/>
          </p:nvPr>
        </p:nvSpPr>
        <p:spPr>
          <a:xfrm>
            <a:off x="9869423" y="4235450"/>
            <a:ext cx="1737360" cy="2033588"/>
          </a:xfrm>
        </p:spPr>
        <p:txBody>
          <a:bodyPr/>
          <a:lstStyle>
            <a:lvl1pPr marL="0" indent="0" algn="ctr">
              <a:spcBef>
                <a:spcPts val="0"/>
              </a:spcBef>
              <a:buNone/>
              <a:defRPr sz="1800">
                <a:latin typeface="+mj-lt"/>
              </a:defRPr>
            </a:lvl1pPr>
          </a:lstStyle>
          <a:p>
            <a:pPr lvl="0"/>
            <a:r>
              <a:rPr lang="en-GB"/>
              <a:t>Click to edit Master text styles</a:t>
            </a:r>
          </a:p>
        </p:txBody>
      </p:sp>
      <p:sp>
        <p:nvSpPr>
          <p:cNvPr id="3" name="TextBox 2">
            <a:extLst>
              <a:ext uri="{FF2B5EF4-FFF2-40B4-BE49-F238E27FC236}">
                <a16:creationId xmlns:a16="http://schemas.microsoft.com/office/drawing/2014/main" id="{67A72D6D-004C-4F57-AD34-F1019A756073}"/>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dirty="0">
                <a:solidFill>
                  <a:srgbClr val="A3A3A3"/>
                </a:solidFill>
              </a:rPr>
              <a:t>ELT layout</a:t>
            </a:r>
          </a:p>
        </p:txBody>
      </p:sp>
    </p:spTree>
    <p:extLst>
      <p:ext uri="{BB962C8B-B14F-4D97-AF65-F5344CB8AC3E}">
        <p14:creationId xmlns:p14="http://schemas.microsoft.com/office/powerpoint/2010/main" val="4074646849"/>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2664" userDrawn="1">
          <p15:clr>
            <a:srgbClr val="5ACBF0"/>
          </p15:clr>
        </p15:guide>
        <p15:guide id="3" pos="6216" userDrawn="1">
          <p15:clr>
            <a:srgbClr val="5ACBF0"/>
          </p15:clr>
        </p15:guide>
        <p15:guide id="5" pos="5850" userDrawn="1">
          <p15:clr>
            <a:srgbClr val="5ACBF0"/>
          </p15:clr>
        </p15:guide>
        <p15:guide id="7" pos="4392" userDrawn="1">
          <p15:clr>
            <a:srgbClr val="5ACBF0"/>
          </p15:clr>
        </p15:guide>
        <p15:guide id="8" pos="3292" userDrawn="1">
          <p15:clr>
            <a:srgbClr val="5ACBF0"/>
          </p15:clr>
        </p15:guide>
        <p15:guide id="10" pos="2926">
          <p15:clr>
            <a:srgbClr val="5ACBF0"/>
          </p15:clr>
        </p15:guide>
        <p15:guide id="11" pos="4754" userDrawn="1">
          <p15:clr>
            <a:srgbClr val="5ACBF0"/>
          </p15:clr>
        </p15:guide>
        <p15:guide id="13" pos="1464" userDrawn="1">
          <p15:clr>
            <a:srgbClr val="5ACBF0"/>
          </p15:clr>
        </p15:guide>
        <p15:guide id="14" orient="horz" pos="1440">
          <p15:clr>
            <a:srgbClr val="5ACBF0"/>
          </p15:clr>
        </p15:guide>
        <p15:guide id="15" pos="1830" userDrawn="1">
          <p15:clr>
            <a:srgbClr val="5ACBF0"/>
          </p15:clr>
        </p15:guide>
        <p15:guide id="16" orient="horz" pos="2533" userDrawn="1">
          <p15:clr>
            <a:srgbClr val="5ACBF0"/>
          </p15:clr>
        </p15:guide>
      </p15:sldGuideLst>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Title and text side by s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E5C076-3B78-4451-8068-576892A08E9C}"/>
              </a:ext>
            </a:extLst>
          </p:cNvPr>
          <p:cNvSpPr>
            <a:spLocks noGrp="1"/>
          </p:cNvSpPr>
          <p:nvPr>
            <p:ph type="title" hasCustomPrompt="1"/>
          </p:nvPr>
        </p:nvSpPr>
        <p:spPr>
          <a:xfrm>
            <a:off x="585216" y="2309812"/>
            <a:ext cx="3182027" cy="3959225"/>
          </a:xfrm>
        </p:spPr>
        <p:txBody>
          <a:bodyPr anchor="t"/>
          <a:lstStyle>
            <a:lvl1pPr>
              <a:defRPr>
                <a:solidFill>
                  <a:schemeClr val="tx1"/>
                </a:solidFill>
              </a:defRPr>
            </a:lvl1pPr>
          </a:lstStyle>
          <a:p>
            <a:r>
              <a:rPr lang="en-US" dirty="0"/>
              <a:t>Title</a:t>
            </a:r>
          </a:p>
        </p:txBody>
      </p:sp>
      <p:sp>
        <p:nvSpPr>
          <p:cNvPr id="7" name="Text Placeholder 2">
            <a:extLst>
              <a:ext uri="{FF2B5EF4-FFF2-40B4-BE49-F238E27FC236}">
                <a16:creationId xmlns:a16="http://schemas.microsoft.com/office/drawing/2014/main" id="{7E9DBFD9-3E1E-4F19-AF15-56780F9C7927}"/>
              </a:ext>
            </a:extLst>
          </p:cNvPr>
          <p:cNvSpPr>
            <a:spLocks noGrp="1"/>
          </p:cNvSpPr>
          <p:nvPr>
            <p:ph type="body" sz="quarter" idx="11"/>
          </p:nvPr>
        </p:nvSpPr>
        <p:spPr>
          <a:xfrm>
            <a:off x="4356100" y="2309812"/>
            <a:ext cx="7253288" cy="3959223"/>
          </a:xfrm>
        </p:spPr>
        <p:txBody>
          <a:bodyPr anchor="t"/>
          <a:lstStyle>
            <a:lvl1pPr marL="231775" indent="-231775">
              <a:spcAft>
                <a:spcPts val="600"/>
              </a:spcAft>
              <a:buFont typeface="Wingdings" panose="05000000000000000000" pitchFamily="2" charset="2"/>
              <a:buChar char=""/>
              <a:defRPr/>
            </a:lvl1pPr>
          </a:lstStyle>
          <a:p>
            <a:pPr lvl="0"/>
            <a:r>
              <a:rPr lang="en-GB"/>
              <a:t>Click to edit Master text styles</a:t>
            </a:r>
          </a:p>
        </p:txBody>
      </p:sp>
      <p:cxnSp>
        <p:nvCxnSpPr>
          <p:cNvPr id="5" name="Straight Connector 4">
            <a:extLst>
              <a:ext uri="{FF2B5EF4-FFF2-40B4-BE49-F238E27FC236}">
                <a16:creationId xmlns:a16="http://schemas.microsoft.com/office/drawing/2014/main" id="{C35867F2-3994-4092-B53B-5792FEE69887}"/>
              </a:ext>
              <a:ext uri="{C183D7F6-B498-43B3-948B-1728B52AA6E4}">
                <adec:decorative xmlns:adec="http://schemas.microsoft.com/office/drawing/2017/decorative" val="1"/>
              </a:ext>
            </a:extLst>
          </p:cNvPr>
          <p:cNvCxnSpPr>
            <a:cxnSpLocks/>
          </p:cNvCxnSpPr>
          <p:nvPr userDrawn="1"/>
        </p:nvCxnSpPr>
        <p:spPr>
          <a:xfrm>
            <a:off x="585216" y="2019300"/>
            <a:ext cx="3182112" cy="0"/>
          </a:xfrm>
          <a:prstGeom prst="line">
            <a:avLst/>
          </a:prstGeom>
          <a:ln w="28575">
            <a:solidFill>
              <a:schemeClr val="accent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49D8AF80-CAD5-4055-80AD-0B31EBCB52A9}"/>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dirty="0">
                <a:solidFill>
                  <a:srgbClr val="A3A3A3"/>
                </a:solidFill>
              </a:rPr>
              <a:t>ELT layout</a:t>
            </a:r>
          </a:p>
        </p:txBody>
      </p:sp>
      <p:cxnSp>
        <p:nvCxnSpPr>
          <p:cNvPr id="8" name="Straight Connector 7">
            <a:extLst>
              <a:ext uri="{FF2B5EF4-FFF2-40B4-BE49-F238E27FC236}">
                <a16:creationId xmlns:a16="http://schemas.microsoft.com/office/drawing/2014/main" id="{DF1A9F7D-F14E-4BCE-9EB4-D9EF47B67809}"/>
              </a:ext>
              <a:ext uri="{C183D7F6-B498-43B3-948B-1728B52AA6E4}">
                <adec:decorative xmlns:adec="http://schemas.microsoft.com/office/drawing/2017/decorative" val="1"/>
              </a:ext>
            </a:extLst>
          </p:cNvPr>
          <p:cNvCxnSpPr>
            <a:cxnSpLocks/>
          </p:cNvCxnSpPr>
          <p:nvPr userDrawn="1"/>
        </p:nvCxnSpPr>
        <p:spPr>
          <a:xfrm>
            <a:off x="4354523" y="2019300"/>
            <a:ext cx="7254865" cy="0"/>
          </a:xfrm>
          <a:prstGeom prst="line">
            <a:avLst/>
          </a:prstGeom>
          <a:ln w="19050">
            <a:solidFill>
              <a:schemeClr val="tx1">
                <a:alpha val="30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96696161"/>
      </p:ext>
    </p:extLst>
  </p:cSld>
  <p:clrMapOvr>
    <a:masterClrMapping/>
  </p:clrMapOvr>
  <p:transition>
    <p:fade/>
  </p:transition>
  <p:extLst>
    <p:ext uri="{DCECCB84-F9BA-43D5-87BE-67443E8EF086}">
      <p15:sldGuideLst xmlns:p15="http://schemas.microsoft.com/office/powerpoint/2012/main">
        <p15:guide id="13" pos="2744">
          <p15:clr>
            <a:srgbClr val="5ACBF0"/>
          </p15:clr>
        </p15:guide>
        <p15:guide id="29" orient="horz" pos="1272">
          <p15:clr>
            <a:srgbClr val="5ACBF0"/>
          </p15:clr>
        </p15:guide>
        <p15:guide id="30" pos="2376">
          <p15:clr>
            <a:srgbClr val="5ACBF0"/>
          </p15:clr>
        </p15:guide>
        <p15:guide id="32" orient="horz" pos="1455">
          <p15:clr>
            <a:srgbClr val="5ACBF0"/>
          </p15:clr>
        </p15:guide>
      </p15:sldGuideLst>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Title and text side by sid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E5C076-3B78-4451-8068-576892A08E9C}"/>
              </a:ext>
            </a:extLst>
          </p:cNvPr>
          <p:cNvSpPr>
            <a:spLocks noGrp="1"/>
          </p:cNvSpPr>
          <p:nvPr>
            <p:ph type="title" hasCustomPrompt="1"/>
          </p:nvPr>
        </p:nvSpPr>
        <p:spPr>
          <a:xfrm>
            <a:off x="588263" y="585788"/>
            <a:ext cx="3182027" cy="5683250"/>
          </a:xfrm>
        </p:spPr>
        <p:txBody>
          <a:bodyPr anchor="ctr"/>
          <a:lstStyle>
            <a:lvl1pPr>
              <a:defRPr/>
            </a:lvl1pPr>
          </a:lstStyle>
          <a:p>
            <a:r>
              <a:rPr lang="en-US" dirty="0"/>
              <a:t>Title</a:t>
            </a:r>
          </a:p>
        </p:txBody>
      </p:sp>
      <p:sp>
        <p:nvSpPr>
          <p:cNvPr id="3" name="Text Placeholder 2">
            <a:extLst>
              <a:ext uri="{FF2B5EF4-FFF2-40B4-BE49-F238E27FC236}">
                <a16:creationId xmlns:a16="http://schemas.microsoft.com/office/drawing/2014/main" id="{A4015781-2431-48C9-AEF1-52FBD41AF3FC}"/>
              </a:ext>
            </a:extLst>
          </p:cNvPr>
          <p:cNvSpPr>
            <a:spLocks noGrp="1"/>
          </p:cNvSpPr>
          <p:nvPr>
            <p:ph type="body" sz="quarter" idx="11"/>
          </p:nvPr>
        </p:nvSpPr>
        <p:spPr>
          <a:xfrm>
            <a:off x="4941888" y="585788"/>
            <a:ext cx="6667500" cy="5683249"/>
          </a:xfrm>
        </p:spPr>
        <p:txBody>
          <a:bodyPr anchor="ctr"/>
          <a:lstStyle>
            <a:lvl1pPr marL="231775" indent="-231775">
              <a:spcAft>
                <a:spcPts val="600"/>
              </a:spcAft>
              <a:buFont typeface="Wingdings" panose="05000000000000000000" pitchFamily="2" charset="2"/>
              <a:buChar char=""/>
              <a:defRPr/>
            </a:lvl1pPr>
          </a:lstStyle>
          <a:p>
            <a:pPr lvl="0"/>
            <a:r>
              <a:rPr lang="en-GB"/>
              <a:t>Click to edit Master text styles</a:t>
            </a:r>
          </a:p>
        </p:txBody>
      </p:sp>
      <p:cxnSp>
        <p:nvCxnSpPr>
          <p:cNvPr id="5" name="Straight Connector 4">
            <a:extLst>
              <a:ext uri="{FF2B5EF4-FFF2-40B4-BE49-F238E27FC236}">
                <a16:creationId xmlns:a16="http://schemas.microsoft.com/office/drawing/2014/main" id="{C35867F2-3994-4092-B53B-5792FEE69887}"/>
              </a:ext>
              <a:ext uri="{C183D7F6-B498-43B3-948B-1728B52AA6E4}">
                <adec:decorative xmlns:adec="http://schemas.microsoft.com/office/drawing/2017/decorative" val="1"/>
              </a:ext>
            </a:extLst>
          </p:cNvPr>
          <p:cNvCxnSpPr/>
          <p:nvPr userDrawn="1"/>
        </p:nvCxnSpPr>
        <p:spPr>
          <a:xfrm>
            <a:off x="4356100" y="2578100"/>
            <a:ext cx="0" cy="1701800"/>
          </a:xfrm>
          <a:prstGeom prst="line">
            <a:avLst/>
          </a:prstGeom>
          <a:ln w="28575">
            <a:solidFill>
              <a:schemeClr val="accent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A1DC2181-37AB-40A3-B61C-1DE7DBB57D63}"/>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dirty="0">
                <a:solidFill>
                  <a:srgbClr val="A3A3A3"/>
                </a:solidFill>
              </a:rPr>
              <a:t>ELT layout</a:t>
            </a:r>
          </a:p>
        </p:txBody>
      </p:sp>
    </p:spTree>
    <p:extLst>
      <p:ext uri="{BB962C8B-B14F-4D97-AF65-F5344CB8AC3E}">
        <p14:creationId xmlns:p14="http://schemas.microsoft.com/office/powerpoint/2010/main" val="3049640092"/>
      </p:ext>
    </p:extLst>
  </p:cSld>
  <p:clrMapOvr>
    <a:masterClrMapping/>
  </p:clrMapOvr>
  <p:transition>
    <p:fade/>
  </p:transition>
  <p:extLst>
    <p:ext uri="{DCECCB84-F9BA-43D5-87BE-67443E8EF086}">
      <p15:sldGuideLst xmlns:p15="http://schemas.microsoft.com/office/powerpoint/2012/main">
        <p15:guide id="13" pos="2744">
          <p15:clr>
            <a:srgbClr val="5ACBF0"/>
          </p15:clr>
        </p15:guide>
        <p15:guide id="29" orient="horz" pos="2160">
          <p15:clr>
            <a:srgbClr val="5ACBF0"/>
          </p15:clr>
        </p15:guide>
        <p15:guide id="30" pos="2376">
          <p15:clr>
            <a:srgbClr val="5ACBF0"/>
          </p15:clr>
        </p15:guide>
        <p15:guide id="31" pos="3113">
          <p15:clr>
            <a:srgbClr val="5ACBF0"/>
          </p15:clr>
        </p15:guide>
      </p15:sldGuideLst>
    </p:ext>
  </p:extLst>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Developer Code Layout full page">
    <p:bg>
      <p:bgRef idx="1001">
        <a:schemeClr val="bg2"/>
      </p:bgRef>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182D46E0-16CE-40B0-8623-F82D5D410958}"/>
              </a:ext>
              <a:ext uri="{C183D7F6-B498-43B3-948B-1728B52AA6E4}">
                <adec:decorative xmlns:adec="http://schemas.microsoft.com/office/drawing/2017/decorative" val="1"/>
              </a:ext>
            </a:extLst>
          </p:cNvPr>
          <p:cNvSpPr/>
          <p:nvPr userDrawn="1"/>
        </p:nvSpPr>
        <p:spPr bwMode="auto">
          <a:xfrm>
            <a:off x="0" y="0"/>
            <a:ext cx="12192000" cy="6858000"/>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a:solidFill>
                <a:srgbClr val="FFFFFF"/>
              </a:solidFill>
              <a:ea typeface="Segoe UI" pitchFamily="34" charset="0"/>
              <a:cs typeface="Segoe UI" pitchFamily="34" charset="0"/>
            </a:endParaRPr>
          </a:p>
        </p:txBody>
      </p:sp>
      <p:sp>
        <p:nvSpPr>
          <p:cNvPr id="8" name="Text Placeholder 14">
            <a:extLst>
              <a:ext uri="{FF2B5EF4-FFF2-40B4-BE49-F238E27FC236}">
                <a16:creationId xmlns:a16="http://schemas.microsoft.com/office/drawing/2014/main" id="{44977AB6-1D7E-4858-A2EA-BF86577C3990}"/>
              </a:ext>
            </a:extLst>
          </p:cNvPr>
          <p:cNvSpPr>
            <a:spLocks noGrp="1"/>
          </p:cNvSpPr>
          <p:nvPr>
            <p:ph type="body" sz="quarter" idx="13" hasCustomPrompt="1"/>
          </p:nvPr>
        </p:nvSpPr>
        <p:spPr>
          <a:xfrm>
            <a:off x="0" y="0"/>
            <a:ext cx="3788358" cy="493776"/>
          </a:xfrm>
          <a:gradFill flip="none" rotWithShape="1">
            <a:gsLst>
              <a:gs pos="0">
                <a:srgbClr val="000000"/>
              </a:gs>
              <a:gs pos="99000">
                <a:srgbClr val="000000"/>
              </a:gs>
              <a:gs pos="99000">
                <a:schemeClr val="accent1"/>
              </a:gs>
            </a:gsLst>
            <a:lin ang="10800000" scaled="1"/>
            <a:tileRect/>
          </a:gradFill>
        </p:spPr>
        <p:txBody>
          <a:bodyPr vert="horz" wrap="square" lIns="585216" tIns="91440" rIns="0" bIns="91440" rtlCol="0">
            <a:spAutoFit/>
          </a:bodyPr>
          <a:lstStyle>
            <a:lvl1pPr marL="0" indent="0">
              <a:buNone/>
              <a:defRPr lang="en-US" sz="1999" dirty="0">
                <a:solidFill>
                  <a:srgbClr val="FFFFFF"/>
                </a:solidFill>
                <a:latin typeface="+mj-lt"/>
              </a:defRPr>
            </a:lvl1pPr>
          </a:lstStyle>
          <a:p>
            <a:pPr marL="0" lvl="0" indent="0">
              <a:buNone/>
            </a:pPr>
            <a:r>
              <a:rPr lang="en-US" dirty="0"/>
              <a:t>Click to enter title</a:t>
            </a:r>
          </a:p>
        </p:txBody>
      </p:sp>
      <p:sp>
        <p:nvSpPr>
          <p:cNvPr id="5" name="Text Placeholder 4" descr="This layout should only be used for developer code. The font used is a monospace font which is ideal for showing code.">
            <a:extLst>
              <a:ext uri="{FF2B5EF4-FFF2-40B4-BE49-F238E27FC236}">
                <a16:creationId xmlns:a16="http://schemas.microsoft.com/office/drawing/2014/main" id="{BA9F61CF-FF79-485A-A6C8-A1952EFD58AE}"/>
              </a:ext>
            </a:extLst>
          </p:cNvPr>
          <p:cNvSpPr>
            <a:spLocks noGrp="1"/>
          </p:cNvSpPr>
          <p:nvPr>
            <p:ph type="body" sz="quarter" idx="10"/>
          </p:nvPr>
        </p:nvSpPr>
        <p:spPr>
          <a:xfrm>
            <a:off x="591438" y="710247"/>
            <a:ext cx="11018520" cy="369332"/>
          </a:xfrm>
        </p:spPr>
        <p:txBody>
          <a:bodyPr/>
          <a:lstStyle>
            <a:lvl1pPr marL="0" indent="0">
              <a:buNone/>
              <a:tabLst/>
              <a:defRPr sz="2400">
                <a:solidFill>
                  <a:srgbClr val="000000"/>
                </a:solidFill>
                <a:latin typeface="Consolas" panose="020B0609020204030204" pitchFamily="49" charset="0"/>
                <a:cs typeface="Consolas" panose="020B0609020204030204" pitchFamily="49" charset="0"/>
              </a:defRPr>
            </a:lvl1pPr>
            <a:lvl2pPr marL="346553" indent="0">
              <a:buNone/>
              <a:tabLst>
                <a:tab pos="344488" algn="l"/>
              </a:tabLst>
              <a:defRPr sz="2400">
                <a:solidFill>
                  <a:schemeClr val="tx1"/>
                </a:solidFill>
                <a:latin typeface="Consolas" panose="020B0609020204030204" pitchFamily="49" charset="0"/>
                <a:cs typeface="Consolas" panose="020B0609020204030204" pitchFamily="49" charset="0"/>
              </a:defRPr>
            </a:lvl2pPr>
            <a:lvl3pPr marL="584607" indent="0">
              <a:buNone/>
              <a:tabLst>
                <a:tab pos="569913" algn="l"/>
              </a:tabLst>
              <a:defRPr sz="2400">
                <a:solidFill>
                  <a:schemeClr val="tx1"/>
                </a:solidFill>
                <a:latin typeface="Consolas" panose="020B0609020204030204" pitchFamily="49" charset="0"/>
                <a:cs typeface="Consolas" panose="020B0609020204030204" pitchFamily="49" charset="0"/>
              </a:defRPr>
            </a:lvl3pPr>
            <a:lvl4pPr marL="814563" indent="0">
              <a:buNone/>
              <a:tabLst>
                <a:tab pos="800100" algn="l"/>
              </a:tabLst>
              <a:defRPr sz="2400">
                <a:solidFill>
                  <a:schemeClr val="tx1"/>
                </a:solidFill>
                <a:latin typeface="Consolas" panose="020B0609020204030204" pitchFamily="49" charset="0"/>
                <a:cs typeface="Consolas" panose="020B0609020204030204" pitchFamily="49" charset="0"/>
              </a:defRPr>
            </a:lvl4pPr>
            <a:lvl5pPr marL="1050997" indent="0">
              <a:buNone/>
              <a:tabLst>
                <a:tab pos="1028700" algn="l"/>
              </a:tabLst>
              <a:defRPr sz="2400">
                <a:solidFill>
                  <a:schemeClr val="tx1"/>
                </a:solidFill>
                <a:latin typeface="Consolas" panose="020B0609020204030204" pitchFamily="49" charset="0"/>
                <a:cs typeface="Consolas" panose="020B0609020204030204" pitchFamily="49" charset="0"/>
              </a:defRPr>
            </a:lvl5pPr>
          </a:lstStyle>
          <a:p>
            <a:pPr lvl="0"/>
            <a:r>
              <a:rPr lang="en-GB"/>
              <a:t>Click to edit Master text styles</a:t>
            </a:r>
          </a:p>
        </p:txBody>
      </p:sp>
    </p:spTree>
    <p:extLst>
      <p:ext uri="{BB962C8B-B14F-4D97-AF65-F5344CB8AC3E}">
        <p14:creationId xmlns:p14="http://schemas.microsoft.com/office/powerpoint/2010/main" val="2008029859"/>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2" orient="horz" pos="438">
          <p15:clr>
            <a:srgbClr val="5ACBF0"/>
          </p15:clr>
        </p15:guide>
        <p15:guide id="3" orient="horz" pos="288">
          <p15:clr>
            <a:srgbClr val="5ACBF0"/>
          </p15:clr>
        </p15:guide>
      </p15:sldGuideLst>
    </p:ext>
  </p:extLst>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Developer Code Layout">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0636FE-845C-418D-82A1-1DA6DB73D781}"/>
              </a:ext>
            </a:extLst>
          </p:cNvPr>
          <p:cNvSpPr>
            <a:spLocks noGrp="1"/>
          </p:cNvSpPr>
          <p:nvPr>
            <p:ph type="title"/>
          </p:nvPr>
        </p:nvSpPr>
        <p:spPr/>
        <p:txBody>
          <a:bodyPr anchor="ctr"/>
          <a:lstStyle/>
          <a:p>
            <a:r>
              <a:rPr lang="en-GB"/>
              <a:t>Click to edit Master title style</a:t>
            </a:r>
            <a:endParaRPr lang="en-US" dirty="0"/>
          </a:p>
        </p:txBody>
      </p:sp>
      <p:sp>
        <p:nvSpPr>
          <p:cNvPr id="6" name="Rectangle 5">
            <a:extLst>
              <a:ext uri="{FF2B5EF4-FFF2-40B4-BE49-F238E27FC236}">
                <a16:creationId xmlns:a16="http://schemas.microsoft.com/office/drawing/2014/main" id="{182D46E0-16CE-40B0-8623-F82D5D410958}"/>
              </a:ext>
              <a:ext uri="{C183D7F6-B498-43B3-948B-1728B52AA6E4}">
                <adec:decorative xmlns:adec="http://schemas.microsoft.com/office/drawing/2017/decorative" val="1"/>
              </a:ext>
            </a:extLst>
          </p:cNvPr>
          <p:cNvSpPr/>
          <p:nvPr userDrawn="1"/>
        </p:nvSpPr>
        <p:spPr bwMode="auto">
          <a:xfrm>
            <a:off x="0" y="1436688"/>
            <a:ext cx="12192000" cy="5421312"/>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a:solidFill>
                <a:srgbClr val="FFFFFF"/>
              </a:solidFill>
              <a:ea typeface="Segoe UI" pitchFamily="34" charset="0"/>
              <a:cs typeface="Segoe UI" pitchFamily="34" charset="0"/>
            </a:endParaRPr>
          </a:p>
        </p:txBody>
      </p:sp>
      <p:sp>
        <p:nvSpPr>
          <p:cNvPr id="8" name="Text Placeholder 14">
            <a:extLst>
              <a:ext uri="{FF2B5EF4-FFF2-40B4-BE49-F238E27FC236}">
                <a16:creationId xmlns:a16="http://schemas.microsoft.com/office/drawing/2014/main" id="{44977AB6-1D7E-4858-A2EA-BF86577C3990}"/>
              </a:ext>
            </a:extLst>
          </p:cNvPr>
          <p:cNvSpPr>
            <a:spLocks noGrp="1"/>
          </p:cNvSpPr>
          <p:nvPr>
            <p:ph type="body" sz="quarter" idx="13" hasCustomPrompt="1"/>
          </p:nvPr>
        </p:nvSpPr>
        <p:spPr>
          <a:xfrm>
            <a:off x="0" y="1436688"/>
            <a:ext cx="3788358" cy="446148"/>
          </a:xfrm>
          <a:gradFill flip="none" rotWithShape="1">
            <a:gsLst>
              <a:gs pos="0">
                <a:srgbClr val="000000"/>
              </a:gs>
              <a:gs pos="92000">
                <a:srgbClr val="000000"/>
              </a:gs>
              <a:gs pos="92000">
                <a:schemeClr val="accent1"/>
              </a:gs>
            </a:gsLst>
            <a:lin ang="16200000" scaled="1"/>
            <a:tileRect/>
          </a:gradFill>
        </p:spPr>
        <p:txBody>
          <a:bodyPr lIns="585216" tIns="91440" bIns="45720"/>
          <a:lstStyle>
            <a:lvl1pPr marL="0" indent="0">
              <a:buNone/>
              <a:defRPr sz="1999">
                <a:solidFill>
                  <a:srgbClr val="FFFFFF"/>
                </a:solidFill>
                <a:latin typeface="+mj-lt"/>
              </a:defRPr>
            </a:lvl1pPr>
          </a:lstStyle>
          <a:p>
            <a:pPr lvl="0"/>
            <a:r>
              <a:rPr lang="en-US" dirty="0"/>
              <a:t>Click to enter title</a:t>
            </a:r>
          </a:p>
        </p:txBody>
      </p:sp>
      <p:sp>
        <p:nvSpPr>
          <p:cNvPr id="5" name="Text Placeholder 4" descr="This layout should only be used for developer code. The font used is a monospace font which is ideal for showing code.">
            <a:extLst>
              <a:ext uri="{FF2B5EF4-FFF2-40B4-BE49-F238E27FC236}">
                <a16:creationId xmlns:a16="http://schemas.microsoft.com/office/drawing/2014/main" id="{BA9F61CF-FF79-485A-A6C8-A1952EFD58AE}"/>
              </a:ext>
            </a:extLst>
          </p:cNvPr>
          <p:cNvSpPr>
            <a:spLocks noGrp="1"/>
          </p:cNvSpPr>
          <p:nvPr>
            <p:ph type="body" sz="quarter" idx="10"/>
          </p:nvPr>
        </p:nvSpPr>
        <p:spPr>
          <a:xfrm>
            <a:off x="588263" y="2099310"/>
            <a:ext cx="11018520" cy="369332"/>
          </a:xfrm>
        </p:spPr>
        <p:txBody>
          <a:bodyPr/>
          <a:lstStyle>
            <a:lvl1pPr marL="0" indent="0">
              <a:buNone/>
              <a:tabLst/>
              <a:defRPr sz="2400">
                <a:solidFill>
                  <a:srgbClr val="000000"/>
                </a:solidFill>
                <a:latin typeface="Consolas" panose="020B0609020204030204" pitchFamily="49" charset="0"/>
                <a:cs typeface="Consolas" panose="020B0609020204030204" pitchFamily="49" charset="0"/>
              </a:defRPr>
            </a:lvl1pPr>
            <a:lvl2pPr marL="346553" indent="0">
              <a:buNone/>
              <a:tabLst>
                <a:tab pos="344488" algn="l"/>
              </a:tabLst>
              <a:defRPr sz="2400">
                <a:solidFill>
                  <a:schemeClr val="tx1"/>
                </a:solidFill>
                <a:latin typeface="Consolas" panose="020B0609020204030204" pitchFamily="49" charset="0"/>
                <a:cs typeface="Consolas" panose="020B0609020204030204" pitchFamily="49" charset="0"/>
              </a:defRPr>
            </a:lvl2pPr>
            <a:lvl3pPr marL="584607" indent="0">
              <a:buNone/>
              <a:tabLst>
                <a:tab pos="569913" algn="l"/>
              </a:tabLst>
              <a:defRPr sz="2400">
                <a:solidFill>
                  <a:schemeClr val="tx1"/>
                </a:solidFill>
                <a:latin typeface="Consolas" panose="020B0609020204030204" pitchFamily="49" charset="0"/>
                <a:cs typeface="Consolas" panose="020B0609020204030204" pitchFamily="49" charset="0"/>
              </a:defRPr>
            </a:lvl3pPr>
            <a:lvl4pPr marL="814563" indent="0">
              <a:buNone/>
              <a:tabLst>
                <a:tab pos="800100" algn="l"/>
              </a:tabLst>
              <a:defRPr sz="2400">
                <a:solidFill>
                  <a:schemeClr val="tx1"/>
                </a:solidFill>
                <a:latin typeface="Consolas" panose="020B0609020204030204" pitchFamily="49" charset="0"/>
                <a:cs typeface="Consolas" panose="020B0609020204030204" pitchFamily="49" charset="0"/>
              </a:defRPr>
            </a:lvl4pPr>
            <a:lvl5pPr marL="1050997" indent="0">
              <a:buNone/>
              <a:tabLst>
                <a:tab pos="1028700" algn="l"/>
              </a:tabLst>
              <a:defRPr sz="2400">
                <a:solidFill>
                  <a:schemeClr val="tx1"/>
                </a:solidFill>
                <a:latin typeface="Consolas" panose="020B0609020204030204" pitchFamily="49" charset="0"/>
                <a:cs typeface="Consolas" panose="020B0609020204030204" pitchFamily="49" charset="0"/>
              </a:defRPr>
            </a:lvl5pPr>
          </a:lstStyle>
          <a:p>
            <a:pPr lvl="0"/>
            <a:r>
              <a:rPr lang="en-GB"/>
              <a:t>Click to edit Master text styles</a:t>
            </a:r>
          </a:p>
        </p:txBody>
      </p:sp>
    </p:spTree>
    <p:extLst>
      <p:ext uri="{BB962C8B-B14F-4D97-AF65-F5344CB8AC3E}">
        <p14:creationId xmlns:p14="http://schemas.microsoft.com/office/powerpoint/2010/main" val="4243841037"/>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1322">
          <p15:clr>
            <a:srgbClr val="5ACBF0"/>
          </p15:clr>
        </p15:guide>
        <p15:guide id="2" orient="horz" pos="905">
          <p15:clr>
            <a:srgbClr val="5ACBF0"/>
          </p15:clr>
        </p15:guide>
        <p15:guide id="3" orient="horz" pos="288">
          <p15:clr>
            <a:srgbClr val="5ACBF0"/>
          </p15:clr>
        </p15:guide>
      </p15:sldGuideLst>
    </p:ext>
  </p:extLst>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Code Bottom">
    <p:bg>
      <p:bgRef idx="1001">
        <a:schemeClr val="bg2"/>
      </p:bgRef>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1845FFD-6B9A-4013-932A-5E4D7E849D10}"/>
              </a:ext>
            </a:extLst>
          </p:cNvPr>
          <p:cNvSpPr>
            <a:spLocks noGrp="1"/>
          </p:cNvSpPr>
          <p:nvPr>
            <p:ph type="title"/>
          </p:nvPr>
        </p:nvSpPr>
        <p:spPr/>
        <p:txBody>
          <a:bodyPr/>
          <a:lstStyle>
            <a:lvl1pPr>
              <a:defRPr>
                <a:solidFill>
                  <a:schemeClr val="tx1"/>
                </a:solidFill>
              </a:defRPr>
            </a:lvl1pPr>
          </a:lstStyle>
          <a:p>
            <a:r>
              <a:rPr lang="en-GB"/>
              <a:t>Click to edit Master title style</a:t>
            </a:r>
            <a:endParaRPr lang="en-US" dirty="0"/>
          </a:p>
        </p:txBody>
      </p:sp>
      <p:sp>
        <p:nvSpPr>
          <p:cNvPr id="19" name="Text Placeholder 3">
            <a:extLst>
              <a:ext uri="{FF2B5EF4-FFF2-40B4-BE49-F238E27FC236}">
                <a16:creationId xmlns:a16="http://schemas.microsoft.com/office/drawing/2014/main" id="{7B17F8BB-3610-1A4F-9E76-B12E706A5517}"/>
              </a:ext>
            </a:extLst>
          </p:cNvPr>
          <p:cNvSpPr>
            <a:spLocks noGrp="1"/>
          </p:cNvSpPr>
          <p:nvPr>
            <p:ph type="body" sz="quarter" idx="10" hasCustomPrompt="1"/>
          </p:nvPr>
        </p:nvSpPr>
        <p:spPr>
          <a:xfrm>
            <a:off x="586390" y="1230681"/>
            <a:ext cx="11018520" cy="369332"/>
          </a:xfrm>
        </p:spPr>
        <p:txBody>
          <a:bodyPr wrap="square">
            <a:spAutoFit/>
          </a:bodyPr>
          <a:lstStyle>
            <a:lvl1pPr marL="0" indent="0">
              <a:spcBef>
                <a:spcPts val="600"/>
              </a:spcBef>
              <a:spcAft>
                <a:spcPts val="0"/>
              </a:spcAft>
              <a:buNone/>
              <a:defRPr sz="2400">
                <a:solidFill>
                  <a:schemeClr val="tx1"/>
                </a:solidFill>
                <a:latin typeface="+mn-lt"/>
                <a:cs typeface="Segoe UI" panose="020B0502040204020203" pitchFamily="34" charset="0"/>
              </a:defRPr>
            </a:lvl1pPr>
            <a:lvl2pPr marL="228531" indent="0">
              <a:buNone/>
              <a:defRPr sz="2400">
                <a:solidFill>
                  <a:srgbClr val="2F2F2F"/>
                </a:solidFill>
                <a:latin typeface="Segoe UI" panose="020B0502040204020203" pitchFamily="34" charset="0"/>
                <a:cs typeface="Segoe UI" panose="020B0502040204020203" pitchFamily="34" charset="0"/>
              </a:defRPr>
            </a:lvl2pPr>
            <a:lvl3pPr marL="457063" indent="0">
              <a:buNone/>
              <a:defRPr/>
            </a:lvl3pPr>
            <a:lvl4pPr marL="685594" indent="0">
              <a:buNone/>
              <a:defRPr/>
            </a:lvl4pPr>
            <a:lvl5pPr marL="914126" indent="0">
              <a:buNone/>
              <a:defRPr/>
            </a:lvl5pPr>
          </a:lstStyle>
          <a:p>
            <a:pPr lvl="0"/>
            <a:r>
              <a:rPr lang="en-US" dirty="0"/>
              <a:t>Click to edit text</a:t>
            </a:r>
          </a:p>
        </p:txBody>
      </p:sp>
      <p:sp>
        <p:nvSpPr>
          <p:cNvPr id="5" name="Rectangle 4">
            <a:extLst>
              <a:ext uri="{FF2B5EF4-FFF2-40B4-BE49-F238E27FC236}">
                <a16:creationId xmlns:a16="http://schemas.microsoft.com/office/drawing/2014/main" id="{F1EBE70E-6A93-4EB4-A189-6F9DE42CEE12}"/>
              </a:ext>
              <a:ext uri="{C183D7F6-B498-43B3-948B-1728B52AA6E4}">
                <adec:decorative xmlns:adec="http://schemas.microsoft.com/office/drawing/2017/decorative" val="1"/>
              </a:ext>
            </a:extLst>
          </p:cNvPr>
          <p:cNvSpPr/>
          <p:nvPr userDrawn="1"/>
        </p:nvSpPr>
        <p:spPr bwMode="auto">
          <a:xfrm>
            <a:off x="0" y="2827138"/>
            <a:ext cx="12192000" cy="4030862"/>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a:solidFill>
                <a:srgbClr val="FFFFFF"/>
              </a:solidFill>
              <a:ea typeface="Segoe UI" pitchFamily="34" charset="0"/>
              <a:cs typeface="Segoe UI" pitchFamily="34" charset="0"/>
            </a:endParaRPr>
          </a:p>
        </p:txBody>
      </p:sp>
      <p:sp>
        <p:nvSpPr>
          <p:cNvPr id="17" name="Text Placeholder 14">
            <a:extLst>
              <a:ext uri="{FF2B5EF4-FFF2-40B4-BE49-F238E27FC236}">
                <a16:creationId xmlns:a16="http://schemas.microsoft.com/office/drawing/2014/main" id="{0E9A2E28-037B-FA4D-ADDC-1AFA11D65CB2}"/>
              </a:ext>
            </a:extLst>
          </p:cNvPr>
          <p:cNvSpPr>
            <a:spLocks noGrp="1"/>
          </p:cNvSpPr>
          <p:nvPr>
            <p:ph type="body" sz="quarter" idx="13" hasCustomPrompt="1"/>
          </p:nvPr>
        </p:nvSpPr>
        <p:spPr>
          <a:xfrm>
            <a:off x="0" y="2827138"/>
            <a:ext cx="3788358" cy="446148"/>
          </a:xfrm>
          <a:gradFill flip="none" rotWithShape="1">
            <a:gsLst>
              <a:gs pos="0">
                <a:srgbClr val="000000"/>
              </a:gs>
              <a:gs pos="92000">
                <a:srgbClr val="000000"/>
              </a:gs>
              <a:gs pos="92000">
                <a:schemeClr val="accent1"/>
              </a:gs>
            </a:gsLst>
            <a:lin ang="16200000" scaled="1"/>
            <a:tileRect/>
          </a:gradFill>
        </p:spPr>
        <p:txBody>
          <a:bodyPr lIns="585216" tIns="91440" bIns="45720"/>
          <a:lstStyle>
            <a:lvl1pPr marL="0" indent="0">
              <a:buNone/>
              <a:defRPr sz="1999">
                <a:solidFill>
                  <a:srgbClr val="FFFFFF"/>
                </a:solidFill>
                <a:latin typeface="+mj-lt"/>
              </a:defRPr>
            </a:lvl1pPr>
          </a:lstStyle>
          <a:p>
            <a:pPr lvl="0"/>
            <a:r>
              <a:rPr lang="en-US" dirty="0"/>
              <a:t>Click to enter title</a:t>
            </a:r>
          </a:p>
        </p:txBody>
      </p:sp>
      <p:sp>
        <p:nvSpPr>
          <p:cNvPr id="13" name="Text Placeholder 4" descr="This layout should only be used for developer code. The font used is a monospace font which is ideal for showing code.">
            <a:extLst>
              <a:ext uri="{FF2B5EF4-FFF2-40B4-BE49-F238E27FC236}">
                <a16:creationId xmlns:a16="http://schemas.microsoft.com/office/drawing/2014/main" id="{47501FD0-A948-CC48-8B11-3BD4F2AE4E8F}"/>
              </a:ext>
            </a:extLst>
          </p:cNvPr>
          <p:cNvSpPr>
            <a:spLocks noGrp="1"/>
          </p:cNvSpPr>
          <p:nvPr>
            <p:ph type="body" sz="quarter" idx="11" hasCustomPrompt="1"/>
          </p:nvPr>
        </p:nvSpPr>
        <p:spPr>
          <a:xfrm>
            <a:off x="586389" y="3491219"/>
            <a:ext cx="11018520" cy="369332"/>
          </a:xfrm>
        </p:spPr>
        <p:txBody>
          <a:bodyPr/>
          <a:lstStyle>
            <a:lvl1pPr marL="0" indent="0">
              <a:buNone/>
              <a:tabLst/>
              <a:defRPr sz="2400">
                <a:solidFill>
                  <a:srgbClr val="000000"/>
                </a:solidFill>
                <a:latin typeface="Consolas" panose="020B0609020204030204" pitchFamily="49" charset="0"/>
                <a:cs typeface="Consolas" panose="020B0609020204030204" pitchFamily="49" charset="0"/>
              </a:defRPr>
            </a:lvl1pPr>
            <a:lvl2pPr marL="346449" indent="0">
              <a:buNone/>
              <a:defRPr sz="23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432" indent="0">
              <a:buNone/>
              <a:defRPr sz="19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319"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682"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dirty="0"/>
              <a:t>Click to edit or paste code</a:t>
            </a:r>
          </a:p>
        </p:txBody>
      </p:sp>
    </p:spTree>
    <p:extLst>
      <p:ext uri="{BB962C8B-B14F-4D97-AF65-F5344CB8AC3E}">
        <p14:creationId xmlns:p14="http://schemas.microsoft.com/office/powerpoint/2010/main" val="978534164"/>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288">
          <p15:clr>
            <a:srgbClr val="5ACBF0"/>
          </p15:clr>
        </p15:guide>
        <p15:guide id="4" orient="horz" pos="1776">
          <p15:clr>
            <a:srgbClr val="5ACBF0"/>
          </p15:clr>
        </p15:guide>
        <p15:guide id="5" orient="horz" pos="2197">
          <p15:clr>
            <a:srgbClr val="5ACBF0"/>
          </p15:clr>
        </p15:guide>
        <p15:guide id="6" orient="horz" pos="773">
          <p15:clr>
            <a:srgbClr val="5ACBF0"/>
          </p15:clr>
        </p15:guide>
      </p15:sldGuideLst>
    </p:ext>
  </p:extLst>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Code Top">
    <p:bg>
      <p:bgRef idx="1001">
        <a:schemeClr val="bg2"/>
      </p:bgRef>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F1EBE70E-6A93-4EB4-A189-6F9DE42CEE12}"/>
              </a:ext>
              <a:ext uri="{C183D7F6-B498-43B3-948B-1728B52AA6E4}">
                <adec:decorative xmlns:adec="http://schemas.microsoft.com/office/drawing/2017/decorative" val="1"/>
              </a:ext>
            </a:extLst>
          </p:cNvPr>
          <p:cNvSpPr/>
          <p:nvPr userDrawn="1"/>
        </p:nvSpPr>
        <p:spPr bwMode="auto">
          <a:xfrm>
            <a:off x="0" y="0"/>
            <a:ext cx="12192000" cy="4030862"/>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a:solidFill>
                <a:srgbClr val="FFFFFF"/>
              </a:solidFill>
              <a:ea typeface="Segoe UI" pitchFamily="34" charset="0"/>
              <a:cs typeface="Segoe UI" pitchFamily="34" charset="0"/>
            </a:endParaRPr>
          </a:p>
        </p:txBody>
      </p:sp>
      <p:sp>
        <p:nvSpPr>
          <p:cNvPr id="3" name="Title 2">
            <a:extLst>
              <a:ext uri="{FF2B5EF4-FFF2-40B4-BE49-F238E27FC236}">
                <a16:creationId xmlns:a16="http://schemas.microsoft.com/office/drawing/2014/main" id="{71845FFD-6B9A-4013-932A-5E4D7E849D10}"/>
              </a:ext>
            </a:extLst>
          </p:cNvPr>
          <p:cNvSpPr>
            <a:spLocks noGrp="1"/>
          </p:cNvSpPr>
          <p:nvPr>
            <p:ph type="title"/>
          </p:nvPr>
        </p:nvSpPr>
        <p:spPr>
          <a:xfrm>
            <a:off x="588263" y="4224580"/>
            <a:ext cx="11018520" cy="492443"/>
          </a:xfrm>
        </p:spPr>
        <p:txBody>
          <a:bodyPr/>
          <a:lstStyle>
            <a:lvl1pPr>
              <a:defRPr sz="3200">
                <a:solidFill>
                  <a:schemeClr val="tx1"/>
                </a:solidFill>
              </a:defRPr>
            </a:lvl1pPr>
          </a:lstStyle>
          <a:p>
            <a:r>
              <a:rPr lang="en-GB"/>
              <a:t>Click to edit Master title style</a:t>
            </a:r>
            <a:endParaRPr lang="en-US" dirty="0"/>
          </a:p>
        </p:txBody>
      </p:sp>
      <p:sp>
        <p:nvSpPr>
          <p:cNvPr id="17" name="Text Placeholder 14">
            <a:extLst>
              <a:ext uri="{FF2B5EF4-FFF2-40B4-BE49-F238E27FC236}">
                <a16:creationId xmlns:a16="http://schemas.microsoft.com/office/drawing/2014/main" id="{0E9A2E28-037B-FA4D-ADDC-1AFA11D65CB2}"/>
              </a:ext>
            </a:extLst>
          </p:cNvPr>
          <p:cNvSpPr>
            <a:spLocks noGrp="1"/>
          </p:cNvSpPr>
          <p:nvPr>
            <p:ph type="body" sz="quarter" idx="13" hasCustomPrompt="1"/>
          </p:nvPr>
        </p:nvSpPr>
        <p:spPr>
          <a:xfrm>
            <a:off x="0" y="0"/>
            <a:ext cx="3788358" cy="446148"/>
          </a:xfrm>
          <a:gradFill flip="none" rotWithShape="1">
            <a:gsLst>
              <a:gs pos="0">
                <a:srgbClr val="000000"/>
              </a:gs>
              <a:gs pos="92000">
                <a:srgbClr val="000000"/>
              </a:gs>
              <a:gs pos="92000">
                <a:schemeClr val="accent1"/>
              </a:gs>
            </a:gsLst>
            <a:lin ang="16200000" scaled="1"/>
            <a:tileRect/>
          </a:gradFill>
        </p:spPr>
        <p:txBody>
          <a:bodyPr lIns="585216" tIns="91440" bIns="45720"/>
          <a:lstStyle>
            <a:lvl1pPr marL="0" indent="0">
              <a:buNone/>
              <a:defRPr sz="1999">
                <a:solidFill>
                  <a:srgbClr val="FFFFFF"/>
                </a:solidFill>
                <a:latin typeface="+mj-lt"/>
              </a:defRPr>
            </a:lvl1pPr>
          </a:lstStyle>
          <a:p>
            <a:pPr lvl="0"/>
            <a:r>
              <a:rPr lang="en-US" dirty="0"/>
              <a:t>Click to enter title</a:t>
            </a:r>
          </a:p>
        </p:txBody>
      </p:sp>
      <p:sp>
        <p:nvSpPr>
          <p:cNvPr id="13" name="Text Placeholder 4" descr="This layout should only be used for developer code. The font used is a monospace font which is ideal for showing code.">
            <a:extLst>
              <a:ext uri="{FF2B5EF4-FFF2-40B4-BE49-F238E27FC236}">
                <a16:creationId xmlns:a16="http://schemas.microsoft.com/office/drawing/2014/main" id="{47501FD0-A948-CC48-8B11-3BD4F2AE4E8F}"/>
              </a:ext>
            </a:extLst>
          </p:cNvPr>
          <p:cNvSpPr>
            <a:spLocks noGrp="1"/>
          </p:cNvSpPr>
          <p:nvPr>
            <p:ph type="body" sz="quarter" idx="11" hasCustomPrompt="1"/>
          </p:nvPr>
        </p:nvSpPr>
        <p:spPr>
          <a:xfrm>
            <a:off x="586389" y="660508"/>
            <a:ext cx="11018520" cy="369332"/>
          </a:xfrm>
        </p:spPr>
        <p:txBody>
          <a:bodyPr/>
          <a:lstStyle>
            <a:lvl1pPr marL="0" indent="0">
              <a:buNone/>
              <a:tabLst/>
              <a:defRPr sz="2400">
                <a:solidFill>
                  <a:srgbClr val="000000"/>
                </a:solidFill>
                <a:latin typeface="Consolas" panose="020B0609020204030204" pitchFamily="49" charset="0"/>
                <a:cs typeface="Consolas" panose="020B0609020204030204" pitchFamily="49" charset="0"/>
              </a:defRPr>
            </a:lvl1pPr>
            <a:lvl2pPr marL="346449" indent="0">
              <a:buNone/>
              <a:defRPr sz="23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432" indent="0">
              <a:buNone/>
              <a:defRPr sz="19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319"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682"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dirty="0"/>
              <a:t>Click to edit or paste code</a:t>
            </a:r>
          </a:p>
        </p:txBody>
      </p:sp>
      <p:sp>
        <p:nvSpPr>
          <p:cNvPr id="19" name="Text Placeholder 3">
            <a:extLst>
              <a:ext uri="{FF2B5EF4-FFF2-40B4-BE49-F238E27FC236}">
                <a16:creationId xmlns:a16="http://schemas.microsoft.com/office/drawing/2014/main" id="{7B17F8BB-3610-1A4F-9E76-B12E706A5517}"/>
              </a:ext>
            </a:extLst>
          </p:cNvPr>
          <p:cNvSpPr>
            <a:spLocks noGrp="1"/>
          </p:cNvSpPr>
          <p:nvPr>
            <p:ph type="body" sz="quarter" idx="10" hasCustomPrompt="1"/>
          </p:nvPr>
        </p:nvSpPr>
        <p:spPr>
          <a:xfrm>
            <a:off x="591152" y="4996505"/>
            <a:ext cx="11018520" cy="369332"/>
          </a:xfrm>
        </p:spPr>
        <p:txBody>
          <a:bodyPr wrap="square">
            <a:spAutoFit/>
          </a:bodyPr>
          <a:lstStyle>
            <a:lvl1pPr marL="0" indent="0">
              <a:spcBef>
                <a:spcPts val="600"/>
              </a:spcBef>
              <a:spcAft>
                <a:spcPts val="0"/>
              </a:spcAft>
              <a:buNone/>
              <a:defRPr sz="2400">
                <a:solidFill>
                  <a:schemeClr val="tx1"/>
                </a:solidFill>
                <a:latin typeface="+mn-lt"/>
                <a:cs typeface="Segoe UI" panose="020B0502040204020203" pitchFamily="34" charset="0"/>
              </a:defRPr>
            </a:lvl1pPr>
            <a:lvl2pPr marL="228531" indent="0">
              <a:buNone/>
              <a:defRPr sz="2400">
                <a:solidFill>
                  <a:srgbClr val="2F2F2F"/>
                </a:solidFill>
                <a:latin typeface="Segoe UI" panose="020B0502040204020203" pitchFamily="34" charset="0"/>
                <a:cs typeface="Segoe UI" panose="020B0502040204020203" pitchFamily="34" charset="0"/>
              </a:defRPr>
            </a:lvl2pPr>
            <a:lvl3pPr marL="457063" indent="0">
              <a:buNone/>
              <a:defRPr/>
            </a:lvl3pPr>
            <a:lvl4pPr marL="685594" indent="0">
              <a:buNone/>
              <a:defRPr/>
            </a:lvl4pPr>
            <a:lvl5pPr marL="914126" indent="0">
              <a:buNone/>
              <a:defRPr/>
            </a:lvl5pPr>
          </a:lstStyle>
          <a:p>
            <a:pPr lvl="0"/>
            <a:r>
              <a:rPr lang="en-US" dirty="0"/>
              <a:t>Click to edit text</a:t>
            </a:r>
          </a:p>
        </p:txBody>
      </p:sp>
    </p:spTree>
    <p:extLst>
      <p:ext uri="{BB962C8B-B14F-4D97-AF65-F5344CB8AC3E}">
        <p14:creationId xmlns:p14="http://schemas.microsoft.com/office/powerpoint/2010/main" val="1656685275"/>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288">
          <p15:clr>
            <a:srgbClr val="5ACBF0"/>
          </p15:clr>
        </p15:guide>
        <p15:guide id="4" orient="horz" pos="2661">
          <p15:clr>
            <a:srgbClr val="5ACBF0"/>
          </p15:clr>
        </p15:guide>
        <p15:guide id="5" orient="horz" pos="3147">
          <p15:clr>
            <a:srgbClr val="5ACBF0"/>
          </p15:clr>
        </p15:guide>
        <p15:guide id="6" orient="horz" pos="419">
          <p15:clr>
            <a:srgbClr val="5ACBF0"/>
          </p15:clr>
        </p15:guide>
      </p15:sldGuideLst>
    </p:ext>
  </p:extLst>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Code Right side">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82BB27-7DA5-4478-8C18-C1FFEE20AAC1}"/>
              </a:ext>
            </a:extLst>
          </p:cNvPr>
          <p:cNvSpPr>
            <a:spLocks noGrp="1"/>
          </p:cNvSpPr>
          <p:nvPr>
            <p:ph type="title" hasCustomPrompt="1"/>
          </p:nvPr>
        </p:nvSpPr>
        <p:spPr>
          <a:xfrm>
            <a:off x="588263" y="457200"/>
            <a:ext cx="4040887" cy="492443"/>
          </a:xfrm>
        </p:spPr>
        <p:txBody>
          <a:bodyPr/>
          <a:lstStyle>
            <a:lvl1pPr>
              <a:defRPr sz="3200">
                <a:solidFill>
                  <a:schemeClr val="tx1"/>
                </a:solidFill>
              </a:defRPr>
            </a:lvl1pPr>
          </a:lstStyle>
          <a:p>
            <a:r>
              <a:rPr lang="en-US" dirty="0"/>
              <a:t>Click to edit title</a:t>
            </a:r>
          </a:p>
        </p:txBody>
      </p:sp>
      <p:sp>
        <p:nvSpPr>
          <p:cNvPr id="12" name="Text Placeholder 3">
            <a:extLst>
              <a:ext uri="{FF2B5EF4-FFF2-40B4-BE49-F238E27FC236}">
                <a16:creationId xmlns:a16="http://schemas.microsoft.com/office/drawing/2014/main" id="{2BB818A5-4223-0847-B6E2-655C7DC7B6B4}"/>
              </a:ext>
            </a:extLst>
          </p:cNvPr>
          <p:cNvSpPr>
            <a:spLocks noGrp="1"/>
          </p:cNvSpPr>
          <p:nvPr>
            <p:ph type="body" sz="quarter" idx="10" hasCustomPrompt="1"/>
          </p:nvPr>
        </p:nvSpPr>
        <p:spPr>
          <a:xfrm>
            <a:off x="588965" y="1338139"/>
            <a:ext cx="4040185" cy="369332"/>
          </a:xfrm>
        </p:spPr>
        <p:txBody>
          <a:bodyPr wrap="square">
            <a:spAutoFit/>
          </a:bodyPr>
          <a:lstStyle>
            <a:lvl1pPr marL="0" indent="0">
              <a:lnSpc>
                <a:spcPct val="100000"/>
              </a:lnSpc>
              <a:spcBef>
                <a:spcPts val="600"/>
              </a:spcBef>
              <a:spcAft>
                <a:spcPts val="0"/>
              </a:spcAft>
              <a:buNone/>
              <a:defRPr sz="2400" b="0" i="0" baseline="0">
                <a:solidFill>
                  <a:schemeClr val="tx1"/>
                </a:solidFill>
                <a:latin typeface="Segoe UI" panose="020B0502040204020203" pitchFamily="34" charset="0"/>
                <a:cs typeface="Segoe UI" panose="020B0502040204020203" pitchFamily="34" charset="0"/>
              </a:defRPr>
            </a:lvl1pPr>
            <a:lvl2pPr marL="0" indent="0">
              <a:lnSpc>
                <a:spcPct val="100000"/>
              </a:lnSpc>
              <a:spcBef>
                <a:spcPts val="60"/>
              </a:spcBef>
              <a:spcAft>
                <a:spcPts val="60"/>
              </a:spcAft>
              <a:buNone/>
              <a:defRPr sz="2400" b="0" i="0">
                <a:solidFill>
                  <a:srgbClr val="2F2F2F"/>
                </a:solidFill>
                <a:latin typeface="Segoe UI" panose="020B0502040204020203" pitchFamily="34" charset="0"/>
                <a:cs typeface="Segoe UI" panose="020B0502040204020203" pitchFamily="34" charset="0"/>
              </a:defRPr>
            </a:lvl2pPr>
            <a:lvl3pPr marL="457063" indent="0">
              <a:buNone/>
              <a:defRPr/>
            </a:lvl3pPr>
            <a:lvl4pPr marL="685594" indent="0">
              <a:buNone/>
              <a:defRPr/>
            </a:lvl4pPr>
            <a:lvl5pPr marL="914126" indent="0">
              <a:buNone/>
              <a:defRPr/>
            </a:lvl5pPr>
          </a:lstStyle>
          <a:p>
            <a:pPr lvl="0"/>
            <a:r>
              <a:rPr lang="en-US" dirty="0"/>
              <a:t>Click to edit text</a:t>
            </a:r>
          </a:p>
        </p:txBody>
      </p:sp>
      <p:sp>
        <p:nvSpPr>
          <p:cNvPr id="3" name="Rectangle 2">
            <a:extLst>
              <a:ext uri="{FF2B5EF4-FFF2-40B4-BE49-F238E27FC236}">
                <a16:creationId xmlns:a16="http://schemas.microsoft.com/office/drawing/2014/main" id="{2316165A-5926-4F59-B348-996936FBB574}"/>
              </a:ext>
              <a:ext uri="{C183D7F6-B498-43B3-948B-1728B52AA6E4}">
                <adec:decorative xmlns:adec="http://schemas.microsoft.com/office/drawing/2017/decorative" val="1"/>
              </a:ext>
            </a:extLst>
          </p:cNvPr>
          <p:cNvSpPr/>
          <p:nvPr userDrawn="1"/>
        </p:nvSpPr>
        <p:spPr bwMode="auto">
          <a:xfrm>
            <a:off x="5205984" y="0"/>
            <a:ext cx="6986016" cy="6858000"/>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a:solidFill>
                <a:srgbClr val="FFFFFF"/>
              </a:solidFill>
              <a:ea typeface="Segoe UI" pitchFamily="34" charset="0"/>
              <a:cs typeface="Segoe UI" pitchFamily="34" charset="0"/>
            </a:endParaRPr>
          </a:p>
        </p:txBody>
      </p:sp>
      <p:sp>
        <p:nvSpPr>
          <p:cNvPr id="19" name="Text Placeholder 14">
            <a:extLst>
              <a:ext uri="{FF2B5EF4-FFF2-40B4-BE49-F238E27FC236}">
                <a16:creationId xmlns:a16="http://schemas.microsoft.com/office/drawing/2014/main" id="{0D599919-A8E3-4D2B-86CF-50C6704F17D5}"/>
              </a:ext>
            </a:extLst>
          </p:cNvPr>
          <p:cNvSpPr>
            <a:spLocks noGrp="1"/>
          </p:cNvSpPr>
          <p:nvPr>
            <p:ph type="body" sz="quarter" idx="13" hasCustomPrompt="1"/>
          </p:nvPr>
        </p:nvSpPr>
        <p:spPr>
          <a:xfrm>
            <a:off x="5211763" y="0"/>
            <a:ext cx="3788358" cy="492314"/>
          </a:xfrm>
          <a:gradFill flip="none" rotWithShape="1">
            <a:gsLst>
              <a:gs pos="0">
                <a:srgbClr val="000000"/>
              </a:gs>
              <a:gs pos="99000">
                <a:srgbClr val="000000"/>
              </a:gs>
              <a:gs pos="99000">
                <a:schemeClr val="accent1"/>
              </a:gs>
            </a:gsLst>
            <a:lin ang="10800000" scaled="1"/>
            <a:tileRect/>
          </a:gradFill>
        </p:spPr>
        <p:txBody>
          <a:bodyPr lIns="585216" tIns="91440" bIns="91440"/>
          <a:lstStyle>
            <a:lvl1pPr marL="0" indent="0">
              <a:buNone/>
              <a:defRPr sz="1999">
                <a:solidFill>
                  <a:srgbClr val="FFFFFF"/>
                </a:solidFill>
                <a:latin typeface="+mj-lt"/>
              </a:defRPr>
            </a:lvl1pPr>
          </a:lstStyle>
          <a:p>
            <a:pPr lvl="0"/>
            <a:r>
              <a:rPr lang="en-US" dirty="0"/>
              <a:t>Click to enter title</a:t>
            </a:r>
          </a:p>
        </p:txBody>
      </p:sp>
      <p:sp>
        <p:nvSpPr>
          <p:cNvPr id="13" name="Text Placeholder 4" descr="This layout should only be used for developer code. The font used is a monospace font which is ideal for showing code.">
            <a:extLst>
              <a:ext uri="{FF2B5EF4-FFF2-40B4-BE49-F238E27FC236}">
                <a16:creationId xmlns:a16="http://schemas.microsoft.com/office/drawing/2014/main" id="{47501FD0-A948-CC48-8B11-3BD4F2AE4E8F}"/>
              </a:ext>
            </a:extLst>
          </p:cNvPr>
          <p:cNvSpPr>
            <a:spLocks noGrp="1"/>
          </p:cNvSpPr>
          <p:nvPr>
            <p:ph type="body" sz="quarter" idx="11" hasCustomPrompt="1"/>
          </p:nvPr>
        </p:nvSpPr>
        <p:spPr>
          <a:xfrm>
            <a:off x="5800725" y="709187"/>
            <a:ext cx="5801961" cy="369332"/>
          </a:xfrm>
        </p:spPr>
        <p:txBody>
          <a:bodyPr/>
          <a:lstStyle>
            <a:lvl1pPr marL="0" indent="0">
              <a:buNone/>
              <a:tabLst/>
              <a:defRPr sz="2400">
                <a:solidFill>
                  <a:srgbClr val="2F2F2F"/>
                </a:solidFill>
                <a:latin typeface="Consolas" panose="020B0609020204030204" pitchFamily="49" charset="0"/>
                <a:cs typeface="Consolas" panose="020B0609020204030204" pitchFamily="49" charset="0"/>
              </a:defRPr>
            </a:lvl1pPr>
            <a:lvl2pPr marL="346449" indent="0">
              <a:buNone/>
              <a:defRPr sz="23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432" indent="0">
              <a:buNone/>
              <a:defRPr sz="19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319"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682"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dirty="0"/>
              <a:t>Click to edit or paste code</a:t>
            </a:r>
          </a:p>
        </p:txBody>
      </p:sp>
    </p:spTree>
    <p:extLst>
      <p:ext uri="{BB962C8B-B14F-4D97-AF65-F5344CB8AC3E}">
        <p14:creationId xmlns:p14="http://schemas.microsoft.com/office/powerpoint/2010/main" val="1206398337"/>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288">
          <p15:clr>
            <a:srgbClr val="5ACBF0"/>
          </p15:clr>
        </p15:guide>
        <p15:guide id="2" orient="horz" pos="445">
          <p15:clr>
            <a:srgbClr val="5ACBF0"/>
          </p15:clr>
        </p15:guide>
        <p15:guide id="4" orient="horz" pos="843">
          <p15:clr>
            <a:srgbClr val="5ACBF0"/>
          </p15:clr>
        </p15:guide>
        <p15:guide id="7" pos="3283">
          <p15:clr>
            <a:srgbClr val="5ACBF0"/>
          </p15:clr>
        </p15:guide>
        <p15:guide id="8" pos="3654">
          <p15:clr>
            <a:srgbClr val="5ACBF0"/>
          </p15:clr>
        </p15:guide>
        <p15:guide id="9" pos="2916">
          <p15:clr>
            <a:srgbClr val="5ACBF0"/>
          </p15:clr>
        </p15:guide>
      </p15:sldGuideLst>
    </p:ext>
  </p:extLst>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Code Left sde">
    <p:bg>
      <p:bgRef idx="1001">
        <a:schemeClr val="bg2"/>
      </p:bgRef>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2316165A-5926-4F59-B348-996936FBB574}"/>
              </a:ext>
              <a:ext uri="{C183D7F6-B498-43B3-948B-1728B52AA6E4}">
                <adec:decorative xmlns:adec="http://schemas.microsoft.com/office/drawing/2017/decorative" val="1"/>
              </a:ext>
            </a:extLst>
          </p:cNvPr>
          <p:cNvSpPr/>
          <p:nvPr userDrawn="1"/>
        </p:nvSpPr>
        <p:spPr bwMode="auto">
          <a:xfrm>
            <a:off x="-2" y="0"/>
            <a:ext cx="6986016" cy="6858000"/>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a:solidFill>
                <a:srgbClr val="FFFFFF"/>
              </a:solidFill>
              <a:ea typeface="Segoe UI" pitchFamily="34" charset="0"/>
              <a:cs typeface="Segoe UI" pitchFamily="34" charset="0"/>
            </a:endParaRPr>
          </a:p>
        </p:txBody>
      </p:sp>
      <p:sp>
        <p:nvSpPr>
          <p:cNvPr id="2" name="Title 1">
            <a:extLst>
              <a:ext uri="{FF2B5EF4-FFF2-40B4-BE49-F238E27FC236}">
                <a16:creationId xmlns:a16="http://schemas.microsoft.com/office/drawing/2014/main" id="{6BB14A7D-C409-4A7C-9D82-A2E5DBB8AB72}"/>
              </a:ext>
            </a:extLst>
          </p:cNvPr>
          <p:cNvSpPr>
            <a:spLocks noGrp="1"/>
          </p:cNvSpPr>
          <p:nvPr>
            <p:ph type="title" hasCustomPrompt="1"/>
          </p:nvPr>
        </p:nvSpPr>
        <p:spPr>
          <a:xfrm>
            <a:off x="7575549" y="457200"/>
            <a:ext cx="4031233" cy="492443"/>
          </a:xfrm>
        </p:spPr>
        <p:txBody>
          <a:bodyPr/>
          <a:lstStyle>
            <a:lvl1pPr>
              <a:defRPr sz="3200">
                <a:solidFill>
                  <a:schemeClr val="tx1"/>
                </a:solidFill>
              </a:defRPr>
            </a:lvl1pPr>
          </a:lstStyle>
          <a:p>
            <a:r>
              <a:rPr lang="en-US" dirty="0"/>
              <a:t>Click to edit title</a:t>
            </a:r>
          </a:p>
        </p:txBody>
      </p:sp>
      <p:sp>
        <p:nvSpPr>
          <p:cNvPr id="19" name="Text Placeholder 14">
            <a:extLst>
              <a:ext uri="{FF2B5EF4-FFF2-40B4-BE49-F238E27FC236}">
                <a16:creationId xmlns:a16="http://schemas.microsoft.com/office/drawing/2014/main" id="{0D599919-A8E3-4D2B-86CF-50C6704F17D5}"/>
              </a:ext>
            </a:extLst>
          </p:cNvPr>
          <p:cNvSpPr>
            <a:spLocks noGrp="1"/>
          </p:cNvSpPr>
          <p:nvPr>
            <p:ph type="body" sz="quarter" idx="13" hasCustomPrompt="1"/>
          </p:nvPr>
        </p:nvSpPr>
        <p:spPr>
          <a:xfrm>
            <a:off x="-1" y="0"/>
            <a:ext cx="3788358" cy="492314"/>
          </a:xfrm>
          <a:gradFill flip="none" rotWithShape="1">
            <a:gsLst>
              <a:gs pos="0">
                <a:srgbClr val="000000"/>
              </a:gs>
              <a:gs pos="99000">
                <a:srgbClr val="000000"/>
              </a:gs>
              <a:gs pos="99000">
                <a:schemeClr val="accent1"/>
              </a:gs>
            </a:gsLst>
            <a:lin ang="10800000" scaled="1"/>
            <a:tileRect/>
          </a:gradFill>
        </p:spPr>
        <p:txBody>
          <a:bodyPr lIns="585216" tIns="91440" bIns="91440"/>
          <a:lstStyle>
            <a:lvl1pPr marL="0" indent="0">
              <a:buNone/>
              <a:defRPr sz="1999">
                <a:solidFill>
                  <a:srgbClr val="FFFFFF"/>
                </a:solidFill>
                <a:latin typeface="+mj-lt"/>
              </a:defRPr>
            </a:lvl1pPr>
          </a:lstStyle>
          <a:p>
            <a:pPr lvl="0"/>
            <a:r>
              <a:rPr lang="en-US" dirty="0"/>
              <a:t>Click to enter title</a:t>
            </a:r>
          </a:p>
        </p:txBody>
      </p:sp>
      <p:sp>
        <p:nvSpPr>
          <p:cNvPr id="13" name="Text Placeholder 4" descr="This layout should only be used for developer code. The font used is a monospace font which is ideal for showing code.">
            <a:extLst>
              <a:ext uri="{FF2B5EF4-FFF2-40B4-BE49-F238E27FC236}">
                <a16:creationId xmlns:a16="http://schemas.microsoft.com/office/drawing/2014/main" id="{47501FD0-A948-CC48-8B11-3BD4F2AE4E8F}"/>
              </a:ext>
            </a:extLst>
          </p:cNvPr>
          <p:cNvSpPr>
            <a:spLocks noGrp="1"/>
          </p:cNvSpPr>
          <p:nvPr>
            <p:ph type="body" sz="quarter" idx="11" hasCustomPrompt="1"/>
          </p:nvPr>
        </p:nvSpPr>
        <p:spPr>
          <a:xfrm>
            <a:off x="584199" y="706011"/>
            <a:ext cx="5819775" cy="369332"/>
          </a:xfrm>
        </p:spPr>
        <p:txBody>
          <a:bodyPr/>
          <a:lstStyle>
            <a:lvl1pPr marL="0" indent="0">
              <a:buNone/>
              <a:defRPr sz="2400">
                <a:solidFill>
                  <a:srgbClr val="2F2F2F"/>
                </a:solidFill>
                <a:latin typeface="Consolas" panose="020B0609020204030204" pitchFamily="49" charset="0"/>
                <a:cs typeface="Consolas" panose="020B0609020204030204" pitchFamily="49" charset="0"/>
              </a:defRPr>
            </a:lvl1pPr>
            <a:lvl2pPr marL="346449" indent="0">
              <a:buNone/>
              <a:defRPr sz="23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432" indent="0">
              <a:buNone/>
              <a:defRPr sz="19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319"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682"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dirty="0"/>
              <a:t>Click to edit or paste code</a:t>
            </a:r>
          </a:p>
        </p:txBody>
      </p:sp>
      <p:sp>
        <p:nvSpPr>
          <p:cNvPr id="12" name="Text Placeholder 3">
            <a:extLst>
              <a:ext uri="{FF2B5EF4-FFF2-40B4-BE49-F238E27FC236}">
                <a16:creationId xmlns:a16="http://schemas.microsoft.com/office/drawing/2014/main" id="{2BB818A5-4223-0847-B6E2-655C7DC7B6B4}"/>
              </a:ext>
            </a:extLst>
          </p:cNvPr>
          <p:cNvSpPr>
            <a:spLocks noGrp="1"/>
          </p:cNvSpPr>
          <p:nvPr>
            <p:ph type="body" sz="quarter" idx="10" hasCustomPrompt="1"/>
          </p:nvPr>
        </p:nvSpPr>
        <p:spPr>
          <a:xfrm>
            <a:off x="7575550" y="1336675"/>
            <a:ext cx="4033838" cy="369332"/>
          </a:xfrm>
        </p:spPr>
        <p:txBody>
          <a:bodyPr wrap="square">
            <a:spAutoFit/>
          </a:bodyPr>
          <a:lstStyle>
            <a:lvl1pPr marL="0" indent="0">
              <a:lnSpc>
                <a:spcPct val="100000"/>
              </a:lnSpc>
              <a:spcBef>
                <a:spcPts val="600"/>
              </a:spcBef>
              <a:spcAft>
                <a:spcPts val="0"/>
              </a:spcAft>
              <a:buNone/>
              <a:defRPr sz="2400" b="0" i="0" baseline="0">
                <a:solidFill>
                  <a:schemeClr val="tx1"/>
                </a:solidFill>
                <a:latin typeface="Segoe UI" panose="020B0502040204020203" pitchFamily="34" charset="0"/>
                <a:cs typeface="Segoe UI" panose="020B0502040204020203" pitchFamily="34" charset="0"/>
              </a:defRPr>
            </a:lvl1pPr>
            <a:lvl2pPr marL="0" indent="0">
              <a:lnSpc>
                <a:spcPct val="100000"/>
              </a:lnSpc>
              <a:spcBef>
                <a:spcPts val="60"/>
              </a:spcBef>
              <a:spcAft>
                <a:spcPts val="60"/>
              </a:spcAft>
              <a:buNone/>
              <a:defRPr sz="2400" b="0" i="0">
                <a:solidFill>
                  <a:srgbClr val="2F2F2F"/>
                </a:solidFill>
                <a:latin typeface="Segoe UI" panose="020B0502040204020203" pitchFamily="34" charset="0"/>
                <a:cs typeface="Segoe UI" panose="020B0502040204020203" pitchFamily="34" charset="0"/>
              </a:defRPr>
            </a:lvl2pPr>
            <a:lvl3pPr marL="457063" indent="0">
              <a:buNone/>
              <a:defRPr/>
            </a:lvl3pPr>
            <a:lvl4pPr marL="685594" indent="0">
              <a:buNone/>
              <a:defRPr/>
            </a:lvl4pPr>
            <a:lvl5pPr marL="914126" indent="0">
              <a:buNone/>
              <a:defRPr/>
            </a:lvl5pPr>
          </a:lstStyle>
          <a:p>
            <a:pPr lvl="0"/>
            <a:r>
              <a:rPr lang="en-US" dirty="0"/>
              <a:t>Click to edit text</a:t>
            </a:r>
          </a:p>
        </p:txBody>
      </p:sp>
    </p:spTree>
    <p:extLst>
      <p:ext uri="{BB962C8B-B14F-4D97-AF65-F5344CB8AC3E}">
        <p14:creationId xmlns:p14="http://schemas.microsoft.com/office/powerpoint/2010/main" val="3450951373"/>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288">
          <p15:clr>
            <a:srgbClr val="5ACBF0"/>
          </p15:clr>
        </p15:guide>
        <p15:guide id="2" orient="horz" pos="436">
          <p15:clr>
            <a:srgbClr val="5ACBF0"/>
          </p15:clr>
        </p15:guide>
        <p15:guide id="4" orient="horz" pos="839">
          <p15:clr>
            <a:srgbClr val="5ACBF0"/>
          </p15:clr>
        </p15:guide>
        <p15:guide id="6" pos="4402">
          <p15:clr>
            <a:srgbClr val="5ACBF0"/>
          </p15:clr>
        </p15:guide>
        <p15:guide id="7" pos="4034">
          <p15:clr>
            <a:srgbClr val="5ACBF0"/>
          </p15:clr>
        </p15:guide>
        <p15:guide id="8" pos="4772">
          <p15:clr>
            <a:srgbClr val="5ACBF0"/>
          </p15:clr>
        </p15:guide>
      </p15:sldGuideLst>
    </p:ext>
  </p:extLst>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Quote blue">
    <p:bg>
      <p:bgPr>
        <a:solidFill>
          <a:schemeClr val="bg2"/>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238375" y="1033463"/>
            <a:ext cx="9371013" cy="2946033"/>
          </a:xfrm>
          <a:noFill/>
        </p:spPr>
        <p:txBody>
          <a:bodyPr wrap="square" lIns="0" tIns="0" rIns="0" bIns="0" anchor="b" anchorCtr="0">
            <a:norm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UI" pitchFamily="34" charset="0"/>
              </a:defRPr>
            </a:lvl1pPr>
          </a:lstStyle>
          <a:p>
            <a:r>
              <a:rPr lang="en-US" dirty="0"/>
              <a:t>Quote text</a:t>
            </a:r>
          </a:p>
        </p:txBody>
      </p:sp>
      <p:sp>
        <p:nvSpPr>
          <p:cNvPr id="5" name="Text Placeholder 4"/>
          <p:cNvSpPr>
            <a:spLocks noGrp="1"/>
          </p:cNvSpPr>
          <p:nvPr>
            <p:ph type="body" sz="quarter" idx="12" hasCustomPrompt="1"/>
          </p:nvPr>
        </p:nvSpPr>
        <p:spPr>
          <a:xfrm>
            <a:off x="2238375" y="4424994"/>
            <a:ext cx="9371013" cy="338554"/>
          </a:xfrm>
          <a:noFill/>
        </p:spPr>
        <p:txBody>
          <a:bodyPr wrap="square" lIns="0" tIns="0" rIns="0" bIns="0">
            <a:spAutoFit/>
          </a:bodyPr>
          <a:lstStyle>
            <a:lvl1pPr marL="0" indent="0">
              <a:spcBef>
                <a:spcPts val="0"/>
              </a:spcBef>
              <a:spcAft>
                <a:spcPts val="0"/>
              </a:spcAft>
              <a:buFont typeface="Arial" panose="020B0604020202020204" pitchFamily="34" charset="0"/>
              <a:buNone/>
              <a:defRPr sz="2200" spc="0" baseline="0">
                <a:solidFill>
                  <a:schemeClr val="tx1"/>
                </a:solidFill>
                <a:latin typeface="+mn-lt"/>
              </a:defRPr>
            </a:lvl1pPr>
          </a:lstStyle>
          <a:p>
            <a:pPr lvl="0"/>
            <a:r>
              <a:rPr lang="en-US" dirty="0"/>
              <a:t>Name</a:t>
            </a:r>
          </a:p>
        </p:txBody>
      </p:sp>
      <p:sp>
        <p:nvSpPr>
          <p:cNvPr id="4" name="Text Placeholder 4">
            <a:extLst>
              <a:ext uri="{FF2B5EF4-FFF2-40B4-BE49-F238E27FC236}">
                <a16:creationId xmlns:a16="http://schemas.microsoft.com/office/drawing/2014/main" id="{E442750B-A7AB-42A9-A8AF-218016DC73F6}"/>
              </a:ext>
            </a:extLst>
          </p:cNvPr>
          <p:cNvSpPr>
            <a:spLocks noGrp="1"/>
          </p:cNvSpPr>
          <p:nvPr>
            <p:ph type="body" sz="quarter" idx="13" hasCustomPrompt="1"/>
          </p:nvPr>
        </p:nvSpPr>
        <p:spPr>
          <a:xfrm>
            <a:off x="2238375" y="4831394"/>
            <a:ext cx="9371013" cy="338554"/>
          </a:xfrm>
          <a:noFill/>
        </p:spPr>
        <p:txBody>
          <a:bodyPr wrap="square" lIns="0" tIns="0" rIns="0" bIns="0">
            <a:spAutoFit/>
          </a:bodyPr>
          <a:lstStyle>
            <a:lvl1pPr marL="0" indent="0">
              <a:spcBef>
                <a:spcPts val="0"/>
              </a:spcBef>
              <a:spcAft>
                <a:spcPts val="0"/>
              </a:spcAft>
              <a:buFont typeface="Arial" panose="020B0604020202020204" pitchFamily="34" charset="0"/>
              <a:buNone/>
              <a:defRPr sz="2200" spc="0" baseline="0">
                <a:solidFill>
                  <a:schemeClr val="tx1"/>
                </a:solidFill>
                <a:latin typeface="+mn-lt"/>
              </a:defRPr>
            </a:lvl1pPr>
          </a:lstStyle>
          <a:p>
            <a:pPr lvl="0"/>
            <a:r>
              <a:rPr lang="en-US" dirty="0"/>
              <a:t>Company or position</a:t>
            </a:r>
          </a:p>
        </p:txBody>
      </p:sp>
      <p:sp>
        <p:nvSpPr>
          <p:cNvPr id="12" name="Freeform: Shape 11">
            <a:extLst>
              <a:ext uri="{FF2B5EF4-FFF2-40B4-BE49-F238E27FC236}">
                <a16:creationId xmlns:a16="http://schemas.microsoft.com/office/drawing/2014/main" id="{B7906C05-2D3A-4EE1-8C05-624CD0DA8D38}"/>
              </a:ext>
            </a:extLst>
          </p:cNvPr>
          <p:cNvSpPr>
            <a:spLocks/>
          </p:cNvSpPr>
          <p:nvPr userDrawn="1"/>
        </p:nvSpPr>
        <p:spPr bwMode="auto">
          <a:xfrm>
            <a:off x="569912" y="1047750"/>
            <a:ext cx="1270000" cy="1133475"/>
          </a:xfrm>
          <a:custGeom>
            <a:avLst/>
            <a:gdLst>
              <a:gd name="connsiteX0" fmla="*/ 730250 w 1270000"/>
              <a:gd name="connsiteY0" fmla="*/ 0 h 1133475"/>
              <a:gd name="connsiteX1" fmla="*/ 1270000 w 1270000"/>
              <a:gd name="connsiteY1" fmla="*/ 0 h 1133475"/>
              <a:gd name="connsiteX2" fmla="*/ 1270000 w 1270000"/>
              <a:gd name="connsiteY2" fmla="*/ 566949 h 1133475"/>
              <a:gd name="connsiteX3" fmla="*/ 1029312 w 1270000"/>
              <a:gd name="connsiteY3" fmla="*/ 566949 h 1133475"/>
              <a:gd name="connsiteX4" fmla="*/ 1085148 w 1270000"/>
              <a:gd name="connsiteY4" fmla="*/ 773266 h 1133475"/>
              <a:gd name="connsiteX5" fmla="*/ 1270000 w 1270000"/>
              <a:gd name="connsiteY5" fmla="*/ 865432 h 1133475"/>
              <a:gd name="connsiteX6" fmla="*/ 1270000 w 1270000"/>
              <a:gd name="connsiteY6" fmla="*/ 1133475 h 1133475"/>
              <a:gd name="connsiteX7" fmla="*/ 988281 w 1270000"/>
              <a:gd name="connsiteY7" fmla="*/ 1045537 h 1133475"/>
              <a:gd name="connsiteX8" fmla="*/ 825425 w 1270000"/>
              <a:gd name="connsiteY8" fmla="*/ 897986 h 1133475"/>
              <a:gd name="connsiteX9" fmla="*/ 749285 w 1270000"/>
              <a:gd name="connsiteY9" fmla="*/ 702239 h 1133475"/>
              <a:gd name="connsiteX10" fmla="*/ 730250 w 1270000"/>
              <a:gd name="connsiteY10" fmla="*/ 471401 h 1133475"/>
              <a:gd name="connsiteX11" fmla="*/ 0 w 1270000"/>
              <a:gd name="connsiteY11" fmla="*/ 0 h 1133475"/>
              <a:gd name="connsiteX12" fmla="*/ 538163 w 1270000"/>
              <a:gd name="connsiteY12" fmla="*/ 0 h 1133475"/>
              <a:gd name="connsiteX13" fmla="*/ 538163 w 1270000"/>
              <a:gd name="connsiteY13" fmla="*/ 566949 h 1133475"/>
              <a:gd name="connsiteX14" fmla="*/ 297283 w 1270000"/>
              <a:gd name="connsiteY14" fmla="*/ 566949 h 1133475"/>
              <a:gd name="connsiteX15" fmla="*/ 353262 w 1270000"/>
              <a:gd name="connsiteY15" fmla="*/ 773266 h 1133475"/>
              <a:gd name="connsiteX16" fmla="*/ 538163 w 1270000"/>
              <a:gd name="connsiteY16" fmla="*/ 865432 h 1133475"/>
              <a:gd name="connsiteX17" fmla="*/ 538163 w 1270000"/>
              <a:gd name="connsiteY17" fmla="*/ 1133475 h 1133475"/>
              <a:gd name="connsiteX18" fmla="*/ 256147 w 1270000"/>
              <a:gd name="connsiteY18" fmla="*/ 1045537 h 1133475"/>
              <a:gd name="connsiteX19" fmla="*/ 92875 w 1270000"/>
              <a:gd name="connsiteY19" fmla="*/ 897986 h 1133475"/>
              <a:gd name="connsiteX20" fmla="*/ 16539 w 1270000"/>
              <a:gd name="connsiteY20" fmla="*/ 702239 h 1133475"/>
              <a:gd name="connsiteX21" fmla="*/ 0 w 1270000"/>
              <a:gd name="connsiteY21" fmla="*/ 563144 h 1133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270000" h="1133475">
                <a:moveTo>
                  <a:pt x="730250" y="0"/>
                </a:moveTo>
                <a:lnTo>
                  <a:pt x="1270000" y="0"/>
                </a:lnTo>
                <a:lnTo>
                  <a:pt x="1270000" y="566949"/>
                </a:lnTo>
                <a:lnTo>
                  <a:pt x="1029312" y="566949"/>
                </a:lnTo>
                <a:cubicBezTo>
                  <a:pt x="1029312" y="656156"/>
                  <a:pt x="1050039" y="721687"/>
                  <a:pt x="1085148" y="773266"/>
                </a:cubicBezTo>
                <a:cubicBezTo>
                  <a:pt x="1120258" y="824422"/>
                  <a:pt x="1182016" y="855285"/>
                  <a:pt x="1270000" y="865432"/>
                </a:cubicBezTo>
                <a:lnTo>
                  <a:pt x="1270000" y="1133475"/>
                </a:lnTo>
                <a:cubicBezTo>
                  <a:pt x="1152406" y="1114873"/>
                  <a:pt x="1058499" y="1085701"/>
                  <a:pt x="988281" y="1045537"/>
                </a:cubicBezTo>
                <a:cubicBezTo>
                  <a:pt x="918063" y="1005795"/>
                  <a:pt x="863496" y="956330"/>
                  <a:pt x="825425" y="897986"/>
                </a:cubicBezTo>
                <a:cubicBezTo>
                  <a:pt x="787355" y="839220"/>
                  <a:pt x="761975" y="774112"/>
                  <a:pt x="749285" y="702239"/>
                </a:cubicBezTo>
                <a:cubicBezTo>
                  <a:pt x="736595" y="630366"/>
                  <a:pt x="730250" y="553420"/>
                  <a:pt x="730250" y="471401"/>
                </a:cubicBezTo>
                <a:close/>
                <a:moveTo>
                  <a:pt x="0" y="0"/>
                </a:moveTo>
                <a:lnTo>
                  <a:pt x="538163" y="0"/>
                </a:lnTo>
                <a:lnTo>
                  <a:pt x="538163" y="566949"/>
                </a:lnTo>
                <a:lnTo>
                  <a:pt x="297283" y="566949"/>
                </a:lnTo>
                <a:cubicBezTo>
                  <a:pt x="297283" y="655310"/>
                  <a:pt x="317639" y="721687"/>
                  <a:pt x="353262" y="773266"/>
                </a:cubicBezTo>
                <a:cubicBezTo>
                  <a:pt x="388461" y="824422"/>
                  <a:pt x="449954" y="855285"/>
                  <a:pt x="538163" y="865432"/>
                </a:cubicBezTo>
                <a:lnTo>
                  <a:pt x="538163" y="1133475"/>
                </a:lnTo>
                <a:cubicBezTo>
                  <a:pt x="420692" y="1114873"/>
                  <a:pt x="326545" y="1085701"/>
                  <a:pt x="256147" y="1045537"/>
                </a:cubicBezTo>
                <a:cubicBezTo>
                  <a:pt x="185325" y="1005795"/>
                  <a:pt x="131042" y="956330"/>
                  <a:pt x="92875" y="897986"/>
                </a:cubicBezTo>
                <a:cubicBezTo>
                  <a:pt x="54707" y="839220"/>
                  <a:pt x="29262" y="774112"/>
                  <a:pt x="16539" y="702239"/>
                </a:cubicBezTo>
                <a:cubicBezTo>
                  <a:pt x="8482" y="657847"/>
                  <a:pt x="2969" y="611341"/>
                  <a:pt x="0" y="563144"/>
                </a:cubicBezTo>
                <a:close/>
              </a:path>
            </a:pathLst>
          </a:custGeom>
          <a:gradFill>
            <a:gsLst>
              <a:gs pos="0">
                <a:srgbClr val="50E6FF"/>
              </a:gs>
              <a:gs pos="100000">
                <a:srgbClr val="D59DFF"/>
              </a:gs>
            </a:gsLst>
            <a:lin ang="2400000" scaled="0"/>
          </a:gradFill>
          <a:ln>
            <a:noFill/>
            <a:headEnd type="none" w="med" len="med"/>
            <a:tailEnd type="none" w="med" len="med"/>
          </a:ln>
          <a:effectLst>
            <a:outerShdw blurRad="355600" dist="190500" dir="5400000" sx="101000" sy="101000" algn="ctr" rotWithShape="0">
              <a:srgbClr val="000000">
                <a:alpha val="27000"/>
              </a:srgb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lvl="0" defTabSz="932472" fontAlgn="base">
              <a:spcBef>
                <a:spcPct val="0"/>
              </a:spcBef>
              <a:spcAft>
                <a:spcPct val="0"/>
              </a:spcAft>
            </a:pPr>
            <a:endParaRPr lang="en-US" sz="2000">
              <a:solidFill>
                <a:srgbClr val="FFFFFF"/>
              </a:solidFill>
              <a:cs typeface="Segoe UI" pitchFamily="34" charset="0"/>
            </a:endParaRPr>
          </a:p>
        </p:txBody>
      </p:sp>
    </p:spTree>
    <p:extLst>
      <p:ext uri="{BB962C8B-B14F-4D97-AF65-F5344CB8AC3E}">
        <p14:creationId xmlns:p14="http://schemas.microsoft.com/office/powerpoint/2010/main" val="3983662292"/>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userDrawn="1">
          <p15:clr>
            <a:srgbClr val="FBAE40"/>
          </p15:clr>
        </p15:guide>
        <p15:guide id="2" pos="6135" userDrawn="1">
          <p15:clr>
            <a:srgbClr val="5ACBF0"/>
          </p15:clr>
        </p15:guide>
        <p15:guide id="3" orient="horz" pos="1910" userDrawn="1">
          <p15:clr>
            <a:srgbClr val="5ACBF0"/>
          </p15:clr>
        </p15:guide>
        <p15:guide id="4" orient="horz" pos="2505" userDrawn="1">
          <p15:clr>
            <a:srgbClr val="5ACBF0"/>
          </p15:clr>
        </p15:guide>
      </p15:sldGuideLst>
    </p:ext>
  </p:extLst>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Quote ocean">
    <p:bg>
      <p:bgPr>
        <a:solidFill>
          <a:schemeClr val="accent3"/>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236787" y="1030655"/>
            <a:ext cx="9371013" cy="2946033"/>
          </a:xfrm>
          <a:noFill/>
        </p:spPr>
        <p:txBody>
          <a:bodyPr wrap="square" lIns="0" tIns="0" rIns="0" bIns="0" anchor="b" anchorCtr="0">
            <a:norm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UI" pitchFamily="34" charset="0"/>
              </a:defRPr>
            </a:lvl1pPr>
          </a:lstStyle>
          <a:p>
            <a:r>
              <a:rPr lang="en-US" dirty="0"/>
              <a:t>Quote text</a:t>
            </a:r>
          </a:p>
        </p:txBody>
      </p:sp>
      <p:sp>
        <p:nvSpPr>
          <p:cNvPr id="5" name="Text Placeholder 4"/>
          <p:cNvSpPr>
            <a:spLocks noGrp="1"/>
          </p:cNvSpPr>
          <p:nvPr>
            <p:ph type="body" sz="quarter" idx="12" hasCustomPrompt="1"/>
          </p:nvPr>
        </p:nvSpPr>
        <p:spPr>
          <a:xfrm>
            <a:off x="2236787" y="4422186"/>
            <a:ext cx="9371013" cy="338554"/>
          </a:xfrm>
          <a:noFill/>
        </p:spPr>
        <p:txBody>
          <a:bodyPr wrap="square" lIns="0" tIns="0" rIns="0" bIns="0">
            <a:spAutoFit/>
          </a:bodyPr>
          <a:lstStyle>
            <a:lvl1pPr marL="0" indent="0">
              <a:spcBef>
                <a:spcPts val="0"/>
              </a:spcBef>
              <a:spcAft>
                <a:spcPts val="0"/>
              </a:spcAft>
              <a:buFont typeface="Arial" panose="020B0604020202020204" pitchFamily="34" charset="0"/>
              <a:buNone/>
              <a:defRPr sz="2200" spc="0" baseline="0">
                <a:solidFill>
                  <a:schemeClr val="tx1"/>
                </a:solidFill>
                <a:latin typeface="+mn-lt"/>
              </a:defRPr>
            </a:lvl1pPr>
          </a:lstStyle>
          <a:p>
            <a:pPr lvl="0"/>
            <a:r>
              <a:rPr lang="en-US" dirty="0"/>
              <a:t>Name</a:t>
            </a:r>
          </a:p>
        </p:txBody>
      </p:sp>
      <p:sp>
        <p:nvSpPr>
          <p:cNvPr id="4" name="Text Placeholder 4">
            <a:extLst>
              <a:ext uri="{FF2B5EF4-FFF2-40B4-BE49-F238E27FC236}">
                <a16:creationId xmlns:a16="http://schemas.microsoft.com/office/drawing/2014/main" id="{E442750B-A7AB-42A9-A8AF-218016DC73F6}"/>
              </a:ext>
            </a:extLst>
          </p:cNvPr>
          <p:cNvSpPr>
            <a:spLocks noGrp="1"/>
          </p:cNvSpPr>
          <p:nvPr>
            <p:ph type="body" sz="quarter" idx="13" hasCustomPrompt="1"/>
          </p:nvPr>
        </p:nvSpPr>
        <p:spPr>
          <a:xfrm>
            <a:off x="2236787" y="4828586"/>
            <a:ext cx="9371013" cy="338554"/>
          </a:xfrm>
          <a:noFill/>
        </p:spPr>
        <p:txBody>
          <a:bodyPr wrap="square" lIns="0" tIns="0" rIns="0" bIns="0">
            <a:spAutoFit/>
          </a:bodyPr>
          <a:lstStyle>
            <a:lvl1pPr marL="0" indent="0">
              <a:spcBef>
                <a:spcPts val="0"/>
              </a:spcBef>
              <a:spcAft>
                <a:spcPts val="0"/>
              </a:spcAft>
              <a:buFont typeface="Arial" panose="020B0604020202020204" pitchFamily="34" charset="0"/>
              <a:buNone/>
              <a:defRPr sz="2200" spc="0" baseline="0">
                <a:solidFill>
                  <a:schemeClr val="tx1"/>
                </a:solidFill>
                <a:latin typeface="+mn-lt"/>
              </a:defRPr>
            </a:lvl1pPr>
          </a:lstStyle>
          <a:p>
            <a:pPr lvl="0"/>
            <a:r>
              <a:rPr lang="en-US" dirty="0"/>
              <a:t>Company or position</a:t>
            </a:r>
          </a:p>
        </p:txBody>
      </p:sp>
      <p:pic>
        <p:nvPicPr>
          <p:cNvPr id="6" name="Picture 5">
            <a:extLst>
              <a:ext uri="{FF2B5EF4-FFF2-40B4-BE49-F238E27FC236}">
                <a16:creationId xmlns:a16="http://schemas.microsoft.com/office/drawing/2014/main" id="{E48B7899-CB4D-47CD-A953-8FAD549121F1}"/>
              </a:ext>
            </a:extLst>
          </p:cNvPr>
          <p:cNvPicPr>
            <a:picLocks noChangeAspect="1"/>
          </p:cNvPicPr>
          <p:nvPr userDrawn="1"/>
        </p:nvPicPr>
        <p:blipFill>
          <a:blip r:embed="rId2"/>
          <a:stretch>
            <a:fillRect/>
          </a:stretch>
        </p:blipFill>
        <p:spPr bwMode="black">
          <a:xfrm>
            <a:off x="549201" y="1033463"/>
            <a:ext cx="1555824" cy="1392940"/>
          </a:xfrm>
          <a:prstGeom prst="rect">
            <a:avLst/>
          </a:prstGeom>
        </p:spPr>
      </p:pic>
    </p:spTree>
    <p:extLst>
      <p:ext uri="{BB962C8B-B14F-4D97-AF65-F5344CB8AC3E}">
        <p14:creationId xmlns:p14="http://schemas.microsoft.com/office/powerpoint/2010/main" val="3809554101"/>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userDrawn="1">
          <p15:clr>
            <a:srgbClr val="FBAE40"/>
          </p15:clr>
        </p15:guide>
        <p15:guide id="2" pos="6135" userDrawn="1">
          <p15:clr>
            <a:srgbClr val="5ACBF0"/>
          </p15:clr>
        </p15:guide>
        <p15:guide id="3" orient="horz" pos="1910" userDrawn="1">
          <p15:clr>
            <a:srgbClr val="5ACBF0"/>
          </p15:clr>
        </p15:guide>
        <p15:guide id="4" orient="horz" pos="2505" userDrawn="1">
          <p15:clr>
            <a:srgbClr val="5ACBF0"/>
          </p15:clr>
        </p15:guide>
      </p15:sldGuideLst>
    </p:ext>
  </p:extLst>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Quote violet">
    <p:bg>
      <p:bgPr>
        <a:solidFill>
          <a:schemeClr val="accent2"/>
        </a:solidFill>
        <a:effectLst/>
      </p:bgPr>
    </p:bg>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66B4EC0E-1A04-488E-9DE2-3E485E0F7BD5}"/>
              </a:ext>
            </a:extLst>
          </p:cNvPr>
          <p:cNvSpPr>
            <a:spLocks noGrp="1"/>
          </p:cNvSpPr>
          <p:nvPr>
            <p:ph type="title" hasCustomPrompt="1"/>
          </p:nvPr>
        </p:nvSpPr>
        <p:spPr>
          <a:xfrm>
            <a:off x="2236787" y="1030655"/>
            <a:ext cx="9371013" cy="2946033"/>
          </a:xfrm>
          <a:noFill/>
        </p:spPr>
        <p:txBody>
          <a:bodyPr wrap="square" lIns="0" tIns="0" rIns="0" bIns="0" anchor="b" anchorCtr="0">
            <a:norm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UI" pitchFamily="34" charset="0"/>
              </a:defRPr>
            </a:lvl1pPr>
          </a:lstStyle>
          <a:p>
            <a:r>
              <a:rPr lang="en-US" dirty="0"/>
              <a:t>Quote text</a:t>
            </a:r>
          </a:p>
        </p:txBody>
      </p:sp>
      <p:sp>
        <p:nvSpPr>
          <p:cNvPr id="9" name="Text Placeholder 4">
            <a:extLst>
              <a:ext uri="{FF2B5EF4-FFF2-40B4-BE49-F238E27FC236}">
                <a16:creationId xmlns:a16="http://schemas.microsoft.com/office/drawing/2014/main" id="{FCC19D23-D1E4-4510-8049-F818AF4AC73B}"/>
              </a:ext>
            </a:extLst>
          </p:cNvPr>
          <p:cNvSpPr>
            <a:spLocks noGrp="1"/>
          </p:cNvSpPr>
          <p:nvPr>
            <p:ph type="body" sz="quarter" idx="12" hasCustomPrompt="1"/>
          </p:nvPr>
        </p:nvSpPr>
        <p:spPr>
          <a:xfrm>
            <a:off x="2236787" y="4422186"/>
            <a:ext cx="9371013" cy="338554"/>
          </a:xfrm>
          <a:noFill/>
        </p:spPr>
        <p:txBody>
          <a:bodyPr wrap="square" lIns="0" tIns="0" rIns="0" bIns="0">
            <a:spAutoFit/>
          </a:bodyPr>
          <a:lstStyle>
            <a:lvl1pPr marL="0" indent="0">
              <a:spcBef>
                <a:spcPts val="0"/>
              </a:spcBef>
              <a:spcAft>
                <a:spcPts val="0"/>
              </a:spcAft>
              <a:buFont typeface="Arial" panose="020B0604020202020204" pitchFamily="34" charset="0"/>
              <a:buNone/>
              <a:defRPr sz="2200" spc="0" baseline="0">
                <a:solidFill>
                  <a:schemeClr val="tx1"/>
                </a:solidFill>
                <a:latin typeface="+mn-lt"/>
              </a:defRPr>
            </a:lvl1pPr>
          </a:lstStyle>
          <a:p>
            <a:pPr lvl="0"/>
            <a:r>
              <a:rPr lang="en-US" dirty="0"/>
              <a:t>Name</a:t>
            </a:r>
          </a:p>
        </p:txBody>
      </p:sp>
      <p:sp>
        <p:nvSpPr>
          <p:cNvPr id="10" name="Text Placeholder 4">
            <a:extLst>
              <a:ext uri="{FF2B5EF4-FFF2-40B4-BE49-F238E27FC236}">
                <a16:creationId xmlns:a16="http://schemas.microsoft.com/office/drawing/2014/main" id="{9C33B5F3-01CE-4749-9431-1FBF746009EB}"/>
              </a:ext>
            </a:extLst>
          </p:cNvPr>
          <p:cNvSpPr>
            <a:spLocks noGrp="1"/>
          </p:cNvSpPr>
          <p:nvPr>
            <p:ph type="body" sz="quarter" idx="13" hasCustomPrompt="1"/>
          </p:nvPr>
        </p:nvSpPr>
        <p:spPr>
          <a:xfrm>
            <a:off x="2236787" y="4828586"/>
            <a:ext cx="9371013" cy="338554"/>
          </a:xfrm>
          <a:noFill/>
        </p:spPr>
        <p:txBody>
          <a:bodyPr wrap="square" lIns="0" tIns="0" rIns="0" bIns="0">
            <a:spAutoFit/>
          </a:bodyPr>
          <a:lstStyle>
            <a:lvl1pPr marL="0" indent="0">
              <a:spcBef>
                <a:spcPts val="0"/>
              </a:spcBef>
              <a:spcAft>
                <a:spcPts val="0"/>
              </a:spcAft>
              <a:buFont typeface="Arial" panose="020B0604020202020204" pitchFamily="34" charset="0"/>
              <a:buNone/>
              <a:defRPr sz="2200" spc="0" baseline="0">
                <a:solidFill>
                  <a:schemeClr val="tx1"/>
                </a:solidFill>
                <a:latin typeface="+mn-lt"/>
              </a:defRPr>
            </a:lvl1pPr>
          </a:lstStyle>
          <a:p>
            <a:pPr lvl="0"/>
            <a:r>
              <a:rPr lang="en-US" dirty="0"/>
              <a:t>Company or position</a:t>
            </a:r>
          </a:p>
        </p:txBody>
      </p:sp>
      <p:pic>
        <p:nvPicPr>
          <p:cNvPr id="6" name="Picture 5">
            <a:extLst>
              <a:ext uri="{FF2B5EF4-FFF2-40B4-BE49-F238E27FC236}">
                <a16:creationId xmlns:a16="http://schemas.microsoft.com/office/drawing/2014/main" id="{350AB3FA-3405-4169-9479-480C4E8FE5D9}"/>
              </a:ext>
            </a:extLst>
          </p:cNvPr>
          <p:cNvPicPr>
            <a:picLocks noChangeAspect="1"/>
          </p:cNvPicPr>
          <p:nvPr userDrawn="1"/>
        </p:nvPicPr>
        <p:blipFill>
          <a:blip r:embed="rId2"/>
          <a:stretch>
            <a:fillRect/>
          </a:stretch>
        </p:blipFill>
        <p:spPr bwMode="black">
          <a:xfrm>
            <a:off x="549201" y="1033463"/>
            <a:ext cx="1555824" cy="1392940"/>
          </a:xfrm>
          <a:prstGeom prst="rect">
            <a:avLst/>
          </a:prstGeom>
        </p:spPr>
      </p:pic>
    </p:spTree>
    <p:extLst>
      <p:ext uri="{BB962C8B-B14F-4D97-AF65-F5344CB8AC3E}">
        <p14:creationId xmlns:p14="http://schemas.microsoft.com/office/powerpoint/2010/main" val="1586877803"/>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userDrawn="1">
          <p15:clr>
            <a:srgbClr val="FBAE40"/>
          </p15:clr>
        </p15:guide>
        <p15:guide id="2" pos="6135" userDrawn="1">
          <p15:clr>
            <a:srgbClr val="5ACBF0"/>
          </p15:clr>
        </p15:guide>
        <p15:guide id="3" orient="horz" pos="1910" userDrawn="1">
          <p15:clr>
            <a:srgbClr val="5ACBF0"/>
          </p15:clr>
        </p15:guide>
        <p15:guide id="4" orient="horz" pos="2505" userDrawn="1">
          <p15:clr>
            <a:srgbClr val="5ACBF0"/>
          </p15:clr>
        </p15:guide>
      </p15:sldGuideLst>
    </p:ext>
  </p:extLst>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Alternate quote">
    <p:bg>
      <p:bgPr>
        <a:solidFill>
          <a:srgbClr val="EAE4DC"/>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35E78741-2E92-4352-847E-7E79AA3BEDE7}"/>
              </a:ext>
            </a:extLst>
          </p:cNvPr>
          <p:cNvSpPr/>
          <p:nvPr userDrawn="1"/>
        </p:nvSpPr>
        <p:spPr bwMode="auto">
          <a:xfrm>
            <a:off x="0" y="0"/>
            <a:ext cx="4064000" cy="6858000"/>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solidFill>
                <a:srgbClr val="FFFFFF"/>
              </a:solidFill>
              <a:ea typeface="Segoe UI" pitchFamily="34" charset="0"/>
              <a:cs typeface="Segoe UI" pitchFamily="34" charset="0"/>
            </a:endParaRPr>
          </a:p>
        </p:txBody>
      </p:sp>
      <p:sp>
        <p:nvSpPr>
          <p:cNvPr id="10" name="Rectangle 9">
            <a:extLst>
              <a:ext uri="{FF2B5EF4-FFF2-40B4-BE49-F238E27FC236}">
                <a16:creationId xmlns:a16="http://schemas.microsoft.com/office/drawing/2014/main" id="{40156270-9C86-4171-BEB2-C0F0D7A6B76A}"/>
              </a:ext>
            </a:extLst>
          </p:cNvPr>
          <p:cNvSpPr/>
          <p:nvPr userDrawn="1"/>
        </p:nvSpPr>
        <p:spPr bwMode="auto">
          <a:xfrm>
            <a:off x="1066800" y="1623526"/>
            <a:ext cx="10540999" cy="4217537"/>
          </a:xfrm>
          <a:prstGeom prst="rect">
            <a:avLst/>
          </a:prstGeom>
          <a:solidFill>
            <a:schemeClr val="bg1"/>
          </a:solidFill>
          <a:ln>
            <a:noFill/>
            <a:headEnd type="none" w="med" len="med"/>
            <a:tailEnd type="none" w="med" len="med"/>
          </a:ln>
          <a:effectLst>
            <a:outerShdw blurRad="355600" dist="190500" dir="5400000" sx="101000" sy="101000" algn="ctr" rotWithShape="0">
              <a:srgbClr val="000000">
                <a:alpha val="11000"/>
              </a:srgb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solidFill>
                <a:srgbClr val="FFFFFF"/>
              </a:solidFill>
              <a:ea typeface="Segoe UI" pitchFamily="34" charset="0"/>
              <a:cs typeface="Segoe UI" pitchFamily="34" charset="0"/>
            </a:endParaRPr>
          </a:p>
        </p:txBody>
      </p:sp>
      <p:sp>
        <p:nvSpPr>
          <p:cNvPr id="2" name="Title 1"/>
          <p:cNvSpPr>
            <a:spLocks noGrp="1"/>
          </p:cNvSpPr>
          <p:nvPr>
            <p:ph type="title" hasCustomPrompt="1"/>
          </p:nvPr>
        </p:nvSpPr>
        <p:spPr>
          <a:xfrm>
            <a:off x="1066801" y="2191554"/>
            <a:ext cx="10058399" cy="2195395"/>
          </a:xfrm>
          <a:noFill/>
        </p:spPr>
        <p:txBody>
          <a:bodyPr wrap="square" lIns="457200" tIns="0" rIns="182880" bIns="0" anchor="b" anchorCtr="0">
            <a:normAutofit/>
          </a:bodyPr>
          <a:lstStyle>
            <a:lvl1pPr algn="l" defTabSz="932742" rtl="0" eaLnBrk="1" latinLnBrk="0" hangingPunct="1">
              <a:lnSpc>
                <a:spcPct val="90000"/>
              </a:lnSpc>
              <a:spcBef>
                <a:spcPct val="0"/>
              </a:spcBef>
              <a:buNone/>
              <a:defRPr lang="en-US" sz="2800" b="0" kern="1200" cap="none" spc="-50" baseline="0" dirty="0">
                <a:ln w="3175">
                  <a:noFill/>
                </a:ln>
                <a:solidFill>
                  <a:schemeClr val="tx1"/>
                </a:solidFill>
                <a:effectLst/>
                <a:latin typeface="+mj-lt"/>
                <a:ea typeface="+mn-ea"/>
                <a:cs typeface="Segoe UI" pitchFamily="34" charset="0"/>
              </a:defRPr>
            </a:lvl1pPr>
          </a:lstStyle>
          <a:p>
            <a:r>
              <a:rPr lang="en-US" dirty="0"/>
              <a:t>Quote text</a:t>
            </a:r>
          </a:p>
        </p:txBody>
      </p:sp>
      <p:sp>
        <p:nvSpPr>
          <p:cNvPr id="5" name="Text Placeholder 4"/>
          <p:cNvSpPr>
            <a:spLocks noGrp="1"/>
          </p:cNvSpPr>
          <p:nvPr>
            <p:ph type="body" sz="quarter" idx="12" hasCustomPrompt="1"/>
          </p:nvPr>
        </p:nvSpPr>
        <p:spPr>
          <a:xfrm>
            <a:off x="1066801" y="4705389"/>
            <a:ext cx="10056883" cy="338554"/>
          </a:xfrm>
          <a:noFill/>
        </p:spPr>
        <p:txBody>
          <a:bodyPr wrap="square" lIns="457200" tIns="0" rIns="182880" bIns="0">
            <a:spAutoFit/>
          </a:bodyPr>
          <a:lstStyle>
            <a:lvl1pPr marL="0" indent="0">
              <a:spcBef>
                <a:spcPts val="0"/>
              </a:spcBef>
              <a:spcAft>
                <a:spcPts val="0"/>
              </a:spcAft>
              <a:buFont typeface="Arial" panose="020B0604020202020204" pitchFamily="34" charset="0"/>
              <a:buNone/>
              <a:defRPr sz="2200" spc="0" baseline="0">
                <a:solidFill>
                  <a:schemeClr val="tx1"/>
                </a:solidFill>
                <a:latin typeface="+mn-lt"/>
              </a:defRPr>
            </a:lvl1pPr>
          </a:lstStyle>
          <a:p>
            <a:pPr lvl="0"/>
            <a:r>
              <a:rPr lang="en-US" dirty="0"/>
              <a:t>Name</a:t>
            </a:r>
          </a:p>
        </p:txBody>
      </p:sp>
      <p:sp>
        <p:nvSpPr>
          <p:cNvPr id="4" name="Text Placeholder 4">
            <a:extLst>
              <a:ext uri="{FF2B5EF4-FFF2-40B4-BE49-F238E27FC236}">
                <a16:creationId xmlns:a16="http://schemas.microsoft.com/office/drawing/2014/main" id="{E442750B-A7AB-42A9-A8AF-218016DC73F6}"/>
              </a:ext>
            </a:extLst>
          </p:cNvPr>
          <p:cNvSpPr>
            <a:spLocks noGrp="1"/>
          </p:cNvSpPr>
          <p:nvPr>
            <p:ph type="body" sz="quarter" idx="13" hasCustomPrompt="1"/>
          </p:nvPr>
        </p:nvSpPr>
        <p:spPr>
          <a:xfrm>
            <a:off x="1066801" y="5111789"/>
            <a:ext cx="10056882" cy="338554"/>
          </a:xfrm>
          <a:noFill/>
        </p:spPr>
        <p:txBody>
          <a:bodyPr wrap="square" lIns="457200" tIns="0" rIns="182880" bIns="0">
            <a:spAutoFit/>
          </a:bodyPr>
          <a:lstStyle>
            <a:lvl1pPr marL="0" indent="0">
              <a:spcBef>
                <a:spcPts val="0"/>
              </a:spcBef>
              <a:spcAft>
                <a:spcPts val="0"/>
              </a:spcAft>
              <a:buFont typeface="Arial" panose="020B0604020202020204" pitchFamily="34" charset="0"/>
              <a:buNone/>
              <a:defRPr sz="2200" spc="0" baseline="0">
                <a:solidFill>
                  <a:schemeClr val="tx1"/>
                </a:solidFill>
                <a:latin typeface="+mn-lt"/>
              </a:defRPr>
            </a:lvl1pPr>
          </a:lstStyle>
          <a:p>
            <a:pPr lvl="0"/>
            <a:r>
              <a:rPr lang="en-US" dirty="0"/>
              <a:t>Company or position</a:t>
            </a:r>
          </a:p>
        </p:txBody>
      </p:sp>
      <p:sp>
        <p:nvSpPr>
          <p:cNvPr id="12" name="Rectangle 11">
            <a:extLst>
              <a:ext uri="{FF2B5EF4-FFF2-40B4-BE49-F238E27FC236}">
                <a16:creationId xmlns:a16="http://schemas.microsoft.com/office/drawing/2014/main" id="{B5CAA7F6-8C5E-4C0C-9380-3938313CCE9B}"/>
              </a:ext>
            </a:extLst>
          </p:cNvPr>
          <p:cNvSpPr/>
          <p:nvPr userDrawn="1"/>
        </p:nvSpPr>
        <p:spPr bwMode="auto">
          <a:xfrm>
            <a:off x="584200" y="866944"/>
            <a:ext cx="1460500" cy="1463040"/>
          </a:xfrm>
          <a:prstGeom prst="rect">
            <a:avLst/>
          </a:prstGeom>
          <a:gradFill>
            <a:gsLst>
              <a:gs pos="1000">
                <a:srgbClr val="50E6FF">
                  <a:alpha val="90000"/>
                </a:srgbClr>
              </a:gs>
              <a:gs pos="100000">
                <a:srgbClr val="D59DFF">
                  <a:alpha val="90000"/>
                </a:srgbClr>
              </a:gs>
            </a:gsLst>
            <a:lin ang="2400000" scaled="0"/>
          </a:gradFill>
          <a:ln>
            <a:noFill/>
            <a:headEnd type="none" w="med" len="med"/>
            <a:tailEnd type="none" w="med" len="med"/>
          </a:ln>
          <a:effectLst>
            <a:outerShdw blurRad="355600" dist="190500" dir="5400000" sx="101000" sy="101000" algn="ctr" rotWithShape="0">
              <a:srgbClr val="000000">
                <a:alpha val="27000"/>
              </a:srgb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lvl="0" defTabSz="932472" fontAlgn="base">
              <a:spcBef>
                <a:spcPct val="0"/>
              </a:spcBef>
              <a:spcAft>
                <a:spcPct val="0"/>
              </a:spcAft>
            </a:pPr>
            <a:endParaRPr lang="en-US" sz="2000" dirty="0" err="1">
              <a:solidFill>
                <a:srgbClr val="FFFFFF"/>
              </a:solidFill>
              <a:ea typeface="Segoe UI" pitchFamily="34" charset="0"/>
              <a:cs typeface="Segoe UI" pitchFamily="34" charset="0"/>
            </a:endParaRPr>
          </a:p>
        </p:txBody>
      </p:sp>
      <p:pic>
        <p:nvPicPr>
          <p:cNvPr id="14" name="Picture 13">
            <a:extLst>
              <a:ext uri="{FF2B5EF4-FFF2-40B4-BE49-F238E27FC236}">
                <a16:creationId xmlns:a16="http://schemas.microsoft.com/office/drawing/2014/main" id="{0D984DC6-2262-41BA-8742-20A3565F58FA}"/>
              </a:ext>
            </a:extLst>
          </p:cNvPr>
          <p:cNvPicPr>
            <a:picLocks noChangeAspect="1"/>
          </p:cNvPicPr>
          <p:nvPr userDrawn="1"/>
        </p:nvPicPr>
        <p:blipFill>
          <a:blip r:embed="rId2"/>
          <a:stretch>
            <a:fillRect/>
          </a:stretch>
        </p:blipFill>
        <p:spPr>
          <a:xfrm>
            <a:off x="862537" y="1222206"/>
            <a:ext cx="1079086" cy="969348"/>
          </a:xfrm>
          <a:prstGeom prst="rect">
            <a:avLst/>
          </a:prstGeom>
        </p:spPr>
      </p:pic>
    </p:spTree>
    <p:extLst>
      <p:ext uri="{BB962C8B-B14F-4D97-AF65-F5344CB8AC3E}">
        <p14:creationId xmlns:p14="http://schemas.microsoft.com/office/powerpoint/2010/main" val="2983191568"/>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userDrawn="1">
          <p15:clr>
            <a:srgbClr val="FBAE40"/>
          </p15:clr>
        </p15:guide>
        <p15:guide id="2" pos="6135" userDrawn="1">
          <p15:clr>
            <a:srgbClr val="5ACBF0"/>
          </p15:clr>
        </p15:guide>
        <p15:guide id="3" orient="horz" pos="1910" userDrawn="1">
          <p15:clr>
            <a:srgbClr val="5ACBF0"/>
          </p15:clr>
        </p15:guide>
        <p15:guide id="4" orient="horz" pos="2505" userDrawn="1">
          <p15:clr>
            <a:srgbClr val="5ACBF0"/>
          </p15:clr>
        </p15:guide>
      </p15:sldGuideLst>
    </p:ext>
  </p:extLst>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Demo slide blue">
    <p:bg>
      <p:bgPr>
        <a:solidFill>
          <a:schemeClr val="bg2"/>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3223"/>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UI" pitchFamily="34" charset="0"/>
              </a:defRPr>
            </a:lvl1pPr>
          </a:lstStyle>
          <a:p>
            <a:r>
              <a:rPr lang="en-US" dirty="0"/>
              <a:t>Demo title</a:t>
            </a:r>
          </a:p>
        </p:txBody>
      </p:sp>
      <p:sp>
        <p:nvSpPr>
          <p:cNvPr id="5" name="Text Placeholder 4"/>
          <p:cNvSpPr>
            <a:spLocks noGrp="1"/>
          </p:cNvSpPr>
          <p:nvPr>
            <p:ph type="body" sz="quarter" idx="12" hasCustomPrompt="1"/>
          </p:nvPr>
        </p:nvSpPr>
        <p:spPr>
          <a:xfrm>
            <a:off x="585216" y="3977319"/>
            <a:ext cx="9144000" cy="338554"/>
          </a:xfrm>
          <a:noFill/>
        </p:spPr>
        <p:txBody>
          <a:bodyPr lIns="0" tIns="0" rIns="0" bIns="0">
            <a:spAutoFit/>
          </a:bodyPr>
          <a:lstStyle>
            <a:lvl1pPr marL="0" indent="0">
              <a:spcBef>
                <a:spcPts val="0"/>
              </a:spcBef>
              <a:spcAft>
                <a:spcPts val="0"/>
              </a:spcAft>
              <a:buFont typeface="Arial" panose="020B0604020202020204" pitchFamily="34" charset="0"/>
              <a:buNone/>
              <a:defRPr sz="2200" spc="0" baseline="0">
                <a:solidFill>
                  <a:schemeClr val="tx1"/>
                </a:solidFill>
                <a:latin typeface="+mn-lt"/>
              </a:defRPr>
            </a:lvl1pPr>
          </a:lstStyle>
          <a:p>
            <a:pPr lvl="0"/>
            <a:r>
              <a:rPr lang="en-US" dirty="0"/>
              <a:t>Speaker name</a:t>
            </a:r>
          </a:p>
        </p:txBody>
      </p:sp>
    </p:spTree>
    <p:extLst>
      <p:ext uri="{BB962C8B-B14F-4D97-AF65-F5344CB8AC3E}">
        <p14:creationId xmlns:p14="http://schemas.microsoft.com/office/powerpoint/2010/main" val="3897602530"/>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userDrawn="1">
          <p15:clr>
            <a:srgbClr val="FBAE40"/>
          </p15:clr>
        </p15:guide>
        <p15:guide id="2" pos="6135" userDrawn="1">
          <p15:clr>
            <a:srgbClr val="5ACBF0"/>
          </p15:clr>
        </p15:guide>
        <p15:guide id="3" orient="horz" pos="1910" userDrawn="1">
          <p15:clr>
            <a:srgbClr val="5ACBF0"/>
          </p15:clr>
        </p15:guide>
        <p15:guide id="4" orient="horz" pos="2505" userDrawn="1">
          <p15:clr>
            <a:srgbClr val="5ACBF0"/>
          </p15:clr>
        </p15:guide>
      </p15:sldGuideLst>
    </p:ext>
  </p:extLst>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Demo slide ocean">
    <p:bg>
      <p:bgPr>
        <a:solidFill>
          <a:schemeClr val="accent3"/>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3223"/>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UI" pitchFamily="34" charset="0"/>
              </a:defRPr>
            </a:lvl1pPr>
          </a:lstStyle>
          <a:p>
            <a:r>
              <a:rPr lang="en-US" dirty="0"/>
              <a:t>Demo title</a:t>
            </a:r>
          </a:p>
        </p:txBody>
      </p:sp>
      <p:sp>
        <p:nvSpPr>
          <p:cNvPr id="5" name="Text Placeholder 4"/>
          <p:cNvSpPr>
            <a:spLocks noGrp="1"/>
          </p:cNvSpPr>
          <p:nvPr>
            <p:ph type="body" sz="quarter" idx="12" hasCustomPrompt="1"/>
          </p:nvPr>
        </p:nvSpPr>
        <p:spPr>
          <a:xfrm>
            <a:off x="585216" y="3977319"/>
            <a:ext cx="9144000" cy="338554"/>
          </a:xfrm>
          <a:noFill/>
        </p:spPr>
        <p:txBody>
          <a:bodyPr lIns="0" tIns="0" rIns="0" bIns="0">
            <a:spAutoFit/>
          </a:bodyPr>
          <a:lstStyle>
            <a:lvl1pPr marL="0" indent="0">
              <a:spcBef>
                <a:spcPts val="0"/>
              </a:spcBef>
              <a:spcAft>
                <a:spcPts val="0"/>
              </a:spcAft>
              <a:buFont typeface="Arial" panose="020B0604020202020204" pitchFamily="34" charset="0"/>
              <a:buNone/>
              <a:defRPr sz="2200" spc="0" baseline="0">
                <a:solidFill>
                  <a:schemeClr val="tx1"/>
                </a:solidFill>
                <a:latin typeface="+mn-lt"/>
              </a:defRPr>
            </a:lvl1pPr>
          </a:lstStyle>
          <a:p>
            <a:pPr lvl="0"/>
            <a:r>
              <a:rPr lang="en-US" dirty="0"/>
              <a:t>Speaker name</a:t>
            </a:r>
          </a:p>
        </p:txBody>
      </p:sp>
    </p:spTree>
    <p:extLst>
      <p:ext uri="{BB962C8B-B14F-4D97-AF65-F5344CB8AC3E}">
        <p14:creationId xmlns:p14="http://schemas.microsoft.com/office/powerpoint/2010/main" val="774405555"/>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p15:clr>
            <a:srgbClr val="5ACBF0"/>
          </p15:clr>
        </p15:guide>
        <p15:guide id="3" orient="horz" pos="1910">
          <p15:clr>
            <a:srgbClr val="5ACBF0"/>
          </p15:clr>
        </p15:guide>
        <p15:guide id="4" orient="horz" pos="2505">
          <p15:clr>
            <a:srgbClr val="5ACBF0"/>
          </p15:clr>
        </p15:guide>
      </p15:sldGuideLst>
    </p:ext>
  </p:extLst>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Demo slide violet">
    <p:bg>
      <p:bgPr>
        <a:solidFill>
          <a:schemeClr val="accent2"/>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3223"/>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UI" pitchFamily="34" charset="0"/>
              </a:defRPr>
            </a:lvl1pPr>
          </a:lstStyle>
          <a:p>
            <a:r>
              <a:rPr lang="en-US" dirty="0"/>
              <a:t>Demo title</a:t>
            </a:r>
          </a:p>
        </p:txBody>
      </p:sp>
      <p:sp>
        <p:nvSpPr>
          <p:cNvPr id="5" name="Text Placeholder 4"/>
          <p:cNvSpPr>
            <a:spLocks noGrp="1"/>
          </p:cNvSpPr>
          <p:nvPr>
            <p:ph type="body" sz="quarter" idx="12" hasCustomPrompt="1"/>
          </p:nvPr>
        </p:nvSpPr>
        <p:spPr>
          <a:xfrm>
            <a:off x="585216" y="3977319"/>
            <a:ext cx="9144000" cy="338554"/>
          </a:xfrm>
          <a:noFill/>
        </p:spPr>
        <p:txBody>
          <a:bodyPr lIns="0" tIns="0" rIns="0" bIns="0">
            <a:spAutoFit/>
          </a:bodyPr>
          <a:lstStyle>
            <a:lvl1pPr marL="0" indent="0">
              <a:spcBef>
                <a:spcPts val="0"/>
              </a:spcBef>
              <a:spcAft>
                <a:spcPts val="0"/>
              </a:spcAft>
              <a:buFont typeface="Arial" panose="020B0604020202020204" pitchFamily="34" charset="0"/>
              <a:buNone/>
              <a:defRPr sz="2200" spc="0" baseline="0">
                <a:solidFill>
                  <a:schemeClr val="tx1"/>
                </a:solidFill>
                <a:latin typeface="+mn-lt"/>
              </a:defRPr>
            </a:lvl1pPr>
          </a:lstStyle>
          <a:p>
            <a:pPr lvl="0"/>
            <a:r>
              <a:rPr lang="en-US" dirty="0"/>
              <a:t>Speaker name</a:t>
            </a:r>
          </a:p>
        </p:txBody>
      </p:sp>
    </p:spTree>
    <p:extLst>
      <p:ext uri="{BB962C8B-B14F-4D97-AF65-F5344CB8AC3E}">
        <p14:creationId xmlns:p14="http://schemas.microsoft.com/office/powerpoint/2010/main" val="2572250010"/>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userDrawn="1">
          <p15:clr>
            <a:srgbClr val="FBAE40"/>
          </p15:clr>
        </p15:guide>
        <p15:guide id="2" pos="6135" userDrawn="1">
          <p15:clr>
            <a:srgbClr val="5ACBF0"/>
          </p15:clr>
        </p15:guide>
        <p15:guide id="3" orient="horz" pos="1910" userDrawn="1">
          <p15:clr>
            <a:srgbClr val="5ACBF0"/>
          </p15:clr>
        </p15:guide>
        <p15:guide id="4" orient="horz" pos="2505" userDrawn="1">
          <p15:clr>
            <a:srgbClr val="5ACBF0"/>
          </p15:clr>
        </p15:guide>
      </p15:sldGuideLst>
    </p:ext>
  </p:extLst>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Section Title gradient 1">
    <p:bg>
      <p:bgPr>
        <a:gradFill>
          <a:gsLst>
            <a:gs pos="1000">
              <a:srgbClr val="50E6FF"/>
            </a:gs>
            <a:gs pos="99000">
              <a:schemeClr val="accent3"/>
            </a:gs>
          </a:gsLst>
          <a:lin ang="2400000" scaled="0"/>
        </a:gra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5808"/>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UI" pitchFamily="34" charset="0"/>
              </a:defRPr>
            </a:lvl1pPr>
          </a:lstStyle>
          <a:p>
            <a:r>
              <a:rPr lang="en-US" dirty="0"/>
              <a:t>Section title</a:t>
            </a:r>
          </a:p>
        </p:txBody>
      </p:sp>
    </p:spTree>
    <p:extLst>
      <p:ext uri="{BB962C8B-B14F-4D97-AF65-F5344CB8AC3E}">
        <p14:creationId xmlns:p14="http://schemas.microsoft.com/office/powerpoint/2010/main" val="350985706"/>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userDrawn="1">
          <p15:clr>
            <a:srgbClr val="5ACBF0"/>
          </p15:clr>
        </p15:guide>
        <p15:guide id="3" orient="horz" pos="1910" userDrawn="1">
          <p15:clr>
            <a:srgbClr val="5ACBF0"/>
          </p15:clr>
        </p15:guide>
      </p15:sldGuideLst>
    </p:ext>
  </p:extLst>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Section Title gradient 2">
    <p:bg>
      <p:bgPr>
        <a:gradFill>
          <a:gsLst>
            <a:gs pos="1000">
              <a:srgbClr val="FF9349"/>
            </a:gs>
            <a:gs pos="99000">
              <a:srgbClr val="D83B01"/>
            </a:gs>
          </a:gsLst>
          <a:lin ang="2400000" scaled="0"/>
        </a:gra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5808"/>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UI" pitchFamily="34" charset="0"/>
              </a:defRPr>
            </a:lvl1pPr>
          </a:lstStyle>
          <a:p>
            <a:r>
              <a:rPr lang="en-US" dirty="0"/>
              <a:t>Section title</a:t>
            </a:r>
          </a:p>
        </p:txBody>
      </p:sp>
    </p:spTree>
    <p:extLst>
      <p:ext uri="{BB962C8B-B14F-4D97-AF65-F5344CB8AC3E}">
        <p14:creationId xmlns:p14="http://schemas.microsoft.com/office/powerpoint/2010/main" val="427829922"/>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userDrawn="1">
          <p15:clr>
            <a:srgbClr val="5ACBF0"/>
          </p15:clr>
        </p15:guide>
        <p15:guide id="3" orient="horz" pos="1910" userDrawn="1">
          <p15:clr>
            <a:srgbClr val="5ACBF0"/>
          </p15:clr>
        </p15:guide>
      </p15:sldGuideLst>
    </p:ext>
  </p:extLst>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Section Title gradient 3">
    <p:bg>
      <p:bgPr>
        <a:gradFill>
          <a:gsLst>
            <a:gs pos="99000">
              <a:srgbClr val="831490"/>
            </a:gs>
            <a:gs pos="1000">
              <a:srgbClr val="D59DFF"/>
            </a:gs>
          </a:gsLst>
          <a:lin ang="2400000" scaled="0"/>
        </a:gra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5808"/>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UI" pitchFamily="34" charset="0"/>
              </a:defRPr>
            </a:lvl1pPr>
          </a:lstStyle>
          <a:p>
            <a:r>
              <a:rPr lang="en-US" dirty="0"/>
              <a:t>Section title</a:t>
            </a:r>
          </a:p>
        </p:txBody>
      </p:sp>
    </p:spTree>
    <p:extLst>
      <p:ext uri="{BB962C8B-B14F-4D97-AF65-F5344CB8AC3E}">
        <p14:creationId xmlns:p14="http://schemas.microsoft.com/office/powerpoint/2010/main" val="3650358238"/>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userDrawn="1">
          <p15:clr>
            <a:srgbClr val="FBAE40"/>
          </p15:clr>
        </p15:guide>
        <p15:guide id="2" pos="6127" userDrawn="1">
          <p15:clr>
            <a:srgbClr val="5ACBF0"/>
          </p15:clr>
        </p15:guide>
        <p15:guide id="3" orient="horz" pos="1911" userDrawn="1">
          <p15:clr>
            <a:srgbClr val="5ACBF0"/>
          </p15:clr>
        </p15:guide>
      </p15:sldGuideLst>
    </p:ext>
  </p:extLst>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Section title graphic 1">
    <p:bg>
      <p:bgRef idx="1001">
        <a:schemeClr val="bg2"/>
      </p:bgRef>
    </p:bg>
    <p:spTree>
      <p:nvGrpSpPr>
        <p:cNvPr id="1" name=""/>
        <p:cNvGrpSpPr/>
        <p:nvPr/>
      </p:nvGrpSpPr>
      <p:grpSpPr>
        <a:xfrm>
          <a:off x="0" y="0"/>
          <a:ext cx="0" cy="0"/>
          <a:chOff x="0" y="0"/>
          <a:chExt cx="0" cy="0"/>
        </a:xfrm>
      </p:grpSpPr>
      <p:pic>
        <p:nvPicPr>
          <p:cNvPr id="7" name="Dark: Create impact faster">
            <a:extLst>
              <a:ext uri="{FF2B5EF4-FFF2-40B4-BE49-F238E27FC236}">
                <a16:creationId xmlns:a16="http://schemas.microsoft.com/office/drawing/2014/main" id="{53BEC10D-83A8-4649-88F8-525050193CAD}"/>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6919" t="25380" r="45026" b="35480"/>
          <a:stretch/>
        </p:blipFill>
        <p:spPr bwMode="ltGray">
          <a:xfrm>
            <a:off x="3771901" y="0"/>
            <a:ext cx="8420100" cy="6858000"/>
          </a:xfrm>
          <a:prstGeom prst="rect">
            <a:avLst/>
          </a:prstGeom>
        </p:spPr>
      </p:pic>
      <p:sp>
        <p:nvSpPr>
          <p:cNvPr id="2" name="Title 1"/>
          <p:cNvSpPr>
            <a:spLocks noGrp="1"/>
          </p:cNvSpPr>
          <p:nvPr>
            <p:ph type="title" hasCustomPrompt="1"/>
          </p:nvPr>
        </p:nvSpPr>
        <p:spPr>
          <a:xfrm>
            <a:off x="585216" y="3035808"/>
            <a:ext cx="3948684" cy="498598"/>
          </a:xfrm>
          <a:noFill/>
        </p:spPr>
        <p:txBody>
          <a:bodyPr wrap="square"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UI" pitchFamily="34" charset="0"/>
              </a:defRPr>
            </a:lvl1pPr>
          </a:lstStyle>
          <a:p>
            <a:r>
              <a:rPr lang="en-US" dirty="0"/>
              <a:t>Section title</a:t>
            </a:r>
          </a:p>
        </p:txBody>
      </p:sp>
    </p:spTree>
    <p:extLst>
      <p:ext uri="{BB962C8B-B14F-4D97-AF65-F5344CB8AC3E}">
        <p14:creationId xmlns:p14="http://schemas.microsoft.com/office/powerpoint/2010/main" val="394269841"/>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userDrawn="1">
          <p15:clr>
            <a:srgbClr val="5ACBF0"/>
          </p15:clr>
        </p15:guide>
        <p15:guide id="3" orient="horz" pos="1910" userDrawn="1">
          <p15:clr>
            <a:srgbClr val="5ACBF0"/>
          </p15:clr>
        </p15:guide>
      </p15:sldGuideLst>
    </p:ext>
  </p:extLst>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Section title graphic 2">
    <p:bg>
      <p:bgRef idx="1001">
        <a:schemeClr val="bg2"/>
      </p:bgRef>
    </p:bg>
    <p:spTree>
      <p:nvGrpSpPr>
        <p:cNvPr id="1" name=""/>
        <p:cNvGrpSpPr/>
        <p:nvPr/>
      </p:nvGrpSpPr>
      <p:grpSpPr>
        <a:xfrm>
          <a:off x="0" y="0"/>
          <a:ext cx="0" cy="0"/>
          <a:chOff x="0" y="0"/>
          <a:chExt cx="0" cy="0"/>
        </a:xfrm>
      </p:grpSpPr>
      <p:pic>
        <p:nvPicPr>
          <p:cNvPr id="4" name="Dark: Break through barriers">
            <a:extLst>
              <a:ext uri="{FF2B5EF4-FFF2-40B4-BE49-F238E27FC236}">
                <a16:creationId xmlns:a16="http://schemas.microsoft.com/office/drawing/2014/main" id="{AE01FB6F-69FB-4C55-8F77-47A913335DBD}"/>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12458" t="41245" r="41127" b="18630"/>
          <a:stretch/>
        </p:blipFill>
        <p:spPr bwMode="ltGray">
          <a:xfrm>
            <a:off x="0" y="-1"/>
            <a:ext cx="12192001" cy="6858001"/>
          </a:xfrm>
          <a:prstGeom prst="rect">
            <a:avLst/>
          </a:prstGeom>
        </p:spPr>
      </p:pic>
      <p:sp>
        <p:nvSpPr>
          <p:cNvPr id="2" name="Title 1"/>
          <p:cNvSpPr>
            <a:spLocks noGrp="1"/>
          </p:cNvSpPr>
          <p:nvPr>
            <p:ph type="title" hasCustomPrompt="1"/>
          </p:nvPr>
        </p:nvSpPr>
        <p:spPr>
          <a:xfrm>
            <a:off x="585216" y="3035808"/>
            <a:ext cx="3948684" cy="498598"/>
          </a:xfrm>
          <a:noFill/>
        </p:spPr>
        <p:txBody>
          <a:bodyPr wrap="square"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UI" pitchFamily="34" charset="0"/>
              </a:defRPr>
            </a:lvl1pPr>
          </a:lstStyle>
          <a:p>
            <a:r>
              <a:rPr lang="en-US" dirty="0"/>
              <a:t>Section title</a:t>
            </a:r>
          </a:p>
        </p:txBody>
      </p:sp>
    </p:spTree>
    <p:extLst>
      <p:ext uri="{BB962C8B-B14F-4D97-AF65-F5344CB8AC3E}">
        <p14:creationId xmlns:p14="http://schemas.microsoft.com/office/powerpoint/2010/main" val="2705513893"/>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userDrawn="1">
          <p15:clr>
            <a:srgbClr val="5ACBF0"/>
          </p15:clr>
        </p15:guide>
        <p15:guide id="3" orient="horz" pos="1910" userDrawn="1">
          <p15:clr>
            <a:srgbClr val="5ACBF0"/>
          </p15:clr>
        </p15:guide>
      </p15:sldGuideLst>
    </p:ext>
  </p:extLst>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Section title graphic 3">
    <p:bg>
      <p:bgRef idx="1001">
        <a:schemeClr val="bg2"/>
      </p:bgRef>
    </p:bg>
    <p:spTree>
      <p:nvGrpSpPr>
        <p:cNvPr id="1" name=""/>
        <p:cNvGrpSpPr/>
        <p:nvPr/>
      </p:nvGrpSpPr>
      <p:grpSpPr>
        <a:xfrm>
          <a:off x="0" y="0"/>
          <a:ext cx="0" cy="0"/>
          <a:chOff x="0" y="0"/>
          <a:chExt cx="0" cy="0"/>
        </a:xfrm>
      </p:grpSpPr>
      <p:pic>
        <p:nvPicPr>
          <p:cNvPr id="5" name="Dark: Adapt to anything">
            <a:extLst>
              <a:ext uri="{FF2B5EF4-FFF2-40B4-BE49-F238E27FC236}">
                <a16:creationId xmlns:a16="http://schemas.microsoft.com/office/drawing/2014/main" id="{C01D04A8-6185-4D88-82A2-8E8101A916D9}"/>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2611" t="18783" r="47913" b="31741"/>
          <a:stretch/>
        </p:blipFill>
        <p:spPr bwMode="ltGray">
          <a:xfrm>
            <a:off x="5334001" y="-1"/>
            <a:ext cx="6858000" cy="6858001"/>
          </a:xfrm>
          <a:prstGeom prst="rect">
            <a:avLst/>
          </a:prstGeom>
        </p:spPr>
      </p:pic>
      <p:sp>
        <p:nvSpPr>
          <p:cNvPr id="2" name="Title 1"/>
          <p:cNvSpPr>
            <a:spLocks noGrp="1"/>
          </p:cNvSpPr>
          <p:nvPr>
            <p:ph type="title" hasCustomPrompt="1"/>
          </p:nvPr>
        </p:nvSpPr>
        <p:spPr>
          <a:xfrm>
            <a:off x="585216" y="3035808"/>
            <a:ext cx="3948684" cy="498598"/>
          </a:xfrm>
          <a:noFill/>
        </p:spPr>
        <p:txBody>
          <a:bodyPr wrap="square"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UI" pitchFamily="34" charset="0"/>
              </a:defRPr>
            </a:lvl1pPr>
          </a:lstStyle>
          <a:p>
            <a:r>
              <a:rPr lang="en-US" dirty="0"/>
              <a:t>Section title</a:t>
            </a:r>
          </a:p>
        </p:txBody>
      </p:sp>
    </p:spTree>
    <p:extLst>
      <p:ext uri="{BB962C8B-B14F-4D97-AF65-F5344CB8AC3E}">
        <p14:creationId xmlns:p14="http://schemas.microsoft.com/office/powerpoint/2010/main" val="2781760910"/>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userDrawn="1">
          <p15:clr>
            <a:srgbClr val="5ACBF0"/>
          </p15:clr>
        </p15:guide>
        <p15:guide id="3" orient="horz" pos="1910" userDrawn="1">
          <p15:clr>
            <a:srgbClr val="5ACBF0"/>
          </p15:clr>
        </p15:guide>
      </p15:sldGuideLst>
    </p:ext>
  </p:extLst>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Section title graphic 4">
    <p:bg>
      <p:bgRef idx="1001">
        <a:schemeClr val="bg2"/>
      </p:bgRef>
    </p:bg>
    <p:spTree>
      <p:nvGrpSpPr>
        <p:cNvPr id="1" name=""/>
        <p:cNvGrpSpPr/>
        <p:nvPr/>
      </p:nvGrpSpPr>
      <p:grpSpPr>
        <a:xfrm>
          <a:off x="0" y="0"/>
          <a:ext cx="0" cy="0"/>
          <a:chOff x="0" y="0"/>
          <a:chExt cx="0" cy="0"/>
        </a:xfrm>
      </p:grpSpPr>
      <p:pic>
        <p:nvPicPr>
          <p:cNvPr id="4" name="Dark: Innovate everywhere">
            <a:extLst>
              <a:ext uri="{FF2B5EF4-FFF2-40B4-BE49-F238E27FC236}">
                <a16:creationId xmlns:a16="http://schemas.microsoft.com/office/drawing/2014/main" id="{4EAC99E1-B968-408B-9767-C938059B736D}"/>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30347" t="14647" r="41253" b="35235"/>
          <a:stretch/>
        </p:blipFill>
        <p:spPr bwMode="ltGray">
          <a:xfrm>
            <a:off x="0" y="-1"/>
            <a:ext cx="12192000" cy="6858001"/>
          </a:xfrm>
          <a:prstGeom prst="rect">
            <a:avLst/>
          </a:prstGeom>
        </p:spPr>
      </p:pic>
      <p:sp>
        <p:nvSpPr>
          <p:cNvPr id="2" name="Title 1"/>
          <p:cNvSpPr>
            <a:spLocks noGrp="1"/>
          </p:cNvSpPr>
          <p:nvPr>
            <p:ph type="title" hasCustomPrompt="1"/>
          </p:nvPr>
        </p:nvSpPr>
        <p:spPr>
          <a:xfrm>
            <a:off x="585216" y="3035808"/>
            <a:ext cx="3948684" cy="498598"/>
          </a:xfrm>
          <a:noFill/>
        </p:spPr>
        <p:txBody>
          <a:bodyPr wrap="square"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UI" pitchFamily="34" charset="0"/>
              </a:defRPr>
            </a:lvl1pPr>
          </a:lstStyle>
          <a:p>
            <a:r>
              <a:rPr lang="en-US" dirty="0"/>
              <a:t>Section title</a:t>
            </a:r>
          </a:p>
        </p:txBody>
      </p:sp>
    </p:spTree>
    <p:extLst>
      <p:ext uri="{BB962C8B-B14F-4D97-AF65-F5344CB8AC3E}">
        <p14:creationId xmlns:p14="http://schemas.microsoft.com/office/powerpoint/2010/main" val="782738769"/>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userDrawn="1">
          <p15:clr>
            <a:srgbClr val="5ACBF0"/>
          </p15:clr>
        </p15:guide>
        <p15:guide id="3" orient="horz" pos="1910" userDrawn="1">
          <p15:clr>
            <a:srgbClr val="5ACBF0"/>
          </p15:clr>
        </p15:guide>
      </p15:sldGuideLst>
    </p:ext>
  </p:extLst>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Screenshot">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F10198-B250-44FD-9AC7-BA0E6E23B5C1}"/>
              </a:ext>
            </a:extLst>
          </p:cNvPr>
          <p:cNvSpPr>
            <a:spLocks noGrp="1"/>
          </p:cNvSpPr>
          <p:nvPr>
            <p:ph type="title"/>
          </p:nvPr>
        </p:nvSpPr>
        <p:spPr>
          <a:xfrm>
            <a:off x="588263" y="457200"/>
            <a:ext cx="3856737" cy="553998"/>
          </a:xfrm>
        </p:spPr>
        <p:txBody>
          <a:bodyPr/>
          <a:lstStyle/>
          <a:p>
            <a:r>
              <a:rPr lang="en-GB"/>
              <a:t>Click to edit Master title style</a:t>
            </a:r>
            <a:endParaRPr lang="en-US" dirty="0"/>
          </a:p>
        </p:txBody>
      </p:sp>
      <p:sp>
        <p:nvSpPr>
          <p:cNvPr id="14" name="Text Placeholder 13">
            <a:extLst>
              <a:ext uri="{FF2B5EF4-FFF2-40B4-BE49-F238E27FC236}">
                <a16:creationId xmlns:a16="http://schemas.microsoft.com/office/drawing/2014/main" id="{6F25D0DC-756F-45C2-A98F-05B75941978C}"/>
              </a:ext>
            </a:extLst>
          </p:cNvPr>
          <p:cNvSpPr>
            <a:spLocks noGrp="1"/>
          </p:cNvSpPr>
          <p:nvPr>
            <p:ph type="body" sz="quarter" idx="11"/>
          </p:nvPr>
        </p:nvSpPr>
        <p:spPr>
          <a:xfrm>
            <a:off x="588263" y="2395538"/>
            <a:ext cx="3856737" cy="861774"/>
          </a:xfrm>
        </p:spPr>
        <p:txBody>
          <a:bodyPr/>
          <a:lstStyle>
            <a:lvl1pPr marL="0" indent="0">
              <a:buNone/>
              <a:defRPr/>
            </a:lvl1pPr>
            <a:lvl2pPr marL="228600" indent="0">
              <a:buNone/>
              <a:defRPr/>
            </a:lvl2pPr>
            <a:lvl3pPr marL="457200" indent="0">
              <a:buNone/>
              <a:defRPr/>
            </a:lvl3pPr>
            <a:lvl4pPr marL="661988" indent="0">
              <a:buNone/>
              <a:defRPr/>
            </a:lvl4pPr>
            <a:lvl5pPr marL="855663" indent="0">
              <a:buNone/>
              <a:defRPr/>
            </a:lvl5pPr>
          </a:lstStyle>
          <a:p>
            <a:pPr lvl="0"/>
            <a:r>
              <a:rPr lang="en-GB"/>
              <a:t>Click to edit Master text styles</a:t>
            </a:r>
          </a:p>
        </p:txBody>
      </p:sp>
      <p:sp>
        <p:nvSpPr>
          <p:cNvPr id="5" name="Content Placeholder 4">
            <a:extLst>
              <a:ext uri="{FF2B5EF4-FFF2-40B4-BE49-F238E27FC236}">
                <a16:creationId xmlns:a16="http://schemas.microsoft.com/office/drawing/2014/main" id="{A111676F-0A7B-49C1-8A96-1063E1813997}"/>
              </a:ext>
            </a:extLst>
          </p:cNvPr>
          <p:cNvSpPr>
            <a:spLocks noGrp="1"/>
          </p:cNvSpPr>
          <p:nvPr>
            <p:ph sz="quarter" idx="12" hasCustomPrompt="1"/>
          </p:nvPr>
        </p:nvSpPr>
        <p:spPr>
          <a:xfrm>
            <a:off x="5202937" y="1464400"/>
            <a:ext cx="6989063" cy="3929199"/>
          </a:xfrm>
          <a:prstGeom prst="roundRect">
            <a:avLst>
              <a:gd name="adj" fmla="val 0"/>
            </a:avLst>
          </a:prstGeom>
          <a:blipFill>
            <a:blip r:embed="rId2"/>
            <a:stretch>
              <a:fillRect/>
            </a:stretch>
          </a:blipFill>
          <a:ln w="381000">
            <a:solidFill>
              <a:schemeClr val="tx1"/>
            </a:solidFill>
          </a:ln>
          <a:effectLst>
            <a:outerShdw blurRad="254000" dist="292100" dir="2700000" sx="101000" sy="101000" algn="ctr" rotWithShape="0">
              <a:srgbClr val="000000">
                <a:alpha val="15000"/>
              </a:srgbClr>
            </a:outerShdw>
          </a:effectLst>
        </p:spPr>
        <p:txBody>
          <a:bodyPr tIns="2377440"/>
          <a:lstStyle>
            <a:lvl1pPr marL="0" indent="0">
              <a:defRPr lang="en-US" sz="1400" b="1" kern="1200" spc="0" baseline="0" dirty="0">
                <a:solidFill>
                  <a:srgbClr val="000000"/>
                </a:solidFill>
                <a:latin typeface="+mn-lt"/>
                <a:ea typeface="+mn-ea"/>
                <a:cs typeface="Segoe UI" panose="020B0502040204020203" pitchFamily="34" charset="0"/>
              </a:defRPr>
            </a:lvl1pPr>
          </a:lstStyle>
          <a:p>
            <a:pPr marL="228600" marR="0" lvl="0" indent="-22860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pPr>
            <a:r>
              <a:rPr lang="en-US" dirty="0"/>
              <a:t>Drag &amp; drop your photo here </a:t>
            </a:r>
            <a:br>
              <a:rPr lang="en-US" dirty="0"/>
            </a:br>
            <a:r>
              <a:rPr lang="en-US" dirty="0"/>
              <a:t>or click or tap icon below </a:t>
            </a:r>
            <a:br>
              <a:rPr lang="en-US" dirty="0"/>
            </a:br>
            <a:r>
              <a:rPr lang="en-US" dirty="0"/>
              <a:t>to insert</a:t>
            </a:r>
          </a:p>
          <a:p>
            <a:pPr marL="228600" marR="0" lvl="0" indent="-22860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pPr>
            <a:endParaRPr lang="en-US" dirty="0"/>
          </a:p>
        </p:txBody>
      </p:sp>
    </p:spTree>
    <p:extLst>
      <p:ext uri="{BB962C8B-B14F-4D97-AF65-F5344CB8AC3E}">
        <p14:creationId xmlns:p14="http://schemas.microsoft.com/office/powerpoint/2010/main" val="3948024928"/>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Mobile Screenshot">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F10198-B250-44FD-9AC7-BA0E6E23B5C1}"/>
              </a:ext>
            </a:extLst>
          </p:cNvPr>
          <p:cNvSpPr>
            <a:spLocks noGrp="1"/>
          </p:cNvSpPr>
          <p:nvPr>
            <p:ph type="title"/>
          </p:nvPr>
        </p:nvSpPr>
        <p:spPr>
          <a:xfrm>
            <a:off x="588263" y="457200"/>
            <a:ext cx="3856737" cy="553998"/>
          </a:xfrm>
        </p:spPr>
        <p:txBody>
          <a:bodyPr/>
          <a:lstStyle/>
          <a:p>
            <a:r>
              <a:rPr lang="en-GB"/>
              <a:t>Click to edit Master title style</a:t>
            </a:r>
            <a:endParaRPr lang="en-US" dirty="0"/>
          </a:p>
        </p:txBody>
      </p:sp>
      <p:sp>
        <p:nvSpPr>
          <p:cNvPr id="14" name="Text Placeholder 13">
            <a:extLst>
              <a:ext uri="{FF2B5EF4-FFF2-40B4-BE49-F238E27FC236}">
                <a16:creationId xmlns:a16="http://schemas.microsoft.com/office/drawing/2014/main" id="{6F25D0DC-756F-45C2-A98F-05B75941978C}"/>
              </a:ext>
            </a:extLst>
          </p:cNvPr>
          <p:cNvSpPr>
            <a:spLocks noGrp="1"/>
          </p:cNvSpPr>
          <p:nvPr>
            <p:ph type="body" sz="quarter" idx="11"/>
          </p:nvPr>
        </p:nvSpPr>
        <p:spPr>
          <a:xfrm>
            <a:off x="588263" y="2395538"/>
            <a:ext cx="3856737" cy="861774"/>
          </a:xfrm>
        </p:spPr>
        <p:txBody>
          <a:bodyPr/>
          <a:lstStyle>
            <a:lvl1pPr marL="0" indent="0">
              <a:buNone/>
              <a:defRPr/>
            </a:lvl1pPr>
            <a:lvl2pPr marL="228600" indent="0">
              <a:buNone/>
              <a:defRPr/>
            </a:lvl2pPr>
            <a:lvl3pPr marL="457200" indent="0">
              <a:buNone/>
              <a:defRPr/>
            </a:lvl3pPr>
            <a:lvl4pPr marL="661988" indent="0">
              <a:buNone/>
              <a:defRPr/>
            </a:lvl4pPr>
            <a:lvl5pPr marL="855663" indent="0">
              <a:buNone/>
              <a:defRPr/>
            </a:lvl5pPr>
          </a:lstStyle>
          <a:p>
            <a:pPr lvl="0"/>
            <a:r>
              <a:rPr lang="en-GB"/>
              <a:t>Click to edit Master text styles</a:t>
            </a:r>
          </a:p>
        </p:txBody>
      </p:sp>
      <p:sp>
        <p:nvSpPr>
          <p:cNvPr id="5" name="Content Placeholder 4">
            <a:extLst>
              <a:ext uri="{FF2B5EF4-FFF2-40B4-BE49-F238E27FC236}">
                <a16:creationId xmlns:a16="http://schemas.microsoft.com/office/drawing/2014/main" id="{A111676F-0A7B-49C1-8A96-1063E1813997}"/>
              </a:ext>
            </a:extLst>
          </p:cNvPr>
          <p:cNvSpPr>
            <a:spLocks noGrp="1"/>
          </p:cNvSpPr>
          <p:nvPr>
            <p:ph sz="quarter" idx="12" hasCustomPrompt="1"/>
          </p:nvPr>
        </p:nvSpPr>
        <p:spPr>
          <a:xfrm>
            <a:off x="7713894" y="585216"/>
            <a:ext cx="2625967" cy="5687568"/>
          </a:xfrm>
          <a:prstGeom prst="roundRect">
            <a:avLst>
              <a:gd name="adj" fmla="val 8222"/>
            </a:avLst>
          </a:prstGeom>
          <a:blipFill>
            <a:blip r:embed="rId2"/>
            <a:stretch>
              <a:fillRect/>
            </a:stretch>
          </a:blipFill>
          <a:ln w="241300">
            <a:solidFill>
              <a:schemeClr val="tx1"/>
            </a:solidFill>
          </a:ln>
          <a:effectLst>
            <a:outerShdw blurRad="254000" dist="292100" dir="2700000" sx="101000" sy="101000" algn="ctr" rotWithShape="0">
              <a:srgbClr val="000000">
                <a:alpha val="15000"/>
              </a:srgbClr>
            </a:outerShdw>
          </a:effectLst>
        </p:spPr>
        <p:txBody>
          <a:bodyPr tIns="1463040" bIns="0" anchor="ctr" anchorCtr="0"/>
          <a:lstStyle>
            <a:lvl1pPr marL="0" indent="0" algn="ctr">
              <a:buNone/>
              <a:defRPr lang="en-US" sz="1100" b="1" kern="1200" spc="0" baseline="0" dirty="0">
                <a:solidFill>
                  <a:schemeClr val="bg1"/>
                </a:solidFill>
                <a:latin typeface="+mn-lt"/>
                <a:ea typeface="+mn-ea"/>
                <a:cs typeface="Segoe UI" panose="020B0502040204020203" pitchFamily="34" charset="0"/>
              </a:defRPr>
            </a:lvl1pPr>
          </a:lstStyle>
          <a:p>
            <a:pPr marL="285750" marR="0" lvl="0" indent="-285750" algn="ctr" defTabSz="932742" rtl="0" eaLnBrk="1" fontAlgn="auto" latinLnBrk="0" hangingPunct="1">
              <a:lnSpc>
                <a:spcPct val="100000"/>
              </a:lnSpc>
              <a:spcBef>
                <a:spcPct val="20000"/>
              </a:spcBef>
              <a:spcAft>
                <a:spcPts val="0"/>
              </a:spcAft>
              <a:buClrTx/>
              <a:buSzPct val="90000"/>
              <a:tabLst/>
            </a:pPr>
            <a:r>
              <a:rPr lang="en-US" dirty="0"/>
              <a:t>Drag &amp; drop your photo here </a:t>
            </a:r>
            <a:br>
              <a:rPr lang="en-US" dirty="0"/>
            </a:br>
            <a:r>
              <a:rPr lang="en-US" dirty="0"/>
              <a:t>or click or tap icon below </a:t>
            </a:r>
            <a:br>
              <a:rPr lang="en-US" dirty="0"/>
            </a:br>
            <a:r>
              <a:rPr lang="en-US" dirty="0"/>
              <a:t>to insert</a:t>
            </a:r>
          </a:p>
          <a:p>
            <a:pPr marL="285750" marR="0" lvl="0" indent="-285750" algn="ctr" defTabSz="932742" rtl="0" eaLnBrk="1" fontAlgn="auto" latinLnBrk="0" hangingPunct="1">
              <a:lnSpc>
                <a:spcPct val="100000"/>
              </a:lnSpc>
              <a:spcBef>
                <a:spcPct val="20000"/>
              </a:spcBef>
              <a:spcAft>
                <a:spcPts val="0"/>
              </a:spcAft>
              <a:buClrTx/>
              <a:buSzPct val="90000"/>
              <a:tabLst/>
            </a:pPr>
            <a:endParaRPr lang="en-US" dirty="0"/>
          </a:p>
        </p:txBody>
      </p:sp>
    </p:spTree>
    <p:extLst>
      <p:ext uri="{BB962C8B-B14F-4D97-AF65-F5344CB8AC3E}">
        <p14:creationId xmlns:p14="http://schemas.microsoft.com/office/powerpoint/2010/main" val="656689268"/>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545705601"/>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61" userDrawn="1">
          <p15:clr>
            <a:srgbClr val="A4A3A4"/>
          </p15:clr>
        </p15:guide>
        <p15:guide id="15" pos="3348" userDrawn="1">
          <p15:clr>
            <a:srgbClr val="A4A3A4"/>
          </p15:clr>
        </p15:guide>
        <p15:guide id="16" pos="3754" userDrawn="1">
          <p15:clr>
            <a:srgbClr val="A4A3A4"/>
          </p15:clr>
        </p15:guide>
        <p15:guide id="17" pos="3931" userDrawn="1">
          <p15:clr>
            <a:srgbClr val="A4A3A4"/>
          </p15:clr>
        </p15:guide>
        <p15:guide id="18" pos="4342" userDrawn="1">
          <p15:clr>
            <a:srgbClr val="A4A3A4"/>
          </p15:clr>
        </p15:guide>
        <p15:guide id="19" pos="4531" userDrawn="1">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Blank 2">
    <p:bg>
      <p:bgRef idx="1001">
        <a:schemeClr val="bg2"/>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48787845"/>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Thank you 1">
    <p:bg>
      <p:bgPr>
        <a:solidFill>
          <a:schemeClr val="bg2"/>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5808"/>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UI" pitchFamily="34" charset="0"/>
              </a:defRPr>
            </a:lvl1pPr>
          </a:lstStyle>
          <a:p>
            <a:r>
              <a:rPr lang="en-US" dirty="0"/>
              <a:t>Thank you</a:t>
            </a:r>
          </a:p>
        </p:txBody>
      </p:sp>
    </p:spTree>
    <p:extLst>
      <p:ext uri="{BB962C8B-B14F-4D97-AF65-F5344CB8AC3E}">
        <p14:creationId xmlns:p14="http://schemas.microsoft.com/office/powerpoint/2010/main" val="2382814170"/>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27">
          <p15:clr>
            <a:srgbClr val="5ACBF0"/>
          </p15:clr>
        </p15:guide>
        <p15:guide id="3" orient="horz" pos="1911">
          <p15:clr>
            <a:srgbClr val="5ACBF0"/>
          </p15:clr>
        </p15:guide>
      </p15:sldGuideLst>
    </p:ext>
  </p:extLst>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Thank you photo">
    <p:bg>
      <p:bgPr>
        <a:solidFill>
          <a:srgbClr val="EAE4DC"/>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5" y="3035808"/>
            <a:ext cx="3948683" cy="498598"/>
          </a:xfrm>
          <a:noFill/>
        </p:spPr>
        <p:txBody>
          <a:bodyPr wrap="square"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UI" pitchFamily="34" charset="0"/>
              </a:defRPr>
            </a:lvl1pPr>
          </a:lstStyle>
          <a:p>
            <a:r>
              <a:rPr lang="en-US" dirty="0"/>
              <a:t>Thank you</a:t>
            </a:r>
          </a:p>
        </p:txBody>
      </p:sp>
      <p:sp>
        <p:nvSpPr>
          <p:cNvPr id="3" name="Picture Placeholder" descr="This photo is a 'placeholder' only. Drag or drop your photo here, or click and tap the center to insert a photo.">
            <a:extLst>
              <a:ext uri="{FF2B5EF4-FFF2-40B4-BE49-F238E27FC236}">
                <a16:creationId xmlns:a16="http://schemas.microsoft.com/office/drawing/2014/main" id="{DC1D8EF4-A5A1-4D2B-9918-9B027853453F}"/>
              </a:ext>
            </a:extLst>
          </p:cNvPr>
          <p:cNvSpPr>
            <a:spLocks noGrp="1"/>
          </p:cNvSpPr>
          <p:nvPr>
            <p:ph type="pic" sz="quarter" idx="11" hasCustomPrompt="1"/>
          </p:nvPr>
        </p:nvSpPr>
        <p:spPr bwMode="ltGray">
          <a:xfrm>
            <a:off x="5334000" y="0"/>
            <a:ext cx="6858000" cy="6858000"/>
          </a:xfrm>
          <a:blipFill>
            <a:blip r:embed="rId2"/>
            <a:stretch>
              <a:fillRect/>
            </a:stretch>
          </a:blipFill>
        </p:spPr>
        <p:txBody>
          <a:bodyPr lIns="0" tIns="2377440" rIns="0" anchor="t" anchorCtr="0">
            <a:noAutofit/>
          </a:bodyPr>
          <a:lstStyle>
            <a:lvl1pPr marL="0" indent="0" algn="ctr">
              <a:lnSpc>
                <a:spcPct val="100000"/>
              </a:lnSpc>
              <a:buNone/>
              <a:defRPr sz="1400" b="1">
                <a:solidFill>
                  <a:srgbClr val="000000"/>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Tree>
    <p:extLst>
      <p:ext uri="{BB962C8B-B14F-4D97-AF65-F5344CB8AC3E}">
        <p14:creationId xmlns:p14="http://schemas.microsoft.com/office/powerpoint/2010/main" val="3174014229"/>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27">
          <p15:clr>
            <a:srgbClr val="5ACBF0"/>
          </p15:clr>
        </p15:guide>
        <p15:guide id="3" orient="horz" pos="1911">
          <p15:clr>
            <a:srgbClr val="5ACBF0"/>
          </p15:clr>
        </p15:guide>
      </p15:sldGuideLst>
    </p:ext>
  </p:extLst>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Closing logo slide">
    <p:bg>
      <p:bgPr>
        <a:solidFill>
          <a:srgbClr val="EAE4DC"/>
        </a:solidFill>
        <a:effectLst/>
      </p:bgPr>
    </p:bg>
    <p:spTree>
      <p:nvGrpSpPr>
        <p:cNvPr id="1" name=""/>
        <p:cNvGrpSpPr/>
        <p:nvPr/>
      </p:nvGrpSpPr>
      <p:grpSpPr>
        <a:xfrm>
          <a:off x="0" y="0"/>
          <a:ext cx="0" cy="0"/>
          <a:chOff x="0" y="0"/>
          <a:chExt cx="0" cy="0"/>
        </a:xfrm>
      </p:grpSpPr>
      <p:sp>
        <p:nvSpPr>
          <p:cNvPr id="2" name="Text Box 3" descr="This is a copyright notice that should be included on the final slide."/>
          <p:cNvSpPr txBox="1">
            <a:spLocks noChangeArrowheads="1"/>
          </p:cNvSpPr>
          <p:nvPr userDrawn="1"/>
        </p:nvSpPr>
        <p:spPr bwMode="blackWhite">
          <a:xfrm>
            <a:off x="584200" y="6161316"/>
            <a:ext cx="4482124" cy="107722"/>
          </a:xfrm>
          <a:prstGeom prst="rect">
            <a:avLst/>
          </a:prstGeom>
          <a:noFill/>
          <a:ln w="12700">
            <a:noFill/>
            <a:miter lim="800000"/>
            <a:headEnd type="none" w="sm" len="sm"/>
            <a:tailEnd type="none" w="sm" len="sm"/>
          </a:ln>
          <a:effectLst/>
        </p:spPr>
        <p:txBody>
          <a:bodyPr vert="horz" wrap="square" lIns="0" tIns="0" rIns="0" bIns="0" numCol="1" anchor="b" anchorCtr="0" compatLnSpc="1">
            <a:prstTxWarp prst="textNoShape">
              <a:avLst/>
            </a:prstTxWarp>
            <a:spAutoFit/>
          </a:bodyPr>
          <a:lstStyle/>
          <a:p>
            <a:pPr defTabSz="932290" eaLnBrk="0" hangingPunct="0"/>
            <a:r>
              <a:rPr lang="en-US" sz="700" dirty="0">
                <a:solidFill>
                  <a:schemeClr val="tx1"/>
                </a:solidFill>
                <a:cs typeface="Segoe UI" pitchFamily="34" charset="0"/>
              </a:rPr>
              <a:t>© Copyright Microsoft Corporation. All rights reserved. </a:t>
            </a:r>
          </a:p>
        </p:txBody>
      </p:sp>
      <p:pic>
        <p:nvPicPr>
          <p:cNvPr id="5" name="Picture 4" descr="Logo&#10;&#10;Description automatically generated with medium confidence">
            <a:extLst>
              <a:ext uri="{FF2B5EF4-FFF2-40B4-BE49-F238E27FC236}">
                <a16:creationId xmlns:a16="http://schemas.microsoft.com/office/drawing/2014/main" id="{4E695B53-CE74-45F5-B29D-B6E72D9A8E31}"/>
              </a:ext>
            </a:extLst>
          </p:cNvPr>
          <p:cNvPicPr>
            <a:picLocks noChangeAspect="1"/>
          </p:cNvPicPr>
          <p:nvPr userDrawn="1"/>
        </p:nvPicPr>
        <p:blipFill rotWithShape="1">
          <a:blip r:embed="rId2"/>
          <a:srcRect l="8275" t="32690" r="8091" b="32918"/>
          <a:stretch/>
        </p:blipFill>
        <p:spPr>
          <a:xfrm>
            <a:off x="582042" y="581026"/>
            <a:ext cx="2857363" cy="295064"/>
          </a:xfrm>
          <a:prstGeom prst="rect">
            <a:avLst/>
          </a:prstGeom>
        </p:spPr>
      </p:pic>
    </p:spTree>
    <p:extLst>
      <p:ext uri="{BB962C8B-B14F-4D97-AF65-F5344CB8AC3E}">
        <p14:creationId xmlns:p14="http://schemas.microsoft.com/office/powerpoint/2010/main" val="925069136"/>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Black Notes slide Layout">
    <p:bg bwMode="gray">
      <p:bgRef idx="1001">
        <a:schemeClr val="bg1"/>
      </p:bgRef>
    </p:bg>
    <p:spTree>
      <p:nvGrpSpPr>
        <p:cNvPr id="1" name=""/>
        <p:cNvGrpSpPr/>
        <p:nvPr/>
      </p:nvGrpSpPr>
      <p:grpSpPr>
        <a:xfrm>
          <a:off x="0" y="0"/>
          <a:ext cx="0" cy="0"/>
          <a:chOff x="0" y="0"/>
          <a:chExt cx="0" cy="0"/>
        </a:xfrm>
      </p:grpSpPr>
      <p:sp>
        <p:nvSpPr>
          <p:cNvPr id="3" name="Title 2"/>
          <p:cNvSpPr>
            <a:spLocks noGrp="1"/>
          </p:cNvSpPr>
          <p:nvPr>
            <p:ph type="title"/>
          </p:nvPr>
        </p:nvSpPr>
        <p:spPr bwMode="white"/>
        <p:txBody>
          <a:bodyPr/>
          <a:lstStyle>
            <a:lvl1pPr>
              <a:defRPr b="0">
                <a:solidFill>
                  <a:schemeClr val="tx1"/>
                </a:solidFill>
                <a:latin typeface="Segoe UI" pitchFamily="34" charset="0"/>
                <a:ea typeface="Segoe UI" pitchFamily="34" charset="0"/>
                <a:cs typeface="Segoe UI" pitchFamily="34" charset="0"/>
              </a:defRPr>
            </a:lvl1pPr>
          </a:lstStyle>
          <a:p>
            <a:r>
              <a:rPr lang="en-GB"/>
              <a:t>Click to edit Master title style</a:t>
            </a:r>
            <a:endParaRPr lang="en-US" dirty="0"/>
          </a:p>
        </p:txBody>
      </p:sp>
      <p:sp>
        <p:nvSpPr>
          <p:cNvPr id="5" name="Text Placeholder 4">
            <a:extLst>
              <a:ext uri="{FF2B5EF4-FFF2-40B4-BE49-F238E27FC236}">
                <a16:creationId xmlns:a16="http://schemas.microsoft.com/office/drawing/2014/main" id="{F4B6606D-2DF9-48CD-BBE9-B751BF55CD2B}"/>
              </a:ext>
            </a:extLst>
          </p:cNvPr>
          <p:cNvSpPr>
            <a:spLocks noGrp="1"/>
          </p:cNvSpPr>
          <p:nvPr>
            <p:ph type="body" sz="quarter" idx="12"/>
          </p:nvPr>
        </p:nvSpPr>
        <p:spPr bwMode="white">
          <a:xfrm>
            <a:off x="584200" y="1436688"/>
            <a:ext cx="11018838" cy="2215991"/>
          </a:xfrm>
        </p:spPr>
        <p:txBody>
          <a:bodyPr>
            <a:spAutoFit/>
          </a:bodyPr>
          <a:lstStyle>
            <a:lvl1pPr>
              <a:defRPr sz="3600">
                <a:latin typeface="+mn-lt"/>
              </a:defRPr>
            </a:lvl1pPr>
            <a:lvl2pPr>
              <a:defRPr sz="2800">
                <a:latin typeface="+mn-lt"/>
              </a:defRPr>
            </a:lvl2pPr>
            <a:lvl3pPr>
              <a:defRPr sz="2400">
                <a:latin typeface="+mn-lt"/>
              </a:defRPr>
            </a:lvl3pPr>
            <a:lvl4pPr>
              <a:defRPr sz="2000">
                <a:latin typeface="+mn-lt"/>
              </a:defRPr>
            </a:lvl4pPr>
            <a:lvl5pPr>
              <a:defRPr sz="1800">
                <a:latin typeface="+mn-lt"/>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Next slide"/>
          <p:cNvSpPr>
            <a:spLocks noGrp="1"/>
          </p:cNvSpPr>
          <p:nvPr>
            <p:ph type="body" sz="quarter" idx="11" hasCustomPrompt="1"/>
          </p:nvPr>
        </p:nvSpPr>
        <p:spPr>
          <a:xfrm>
            <a:off x="1" y="6269038"/>
            <a:ext cx="12192001" cy="588963"/>
          </a:xfrm>
          <a:prstGeom prst="rect">
            <a:avLst/>
          </a:prstGeom>
          <a:solidFill>
            <a:srgbClr val="FFFF99"/>
          </a:solidFill>
        </p:spPr>
        <p:txBody>
          <a:bodyPr wrap="square" lIns="155457" tIns="77729" rIns="155457" bIns="45720" anchor="b" anchorCtr="0">
            <a:noAutofit/>
          </a:bodyPr>
          <a:lstStyle>
            <a:lvl1pPr algn="r">
              <a:buFont typeface="Arial" pitchFamily="34" charset="0"/>
              <a:buNone/>
              <a:defRPr sz="3700" spc="-51" baseline="0">
                <a:solidFill>
                  <a:srgbClr val="000000"/>
                </a:solidFill>
                <a:effectLst/>
                <a:latin typeface="Segoe UI" pitchFamily="34" charset="0"/>
                <a:ea typeface="Segoe UI" pitchFamily="34" charset="0"/>
                <a:cs typeface="Segoe UI" pitchFamily="34" charset="0"/>
              </a:defRPr>
            </a:lvl1pPr>
          </a:lstStyle>
          <a:p>
            <a:pPr lvl="0"/>
            <a:r>
              <a:rPr lang="en-US" dirty="0"/>
              <a:t>Next:</a:t>
            </a:r>
          </a:p>
        </p:txBody>
      </p:sp>
    </p:spTree>
    <p:extLst>
      <p:ext uri="{BB962C8B-B14F-4D97-AF65-F5344CB8AC3E}">
        <p14:creationId xmlns:p14="http://schemas.microsoft.com/office/powerpoint/2010/main" val="3482969643"/>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904" userDrawn="1">
          <p15:clr>
            <a:srgbClr val="5ACBF0"/>
          </p15:clr>
        </p15:guide>
        <p15:guide id="2" orient="horz" pos="288" userDrawn="1">
          <p15:clr>
            <a:srgbClr val="5ACBF0"/>
          </p15:clr>
        </p15:guide>
      </p15:sldGuideLst>
    </p:ext>
  </p:extLst>
</p:sldLayout>
</file>

<file path=ppt/slideMasters/_rels/slideMaster1.xml.rels><?xml version="1.0" encoding="UTF-8" standalone="yes"?>
<Relationships xmlns="http://schemas.openxmlformats.org/package/2006/relationships"><Relationship Id="rId26" Type="http://schemas.openxmlformats.org/officeDocument/2006/relationships/slideLayout" Target="../slideLayouts/slideLayout26.xml"/><Relationship Id="rId21" Type="http://schemas.openxmlformats.org/officeDocument/2006/relationships/slideLayout" Target="../slideLayouts/slideLayout21.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63" Type="http://schemas.openxmlformats.org/officeDocument/2006/relationships/slideLayout" Target="../slideLayouts/slideLayout63.xml"/><Relationship Id="rId68" Type="http://schemas.openxmlformats.org/officeDocument/2006/relationships/slideLayout" Target="../slideLayouts/slideLayout68.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66" Type="http://schemas.openxmlformats.org/officeDocument/2006/relationships/slideLayout" Target="../slideLayouts/slideLayout66.xml"/><Relationship Id="rId74" Type="http://schemas.openxmlformats.org/officeDocument/2006/relationships/image" Target="../media/image1.emf"/><Relationship Id="rId5" Type="http://schemas.openxmlformats.org/officeDocument/2006/relationships/slideLayout" Target="../slideLayouts/slideLayout5.xml"/><Relationship Id="rId61" Type="http://schemas.openxmlformats.org/officeDocument/2006/relationships/slideLayout" Target="../slideLayouts/slideLayout61.xml"/><Relationship Id="rId19" Type="http://schemas.openxmlformats.org/officeDocument/2006/relationships/slideLayout" Target="../slideLayouts/slideLayout1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64" Type="http://schemas.openxmlformats.org/officeDocument/2006/relationships/slideLayout" Target="../slideLayouts/slideLayout64.xml"/><Relationship Id="rId69" Type="http://schemas.openxmlformats.org/officeDocument/2006/relationships/slideLayout" Target="../slideLayouts/slideLayout69.xml"/><Relationship Id="rId8" Type="http://schemas.openxmlformats.org/officeDocument/2006/relationships/slideLayout" Target="../slideLayouts/slideLayout8.xml"/><Relationship Id="rId51" Type="http://schemas.openxmlformats.org/officeDocument/2006/relationships/slideLayout" Target="../slideLayouts/slideLayout51.xml"/><Relationship Id="rId72" Type="http://schemas.openxmlformats.org/officeDocument/2006/relationships/slideLayout" Target="../slideLayouts/slideLayout72.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slideLayout" Target="../slideLayouts/slideLayout59.xml"/><Relationship Id="rId67" Type="http://schemas.openxmlformats.org/officeDocument/2006/relationships/slideLayout" Target="../slideLayouts/slideLayout67.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62" Type="http://schemas.openxmlformats.org/officeDocument/2006/relationships/slideLayout" Target="../slideLayouts/slideLayout62.xml"/><Relationship Id="rId70" Type="http://schemas.openxmlformats.org/officeDocument/2006/relationships/slideLayout" Target="../slideLayouts/slideLayout70.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slideLayout" Target="../slideLayouts/slideLayout60.xml"/><Relationship Id="rId65" Type="http://schemas.openxmlformats.org/officeDocument/2006/relationships/slideLayout" Target="../slideLayouts/slideLayout65.xml"/><Relationship Id="rId73"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9" Type="http://schemas.openxmlformats.org/officeDocument/2006/relationships/slideLayout" Target="../slideLayouts/slideLayout39.xml"/><Relationship Id="rId34" Type="http://schemas.openxmlformats.org/officeDocument/2006/relationships/slideLayout" Target="../slideLayouts/slideLayout34.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 Type="http://schemas.openxmlformats.org/officeDocument/2006/relationships/slideLayout" Target="../slideLayouts/slideLayout7.xml"/><Relationship Id="rId71" Type="http://schemas.openxmlformats.org/officeDocument/2006/relationships/slideLayout" Target="../slideLayouts/slideLayout7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bwMode="blackWhite">
      <p:bgRef idx="1001">
        <a:schemeClr val="bg1"/>
      </p:bgRef>
    </p:bg>
    <p:spTree>
      <p:nvGrpSpPr>
        <p:cNvPr id="1" name=""/>
        <p:cNvGrpSpPr/>
        <p:nvPr/>
      </p:nvGrpSpPr>
      <p:grpSpPr>
        <a:xfrm>
          <a:off x="0" y="0"/>
          <a:ext cx="0" cy="0"/>
          <a:chOff x="0" y="0"/>
          <a:chExt cx="0" cy="0"/>
        </a:xfrm>
      </p:grpSpPr>
      <p:sp>
        <p:nvSpPr>
          <p:cNvPr id="2" name="Title Placeholder 1"/>
          <p:cNvSpPr>
            <a:spLocks noGrp="1"/>
          </p:cNvSpPr>
          <p:nvPr userDrawn="1">
            <p:ph type="title"/>
          </p:nvPr>
        </p:nvSpPr>
        <p:spPr>
          <a:xfrm>
            <a:off x="588263" y="457200"/>
            <a:ext cx="11018520" cy="553998"/>
          </a:xfrm>
          <a:prstGeom prst="rect">
            <a:avLst/>
          </a:prstGeom>
        </p:spPr>
        <p:txBody>
          <a:bodyPr vert="horz" wrap="square" lIns="0" tIns="0" rIns="0" bIns="0" rtlCol="0" anchor="t">
            <a:spAutoFit/>
          </a:bodyPr>
          <a:lstStyle/>
          <a:p>
            <a:r>
              <a:rPr lang="en-GB"/>
              <a:t>Click to edit Master title style</a:t>
            </a:r>
            <a:endParaRPr lang="en-US" dirty="0"/>
          </a:p>
        </p:txBody>
      </p:sp>
      <p:sp>
        <p:nvSpPr>
          <p:cNvPr id="4" name="Text Placeholder 3"/>
          <p:cNvSpPr>
            <a:spLocks noGrp="1"/>
          </p:cNvSpPr>
          <p:nvPr userDrawn="1">
            <p:ph type="body" idx="1"/>
          </p:nvPr>
        </p:nvSpPr>
        <p:spPr>
          <a:xfrm>
            <a:off x="584200" y="1435503"/>
            <a:ext cx="11018520" cy="1612749"/>
          </a:xfrm>
          <a:prstGeom prst="rect">
            <a:avLst/>
          </a:prstGeom>
        </p:spPr>
        <p:txBody>
          <a:bodyPr vert="horz" wrap="square" lIns="0" tIns="0" rIns="0" bIns="0" rtlCol="0">
            <a:sp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grpSp>
        <p:nvGrpSpPr>
          <p:cNvPr id="47" name="GRID" hidden="1">
            <a:extLst>
              <a:ext uri="{FF2B5EF4-FFF2-40B4-BE49-F238E27FC236}">
                <a16:creationId xmlns:a16="http://schemas.microsoft.com/office/drawing/2014/main" id="{32B5FFBF-552A-4973-B5B3-9EE3A765185F}"/>
              </a:ext>
            </a:extLst>
          </p:cNvPr>
          <p:cNvGrpSpPr/>
          <p:nvPr userDrawn="1"/>
        </p:nvGrpSpPr>
        <p:grpSpPr>
          <a:xfrm>
            <a:off x="0" y="0"/>
            <a:ext cx="12192000" cy="6858000"/>
            <a:chOff x="0" y="0"/>
            <a:chExt cx="12192000" cy="6858000"/>
          </a:xfrm>
        </p:grpSpPr>
        <p:cxnSp>
          <p:nvCxnSpPr>
            <p:cNvPr id="7" name="Straight Connector 6">
              <a:extLst>
                <a:ext uri="{FF2B5EF4-FFF2-40B4-BE49-F238E27FC236}">
                  <a16:creationId xmlns:a16="http://schemas.microsoft.com/office/drawing/2014/main" id="{5CD412E5-2492-4063-96AB-C451FC39F2B6}"/>
                </a:ext>
              </a:extLst>
            </p:cNvPr>
            <p:cNvCxnSpPr/>
            <p:nvPr/>
          </p:nvCxnSpPr>
          <p:spPr>
            <a:xfrm>
              <a:off x="0" y="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25E7FAE-6A98-413B-871E-10F8DF6FF1E3}"/>
                </a:ext>
              </a:extLst>
            </p:cNvPr>
            <p:cNvCxnSpPr/>
            <p:nvPr/>
          </p:nvCxnSpPr>
          <p:spPr>
            <a:xfrm>
              <a:off x="0" y="29260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F42BDE7-00A0-446E-9CEE-23DDF6A13E6E}"/>
                </a:ext>
              </a:extLst>
            </p:cNvPr>
            <p:cNvCxnSpPr/>
            <p:nvPr/>
          </p:nvCxnSpPr>
          <p:spPr>
            <a:xfrm>
              <a:off x="0" y="585216"/>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AD48FF31-9C6A-4C0C-AB96-ED556488A1BA}"/>
                </a:ext>
              </a:extLst>
            </p:cNvPr>
            <p:cNvCxnSpPr/>
            <p:nvPr/>
          </p:nvCxnSpPr>
          <p:spPr>
            <a:xfrm>
              <a:off x="0" y="6272784"/>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8D811B2-F122-4FF3-A4F6-E7291A5152BB}"/>
                </a:ext>
              </a:extLst>
            </p:cNvPr>
            <p:cNvCxnSpPr/>
            <p:nvPr/>
          </p:nvCxnSpPr>
          <p:spPr>
            <a:xfrm>
              <a:off x="0" y="656539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A2029335-BA6E-4B6F-B752-D02603169DE6}"/>
                </a:ext>
              </a:extLst>
            </p:cNvPr>
            <p:cNvCxnSpPr/>
            <p:nvPr/>
          </p:nvCxnSpPr>
          <p:spPr>
            <a:xfrm>
              <a:off x="0" y="685800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708D55A0-D16C-4191-B9F9-C95B51610B5E}"/>
                </a:ext>
              </a:extLst>
            </p:cNvPr>
            <p:cNvCxnSpPr/>
            <p:nvPr/>
          </p:nvCxnSpPr>
          <p:spPr>
            <a:xfrm>
              <a:off x="0" y="87782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DA3FCB58-9F61-404B-A493-7860A942FCC2}"/>
                </a:ext>
              </a:extLst>
            </p:cNvPr>
            <p:cNvCxnSpPr/>
            <p:nvPr/>
          </p:nvCxnSpPr>
          <p:spPr>
            <a:xfrm>
              <a:off x="0" y="117043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0EFD38DF-4402-499A-B7B2-D5BBF3AD467C}"/>
                </a:ext>
              </a:extLst>
            </p:cNvPr>
            <p:cNvCxnSpPr/>
            <p:nvPr/>
          </p:nvCxnSpPr>
          <p:spPr>
            <a:xfrm>
              <a:off x="0" y="146304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26DFD209-A624-4FEA-8F60-067FBF0CC1E8}"/>
                </a:ext>
              </a:extLst>
            </p:cNvPr>
            <p:cNvCxnSpPr/>
            <p:nvPr/>
          </p:nvCxnSpPr>
          <p:spPr>
            <a:xfrm>
              <a:off x="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F1B8ED61-88C3-48AA-91A7-BFD779B3B3BA}"/>
                </a:ext>
              </a:extLst>
            </p:cNvPr>
            <p:cNvCxnSpPr/>
            <p:nvPr/>
          </p:nvCxnSpPr>
          <p:spPr>
            <a:xfrm>
              <a:off x="585216"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22AC47D-49D2-4B9E-B580-53A7922E5654}"/>
                </a:ext>
              </a:extLst>
            </p:cNvPr>
            <p:cNvCxnSpPr/>
            <p:nvPr/>
          </p:nvCxnSpPr>
          <p:spPr>
            <a:xfrm>
              <a:off x="29260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0D7A2DB-4310-49CD-83F6-55B33BE76665}"/>
                </a:ext>
              </a:extLst>
            </p:cNvPr>
            <p:cNvCxnSpPr/>
            <p:nvPr/>
          </p:nvCxnSpPr>
          <p:spPr>
            <a:xfrm>
              <a:off x="877824"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20C40071-7BC6-4682-9CD1-0631E07C9F11}"/>
                </a:ext>
              </a:extLst>
            </p:cNvPr>
            <p:cNvCxnSpPr/>
            <p:nvPr/>
          </p:nvCxnSpPr>
          <p:spPr>
            <a:xfrm>
              <a:off x="117043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EE0ACFAA-26E9-44D2-BEF0-E02CAE93F397}"/>
                </a:ext>
              </a:extLst>
            </p:cNvPr>
            <p:cNvCxnSpPr/>
            <p:nvPr/>
          </p:nvCxnSpPr>
          <p:spPr>
            <a:xfrm>
              <a:off x="1102156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385D1186-93AE-4B67-8544-763E0B213AAC}"/>
                </a:ext>
              </a:extLst>
            </p:cNvPr>
            <p:cNvCxnSpPr/>
            <p:nvPr/>
          </p:nvCxnSpPr>
          <p:spPr>
            <a:xfrm>
              <a:off x="11606784"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CB1D45AE-FC53-4BB4-A9CD-C563C03A1195}"/>
                </a:ext>
              </a:extLst>
            </p:cNvPr>
            <p:cNvCxnSpPr/>
            <p:nvPr/>
          </p:nvCxnSpPr>
          <p:spPr>
            <a:xfrm>
              <a:off x="11314176"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8325177A-06D9-4C2A-B7EF-984A90245BF7}"/>
                </a:ext>
              </a:extLst>
            </p:cNvPr>
            <p:cNvCxnSpPr/>
            <p:nvPr/>
          </p:nvCxnSpPr>
          <p:spPr>
            <a:xfrm>
              <a:off x="1189939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D2B67796-DF72-4C3B-A79D-7534FD3084C9}"/>
                </a:ext>
              </a:extLst>
            </p:cNvPr>
            <p:cNvCxnSpPr/>
            <p:nvPr/>
          </p:nvCxnSpPr>
          <p:spPr>
            <a:xfrm>
              <a:off x="1219200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8B2C409-2FF7-4120-9E48-02A446B82DD6}"/>
                </a:ext>
              </a:extLst>
            </p:cNvPr>
            <p:cNvCxnSpPr/>
            <p:nvPr/>
          </p:nvCxnSpPr>
          <p:spPr>
            <a:xfrm>
              <a:off x="0" y="175564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F3E0130A-B11A-42AB-8439-3CB0569F1C08}"/>
                </a:ext>
              </a:extLst>
            </p:cNvPr>
            <p:cNvCxnSpPr/>
            <p:nvPr/>
          </p:nvCxnSpPr>
          <p:spPr>
            <a:xfrm>
              <a:off x="0" y="204825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840B631-CB23-44B8-823B-56619D54F0E4}"/>
                </a:ext>
              </a:extLst>
            </p:cNvPr>
            <p:cNvCxnSpPr/>
            <p:nvPr/>
          </p:nvCxnSpPr>
          <p:spPr>
            <a:xfrm>
              <a:off x="0" y="234086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C7DD460B-BBE5-43D6-95DF-C1C1CC6239C6}"/>
                </a:ext>
              </a:extLst>
            </p:cNvPr>
            <p:cNvCxnSpPr/>
            <p:nvPr/>
          </p:nvCxnSpPr>
          <p:spPr>
            <a:xfrm>
              <a:off x="0" y="263347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7F5BEEB4-62B8-420A-9489-8319B9432C34}"/>
                </a:ext>
              </a:extLst>
            </p:cNvPr>
            <p:cNvCxnSpPr/>
            <p:nvPr/>
          </p:nvCxnSpPr>
          <p:spPr>
            <a:xfrm>
              <a:off x="0" y="292608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79242164-82A4-4DA9-B78C-33430C241872}"/>
                </a:ext>
              </a:extLst>
            </p:cNvPr>
            <p:cNvCxnSpPr/>
            <p:nvPr/>
          </p:nvCxnSpPr>
          <p:spPr>
            <a:xfrm>
              <a:off x="0" y="321868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1D8767DD-4892-4904-AE72-87087DD9CCC2}"/>
                </a:ext>
              </a:extLst>
            </p:cNvPr>
            <p:cNvCxnSpPr/>
            <p:nvPr/>
          </p:nvCxnSpPr>
          <p:spPr>
            <a:xfrm>
              <a:off x="0" y="351129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245FC793-2AD0-4021-B3FB-391EDDE6CB63}"/>
                </a:ext>
              </a:extLst>
            </p:cNvPr>
            <p:cNvCxnSpPr/>
            <p:nvPr userDrawn="1"/>
          </p:nvCxnSpPr>
          <p:spPr>
            <a:xfrm>
              <a:off x="0" y="380390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8091C6C8-296D-4AA9-8F03-7DEA5FA7D71A}"/>
                </a:ext>
              </a:extLst>
            </p:cNvPr>
            <p:cNvCxnSpPr/>
            <p:nvPr userDrawn="1"/>
          </p:nvCxnSpPr>
          <p:spPr>
            <a:xfrm>
              <a:off x="0" y="409651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1CBDA8A-698A-4B1C-BC41-CD72C2900FE8}"/>
                </a:ext>
              </a:extLst>
            </p:cNvPr>
            <p:cNvCxnSpPr/>
            <p:nvPr userDrawn="1"/>
          </p:nvCxnSpPr>
          <p:spPr>
            <a:xfrm>
              <a:off x="0" y="438912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F0780C82-EF19-43A2-BF1B-31FDFBA092CA}"/>
                </a:ext>
              </a:extLst>
            </p:cNvPr>
            <p:cNvCxnSpPr/>
            <p:nvPr userDrawn="1"/>
          </p:nvCxnSpPr>
          <p:spPr>
            <a:xfrm>
              <a:off x="0" y="468172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13492339-9370-44E2-8C4D-414393DEB764}"/>
                </a:ext>
              </a:extLst>
            </p:cNvPr>
            <p:cNvCxnSpPr/>
            <p:nvPr userDrawn="1"/>
          </p:nvCxnSpPr>
          <p:spPr>
            <a:xfrm>
              <a:off x="0" y="497433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EBF7CE2A-C0A7-4C6F-88B8-E40107AE34E8}"/>
                </a:ext>
              </a:extLst>
            </p:cNvPr>
            <p:cNvCxnSpPr/>
            <p:nvPr userDrawn="1"/>
          </p:nvCxnSpPr>
          <p:spPr>
            <a:xfrm>
              <a:off x="0" y="526694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CCD7A1D0-B060-4037-BFAE-80FAF89CC35F}"/>
                </a:ext>
              </a:extLst>
            </p:cNvPr>
            <p:cNvCxnSpPr/>
            <p:nvPr userDrawn="1"/>
          </p:nvCxnSpPr>
          <p:spPr>
            <a:xfrm>
              <a:off x="0" y="555955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2A121C21-7F60-43D7-B9B4-682B9D22E24D}"/>
                </a:ext>
              </a:extLst>
            </p:cNvPr>
            <p:cNvCxnSpPr/>
            <p:nvPr userDrawn="1"/>
          </p:nvCxnSpPr>
          <p:spPr>
            <a:xfrm>
              <a:off x="0" y="585216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3" name=".64 square" hidden="1">
            <a:extLst>
              <a:ext uri="{FF2B5EF4-FFF2-40B4-BE49-F238E27FC236}">
                <a16:creationId xmlns:a16="http://schemas.microsoft.com/office/drawing/2014/main" id="{90E0CE0A-15D7-405F-8DFA-B7F5AF47B03C}"/>
              </a:ext>
            </a:extLst>
          </p:cNvPr>
          <p:cNvSpPr/>
          <p:nvPr userDrawn="1"/>
        </p:nvSpPr>
        <p:spPr bwMode="auto">
          <a:xfrm>
            <a:off x="0" y="0"/>
            <a:ext cx="585216" cy="585216"/>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sp>
        <p:nvSpPr>
          <p:cNvPr id="35" name=".32 square" hidden="1">
            <a:extLst>
              <a:ext uri="{FF2B5EF4-FFF2-40B4-BE49-F238E27FC236}">
                <a16:creationId xmlns:a16="http://schemas.microsoft.com/office/drawing/2014/main" id="{09835393-211C-428D-B22F-51EE7A413599}"/>
              </a:ext>
            </a:extLst>
          </p:cNvPr>
          <p:cNvSpPr/>
          <p:nvPr userDrawn="1"/>
        </p:nvSpPr>
        <p:spPr bwMode="auto">
          <a:xfrm>
            <a:off x="0" y="0"/>
            <a:ext cx="292608" cy="292608"/>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pic>
        <p:nvPicPr>
          <p:cNvPr id="48" name="MS Brand colors" descr="These are Microsoft Brand colors. The color bar is placed to the side of the Theme master so that it will be visible on all slides. Users can use the 'eye dropper' color tools under Color Fill Shape, Color Fill line etc. to easily select Brand colors. ">
            <a:extLst>
              <a:ext uri="{FF2B5EF4-FFF2-40B4-BE49-F238E27FC236}">
                <a16:creationId xmlns:a16="http://schemas.microsoft.com/office/drawing/2014/main" id="{64D47851-93E6-4066-B42D-42968BFB647D}"/>
              </a:ext>
              <a:ext uri="{C183D7F6-B498-43B3-948B-1728B52AA6E4}">
                <adec:decorative xmlns:adec="http://schemas.microsoft.com/office/drawing/2017/decorative" val="0"/>
              </a:ext>
            </a:extLst>
          </p:cNvPr>
          <p:cNvPicPr>
            <a:picLocks noChangeAspect="1"/>
          </p:cNvPicPr>
          <p:nvPr userDrawn="1"/>
        </p:nvPicPr>
        <p:blipFill rotWithShape="1">
          <a:blip r:embed="rId74"/>
          <a:srcRect l="762"/>
          <a:stretch/>
        </p:blipFill>
        <p:spPr>
          <a:xfrm rot="5400000">
            <a:off x="9509760" y="2843773"/>
            <a:ext cx="6858000" cy="1170455"/>
          </a:xfrm>
          <a:prstGeom prst="rect">
            <a:avLst/>
          </a:prstGeom>
        </p:spPr>
      </p:pic>
    </p:spTree>
    <p:extLst>
      <p:ext uri="{BB962C8B-B14F-4D97-AF65-F5344CB8AC3E}">
        <p14:creationId xmlns:p14="http://schemas.microsoft.com/office/powerpoint/2010/main" val="3588427678"/>
      </p:ext>
    </p:extLst>
  </p:cSld>
  <p:clrMap bg1="lt1" tx1="dk1" bg2="lt2" tx2="dk2" accent1="accent1" accent2="accent2" accent3="accent3" accent4="accent4" accent5="accent5" accent6="accent6" hlink="hlink" folHlink="folHlink"/>
  <p:sldLayoutIdLst>
    <p:sldLayoutId id="2147485189" r:id="rId1"/>
    <p:sldLayoutId id="2147485215" r:id="rId2"/>
    <p:sldLayoutId id="2147485216" r:id="rId3"/>
    <p:sldLayoutId id="2147485227" r:id="rId4"/>
    <p:sldLayoutId id="2147485218" r:id="rId5"/>
    <p:sldLayoutId id="2147485219" r:id="rId6"/>
    <p:sldLayoutId id="2147485220" r:id="rId7"/>
    <p:sldLayoutId id="2147485228" r:id="rId8"/>
    <p:sldLayoutId id="2147485190" r:id="rId9"/>
    <p:sldLayoutId id="2147484610" r:id="rId10"/>
    <p:sldLayoutId id="2147485203" r:id="rId11"/>
    <p:sldLayoutId id="2147485202" r:id="rId12"/>
    <p:sldLayoutId id="2147484710" r:id="rId13"/>
    <p:sldLayoutId id="2147484240" r:id="rId14"/>
    <p:sldLayoutId id="2147484910" r:id="rId15"/>
    <p:sldLayoutId id="2147484911" r:id="rId16"/>
    <p:sldLayoutId id="2147485050" r:id="rId17"/>
    <p:sldLayoutId id="2147485165" r:id="rId18"/>
    <p:sldLayoutId id="2147484941" r:id="rId19"/>
    <p:sldLayoutId id="2147484942" r:id="rId20"/>
    <p:sldLayoutId id="2147485162" r:id="rId21"/>
    <p:sldLayoutId id="2147484639" r:id="rId22"/>
    <p:sldLayoutId id="2147484943" r:id="rId23"/>
    <p:sldLayoutId id="2147484603" r:id="rId24"/>
    <p:sldLayoutId id="2147484833" r:id="rId25"/>
    <p:sldLayoutId id="2147484834" r:id="rId26"/>
    <p:sldLayoutId id="2147484835" r:id="rId27"/>
    <p:sldLayoutId id="2147484922" r:id="rId28"/>
    <p:sldLayoutId id="2147484923" r:id="rId29"/>
    <p:sldLayoutId id="2147484924" r:id="rId30"/>
    <p:sldLayoutId id="2147484839" r:id="rId31"/>
    <p:sldLayoutId id="2147484840" r:id="rId32"/>
    <p:sldLayoutId id="2147484841" r:id="rId33"/>
    <p:sldLayoutId id="2147484842" r:id="rId34"/>
    <p:sldLayoutId id="2147484843" r:id="rId35"/>
    <p:sldLayoutId id="2147484938" r:id="rId36"/>
    <p:sldLayoutId id="2147484939" r:id="rId37"/>
    <p:sldLayoutId id="2147484940" r:id="rId38"/>
    <p:sldLayoutId id="2147485161" r:id="rId39"/>
    <p:sldLayoutId id="2147485152" r:id="rId40"/>
    <p:sldLayoutId id="2147485153" r:id="rId41"/>
    <p:sldLayoutId id="2147485154" r:id="rId42"/>
    <p:sldLayoutId id="2147484944" r:id="rId43"/>
    <p:sldLayoutId id="2147484945" r:id="rId44"/>
    <p:sldLayoutId id="2147485137" r:id="rId45"/>
    <p:sldLayoutId id="2147485138" r:id="rId46"/>
    <p:sldLayoutId id="2147485139" r:id="rId47"/>
    <p:sldLayoutId id="2147485140" r:id="rId48"/>
    <p:sldLayoutId id="2147485141" r:id="rId49"/>
    <p:sldLayoutId id="2147485142" r:id="rId50"/>
    <p:sldLayoutId id="2147485212" r:id="rId51"/>
    <p:sldLayoutId id="2147485213" r:id="rId52"/>
    <p:sldLayoutId id="2147485214" r:id="rId53"/>
    <p:sldLayoutId id="2147485224" r:id="rId54"/>
    <p:sldLayoutId id="2147484249" r:id="rId55"/>
    <p:sldLayoutId id="2147484640" r:id="rId56"/>
    <p:sldLayoutId id="2147485198" r:id="rId57"/>
    <p:sldLayoutId id="2147485199" r:id="rId58"/>
    <p:sldLayoutId id="2147484583" r:id="rId59"/>
    <p:sldLayoutId id="2147484584" r:id="rId60"/>
    <p:sldLayoutId id="2147485206" r:id="rId61"/>
    <p:sldLayoutId id="2147485222" r:id="rId62"/>
    <p:sldLayoutId id="2147485223" r:id="rId63"/>
    <p:sldLayoutId id="2147485226" r:id="rId64"/>
    <p:sldLayoutId id="2147485225" r:id="rId65"/>
    <p:sldLayoutId id="2147485229" r:id="rId66"/>
    <p:sldLayoutId id="2147484671" r:id="rId67"/>
    <p:sldLayoutId id="2147484673" r:id="rId68"/>
    <p:sldLayoutId id="2147485204" r:id="rId69"/>
    <p:sldLayoutId id="2147485205" r:id="rId70"/>
    <p:sldLayoutId id="2147484299" r:id="rId71"/>
    <p:sldLayoutId id="2147484263" r:id="rId72"/>
  </p:sldLayoutIdLst>
  <p:transition>
    <p:fade/>
  </p:transition>
  <p:hf sldNum="0" hdr="0" ftr="0" dt="0"/>
  <p:txStyles>
    <p:titleStyle>
      <a:lvl1pPr algn="l" defTabSz="932742" rtl="0" eaLnBrk="1" latinLnBrk="0" hangingPunct="1">
        <a:lnSpc>
          <a:spcPct val="100000"/>
        </a:lnSpc>
        <a:spcBef>
          <a:spcPct val="0"/>
        </a:spcBef>
        <a:buNone/>
        <a:defRPr lang="en-US" sz="3600" b="0" kern="1200" cap="none" spc="-50" baseline="0" dirty="0" smtClean="0">
          <a:ln w="3175">
            <a:noFill/>
          </a:ln>
          <a:solidFill>
            <a:schemeClr val="tx1"/>
          </a:solidFill>
          <a:effectLst/>
          <a:latin typeface="+mj-lt"/>
          <a:ea typeface="+mn-ea"/>
          <a:cs typeface="Segoe UI" pitchFamily="34" charset="0"/>
        </a:defRPr>
      </a:lvl1pPr>
    </p:titleStyle>
    <p:body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6" pos="368" userDrawn="1">
          <p15:clr>
            <a:srgbClr val="C35EA4"/>
          </p15:clr>
        </p15:guide>
        <p15:guide id="17" pos="7313" userDrawn="1">
          <p15:clr>
            <a:srgbClr val="C35EA4"/>
          </p15:clr>
        </p15:guide>
        <p15:guide id="25" orient="horz" pos="369" userDrawn="1">
          <p15:clr>
            <a:srgbClr val="C35EA4"/>
          </p15:clr>
        </p15:guide>
        <p15:guide id="26" orient="horz" pos="3949" userDrawn="1">
          <p15:clr>
            <a:srgbClr val="C35EA4"/>
          </p15:clr>
        </p15:guide>
        <p15:guide id="27" orient="horz" pos="184" userDrawn="1">
          <p15:clr>
            <a:srgbClr val="A4A3A4"/>
          </p15:clr>
        </p15:guide>
        <p15:guide id="28" pos="185" userDrawn="1">
          <p15:clr>
            <a:srgbClr val="A4A3A4"/>
          </p15:clr>
        </p15:guide>
        <p15:guide id="29" orient="horz" pos="4135" userDrawn="1">
          <p15:clr>
            <a:srgbClr val="A4A3A4"/>
          </p15:clr>
        </p15:guide>
        <p15:guide id="30" pos="7495" userDrawn="1">
          <p15:clr>
            <a:srgbClr val="A4A3A4"/>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9.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8.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9.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0.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0.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9.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6.xml"/></Relationships>
</file>

<file path=ppt/slides/_rels/slide18.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chart" Target="../charts/chart1.xml"/><Relationship Id="rId1" Type="http://schemas.openxmlformats.org/officeDocument/2006/relationships/slideLayout" Target="../slideLayouts/slideLayout2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0.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4.xml"/></Relationships>
</file>

<file path=ppt/slides/_rels/slide22.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7.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9.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0.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5.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6.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3.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4.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5.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4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6.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9.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8.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4.xml"/></Relationships>
</file>

<file path=ppt/slides/_rels/slide37.xml.rels><?xml version="1.0" encoding="UTF-8" standalone="yes"?>
<Relationships xmlns="http://schemas.openxmlformats.org/package/2006/relationships"><Relationship Id="rId3" Type="http://schemas.openxmlformats.org/officeDocument/2006/relationships/image" Target="../media/image39.emf"/><Relationship Id="rId2" Type="http://schemas.openxmlformats.org/officeDocument/2006/relationships/notesSlide" Target="../notesSlides/notesSlide22.xml"/><Relationship Id="rId1" Type="http://schemas.openxmlformats.org/officeDocument/2006/relationships/slideLayout" Target="../slideLayouts/slideLayout24.xml"/><Relationship Id="rId6" Type="http://schemas.openxmlformats.org/officeDocument/2006/relationships/hyperlink" Target="https://support.office.com/en-US/article/Make-your-PowerPoint-presentations-accessible-6f7772b2-2f33-4bd2-8ca7-dae3b2b3ef25" TargetMode="External"/><Relationship Id="rId5" Type="http://schemas.openxmlformats.org/officeDocument/2006/relationships/image" Target="../media/image40.png"/><Relationship Id="rId4" Type="http://schemas.openxmlformats.org/officeDocument/2006/relationships/hyperlink" Target="http://www.paciellogroup.com/resources/contrastAnalyser" TargetMode="External"/></Relationships>
</file>

<file path=ppt/slides/_rels/slide38.xml.rels><?xml version="1.0" encoding="UTF-8" standalone="yes"?>
<Relationships xmlns="http://schemas.openxmlformats.org/package/2006/relationships"><Relationship Id="rId3" Type="http://schemas.openxmlformats.org/officeDocument/2006/relationships/hyperlink" Target="https://www.paciellogroup.com/resources/contrastanalyser/" TargetMode="External"/><Relationship Id="rId2" Type="http://schemas.openxmlformats.org/officeDocument/2006/relationships/notesSlide" Target="../notesSlides/notesSlide23.xml"/><Relationship Id="rId1" Type="http://schemas.openxmlformats.org/officeDocument/2006/relationships/slideLayout" Target="../slideLayouts/slideLayout24.xml"/><Relationship Id="rId5" Type="http://schemas.openxmlformats.org/officeDocument/2006/relationships/hyperlink" Target="https://microsoft.sharepoint.com/teams/BrandCentral/Guidelines/Microsoft_color_guidelines.pdf" TargetMode="External"/><Relationship Id="rId4" Type="http://schemas.openxmlformats.org/officeDocument/2006/relationships/hyperlink" Target="https://www.microsoft.com/enable/" TargetMode="External"/></Relationships>
</file>

<file path=ppt/slides/_rels/slide39.xml.rels><?xml version="1.0" encoding="UTF-8" standalone="yes"?>
<Relationships xmlns="http://schemas.openxmlformats.org/package/2006/relationships"><Relationship Id="rId3" Type="http://schemas.openxmlformats.org/officeDocument/2006/relationships/image" Target="../media/image41.svg"/><Relationship Id="rId7" Type="http://schemas.openxmlformats.org/officeDocument/2006/relationships/image" Target="../media/image45.jpg"/><Relationship Id="rId2" Type="http://schemas.openxmlformats.org/officeDocument/2006/relationships/notesSlide" Target="../notesSlides/notesSlide24.xml"/><Relationship Id="rId1" Type="http://schemas.openxmlformats.org/officeDocument/2006/relationships/slideLayout" Target="../slideLayouts/slideLayout24.xml"/><Relationship Id="rId6" Type="http://schemas.openxmlformats.org/officeDocument/2006/relationships/image" Target="../media/image44.jpg"/><Relationship Id="rId5" Type="http://schemas.openxmlformats.org/officeDocument/2006/relationships/image" Target="../media/image43.jpg"/><Relationship Id="rId4" Type="http://schemas.openxmlformats.org/officeDocument/2006/relationships/image" Target="../media/image42.jpg"/></Relationships>
</file>

<file path=ppt/slides/_rels/slide40.xml.rels><?xml version="1.0" encoding="UTF-8" standalone="yes"?>
<Relationships xmlns="http://schemas.openxmlformats.org/package/2006/relationships"><Relationship Id="rId3" Type="http://schemas.openxmlformats.org/officeDocument/2006/relationships/hyperlink" Target="https://microsoft.sharepoint.com/teams/BrandCentral/Documents/Monoline_icon_guide_and_library_for_PowerPoint.zip" TargetMode="External"/><Relationship Id="rId7" Type="http://schemas.openxmlformats.org/officeDocument/2006/relationships/image" Target="../media/image49.png"/><Relationship Id="rId2" Type="http://schemas.openxmlformats.org/officeDocument/2006/relationships/notesSlide" Target="../notesSlides/notesSlide25.xml"/><Relationship Id="rId1" Type="http://schemas.openxmlformats.org/officeDocument/2006/relationships/slideLayout" Target="../slideLayouts/slideLayout24.xml"/><Relationship Id="rId6" Type="http://schemas.openxmlformats.org/officeDocument/2006/relationships/image" Target="../media/image48.png"/><Relationship Id="rId5" Type="http://schemas.openxmlformats.org/officeDocument/2006/relationships/image" Target="../media/image47.png"/><Relationship Id="rId4" Type="http://schemas.openxmlformats.org/officeDocument/2006/relationships/image" Target="../media/image46.jpg"/></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46.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55.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56.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57.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7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7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588263" y="2425541"/>
            <a:ext cx="4167887" cy="1107996"/>
          </a:xfrm>
        </p:spPr>
        <p:txBody>
          <a:bodyPr/>
          <a:lstStyle/>
          <a:p>
            <a:r>
              <a:rPr lang="en-US" dirty="0"/>
              <a:t>Event name or presentation title</a:t>
            </a:r>
          </a:p>
        </p:txBody>
      </p:sp>
      <p:sp>
        <p:nvSpPr>
          <p:cNvPr id="5" name="Text Placeholder 4"/>
          <p:cNvSpPr>
            <a:spLocks noGrp="1"/>
          </p:cNvSpPr>
          <p:nvPr>
            <p:ph type="body" sz="quarter" idx="12"/>
          </p:nvPr>
        </p:nvSpPr>
        <p:spPr>
          <a:xfrm>
            <a:off x="582042" y="3962400"/>
            <a:ext cx="4164583" cy="338554"/>
          </a:xfrm>
        </p:spPr>
        <p:txBody>
          <a:bodyPr/>
          <a:lstStyle/>
          <a:p>
            <a:r>
              <a:rPr lang="en-US" dirty="0"/>
              <a:t>Subtitle or speaker name</a:t>
            </a:r>
          </a:p>
        </p:txBody>
      </p:sp>
      <p:sp>
        <p:nvSpPr>
          <p:cNvPr id="6" name="Picture Placeholder 5" descr="Picture placeholder">
            <a:extLst>
              <a:ext uri="{FF2B5EF4-FFF2-40B4-BE49-F238E27FC236}">
                <a16:creationId xmlns:a16="http://schemas.microsoft.com/office/drawing/2014/main" id="{EF4241A6-ED09-4F31-A9F8-27C71F3C3111}"/>
              </a:ext>
            </a:extLst>
          </p:cNvPr>
          <p:cNvSpPr>
            <a:spLocks noGrp="1"/>
          </p:cNvSpPr>
          <p:nvPr>
            <p:ph type="pic" sz="quarter" idx="11"/>
          </p:nvPr>
        </p:nvSpPr>
        <p:spPr/>
        <p:txBody>
          <a:bodyPr/>
          <a:lstStyle/>
          <a:p>
            <a:endParaRPr lang="en-GB"/>
          </a:p>
        </p:txBody>
      </p:sp>
    </p:spTree>
    <p:extLst>
      <p:ext uri="{BB962C8B-B14F-4D97-AF65-F5344CB8AC3E}">
        <p14:creationId xmlns:p14="http://schemas.microsoft.com/office/powerpoint/2010/main" val="1827871102"/>
      </p:ext>
    </p:extLst>
  </p:cSld>
  <p:clrMapOvr>
    <a:masterClrMapping/>
  </p:clrMapOvr>
  <p:transition>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588263" y="2425541"/>
            <a:ext cx="4167887" cy="1107996"/>
          </a:xfrm>
        </p:spPr>
        <p:txBody>
          <a:bodyPr/>
          <a:lstStyle/>
          <a:p>
            <a:r>
              <a:rPr lang="en-US" dirty="0"/>
              <a:t>Event name or presentation title</a:t>
            </a:r>
          </a:p>
        </p:txBody>
      </p:sp>
      <p:sp>
        <p:nvSpPr>
          <p:cNvPr id="5" name="Text Placeholder 4"/>
          <p:cNvSpPr>
            <a:spLocks noGrp="1"/>
          </p:cNvSpPr>
          <p:nvPr>
            <p:ph type="body" sz="quarter" idx="12"/>
          </p:nvPr>
        </p:nvSpPr>
        <p:spPr>
          <a:xfrm>
            <a:off x="582042" y="3962400"/>
            <a:ext cx="4164583" cy="338554"/>
          </a:xfrm>
        </p:spPr>
        <p:txBody>
          <a:bodyPr/>
          <a:lstStyle/>
          <a:p>
            <a:r>
              <a:rPr lang="en-US"/>
              <a:t>Subtitle or speaker name</a:t>
            </a:r>
            <a:endParaRPr lang="en-US" dirty="0"/>
          </a:p>
        </p:txBody>
      </p:sp>
    </p:spTree>
    <p:extLst>
      <p:ext uri="{BB962C8B-B14F-4D97-AF65-F5344CB8AC3E}">
        <p14:creationId xmlns:p14="http://schemas.microsoft.com/office/powerpoint/2010/main" val="2669305560"/>
      </p:ext>
    </p:extLst>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Event name or presentation title</a:t>
            </a:r>
          </a:p>
        </p:txBody>
      </p:sp>
      <p:sp>
        <p:nvSpPr>
          <p:cNvPr id="5" name="Text Placeholder 4"/>
          <p:cNvSpPr>
            <a:spLocks noGrp="1"/>
          </p:cNvSpPr>
          <p:nvPr>
            <p:ph type="body" sz="quarter" idx="12"/>
          </p:nvPr>
        </p:nvSpPr>
        <p:spPr/>
        <p:txBody>
          <a:bodyPr/>
          <a:lstStyle/>
          <a:p>
            <a:r>
              <a:rPr lang="en-US"/>
              <a:t>Subtitle or speaker name</a:t>
            </a:r>
            <a:endParaRPr lang="en-US" dirty="0"/>
          </a:p>
        </p:txBody>
      </p:sp>
    </p:spTree>
    <p:extLst>
      <p:ext uri="{BB962C8B-B14F-4D97-AF65-F5344CB8AC3E}">
        <p14:creationId xmlns:p14="http://schemas.microsoft.com/office/powerpoint/2010/main" val="471867069"/>
      </p:ext>
    </p:extLst>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1591E90C-16E7-42C3-96D0-337EFCB21E4A}"/>
              </a:ext>
            </a:extLst>
          </p:cNvPr>
          <p:cNvSpPr>
            <a:spLocks noGrp="1"/>
          </p:cNvSpPr>
          <p:nvPr>
            <p:ph type="title"/>
          </p:nvPr>
        </p:nvSpPr>
        <p:spPr>
          <a:xfrm>
            <a:off x="588263" y="3152001"/>
            <a:ext cx="2053337" cy="553998"/>
          </a:xfrm>
        </p:spPr>
        <p:txBody>
          <a:bodyPr/>
          <a:lstStyle/>
          <a:p>
            <a:r>
              <a:rPr lang="en-US"/>
              <a:t>Agenda</a:t>
            </a:r>
            <a:endParaRPr lang="en-US" dirty="0"/>
          </a:p>
        </p:txBody>
      </p:sp>
      <p:sp>
        <p:nvSpPr>
          <p:cNvPr id="6" name="Text Placeholder 5">
            <a:extLst>
              <a:ext uri="{FF2B5EF4-FFF2-40B4-BE49-F238E27FC236}">
                <a16:creationId xmlns:a16="http://schemas.microsoft.com/office/drawing/2014/main" id="{460D15DF-EF97-44E8-BCDF-D3F111A97291}"/>
              </a:ext>
            </a:extLst>
          </p:cNvPr>
          <p:cNvSpPr>
            <a:spLocks noGrp="1"/>
          </p:cNvSpPr>
          <p:nvPr>
            <p:ph type="body" sz="quarter" idx="10"/>
          </p:nvPr>
        </p:nvSpPr>
        <p:spPr>
          <a:xfrm>
            <a:off x="4165600" y="2604159"/>
            <a:ext cx="5212080" cy="1649682"/>
          </a:xfrm>
        </p:spPr>
        <p:txBody>
          <a:bodyPr/>
          <a:lstStyle/>
          <a:p>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t>
            </a:r>
          </a:p>
          <a:p>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t>
            </a:r>
          </a:p>
          <a:p>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t>
            </a:r>
          </a:p>
          <a:p>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t>
            </a:r>
          </a:p>
          <a:p>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t>
            </a:r>
          </a:p>
        </p:txBody>
      </p:sp>
    </p:spTree>
    <p:extLst>
      <p:ext uri="{BB962C8B-B14F-4D97-AF65-F5344CB8AC3E}">
        <p14:creationId xmlns:p14="http://schemas.microsoft.com/office/powerpoint/2010/main" val="426918691"/>
      </p:ext>
    </p:extLst>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itle 13">
            <a:extLst>
              <a:ext uri="{FF2B5EF4-FFF2-40B4-BE49-F238E27FC236}">
                <a16:creationId xmlns:a16="http://schemas.microsoft.com/office/drawing/2014/main" id="{8FCF9FA0-2051-4EA0-B113-BFD1A8573D6E}"/>
              </a:ext>
            </a:extLst>
          </p:cNvPr>
          <p:cNvSpPr>
            <a:spLocks noGrp="1"/>
          </p:cNvSpPr>
          <p:nvPr>
            <p:ph type="title"/>
          </p:nvPr>
        </p:nvSpPr>
        <p:spPr>
          <a:xfrm>
            <a:off x="588263" y="457200"/>
            <a:ext cx="11018520" cy="553998"/>
          </a:xfrm>
        </p:spPr>
        <p:txBody>
          <a:bodyPr/>
          <a:lstStyle/>
          <a:p>
            <a:r>
              <a:rPr lang="en-US" dirty="0"/>
              <a:t>Agenda</a:t>
            </a:r>
          </a:p>
        </p:txBody>
      </p:sp>
      <p:sp>
        <p:nvSpPr>
          <p:cNvPr id="17" name="Text Placeholder 16">
            <a:extLst>
              <a:ext uri="{FF2B5EF4-FFF2-40B4-BE49-F238E27FC236}">
                <a16:creationId xmlns:a16="http://schemas.microsoft.com/office/drawing/2014/main" id="{F80EE26E-0B39-40A4-A4B3-F99F1A076321}"/>
              </a:ext>
            </a:extLst>
          </p:cNvPr>
          <p:cNvSpPr>
            <a:spLocks noGrp="1"/>
          </p:cNvSpPr>
          <p:nvPr>
            <p:ph type="body" sz="quarter" idx="16"/>
          </p:nvPr>
        </p:nvSpPr>
        <p:spPr>
          <a:xfrm>
            <a:off x="584200" y="1666187"/>
            <a:ext cx="2532063" cy="615553"/>
          </a:xfrm>
        </p:spPr>
        <p:txBody>
          <a:bodyPr/>
          <a:lstStyle/>
          <a:p>
            <a:r>
              <a:rPr lang="en-US" dirty="0"/>
              <a:t>Section 1</a:t>
            </a:r>
          </a:p>
        </p:txBody>
      </p:sp>
      <p:sp>
        <p:nvSpPr>
          <p:cNvPr id="15" name="Text Placeholder 14">
            <a:extLst>
              <a:ext uri="{FF2B5EF4-FFF2-40B4-BE49-F238E27FC236}">
                <a16:creationId xmlns:a16="http://schemas.microsoft.com/office/drawing/2014/main" id="{B7CB1CB2-60A1-4520-848B-89A12090A711}"/>
              </a:ext>
            </a:extLst>
          </p:cNvPr>
          <p:cNvSpPr>
            <a:spLocks noGrp="1"/>
          </p:cNvSpPr>
          <p:nvPr>
            <p:ph type="body" sz="quarter" idx="14"/>
          </p:nvPr>
        </p:nvSpPr>
        <p:spPr>
          <a:xfrm>
            <a:off x="584200" y="2511027"/>
            <a:ext cx="2532063" cy="1698927"/>
          </a:xfrm>
        </p:spPr>
        <p:txBody>
          <a:bodyPr/>
          <a:lstStyle/>
          <a:p>
            <a:r>
              <a:rPr lang="en-US" dirty="0"/>
              <a:t>Lorem ipsum dolor sit amet, consectetuer adipiscing elit. </a:t>
            </a:r>
          </a:p>
        </p:txBody>
      </p:sp>
      <p:sp>
        <p:nvSpPr>
          <p:cNvPr id="18" name="Text Placeholder 17">
            <a:extLst>
              <a:ext uri="{FF2B5EF4-FFF2-40B4-BE49-F238E27FC236}">
                <a16:creationId xmlns:a16="http://schemas.microsoft.com/office/drawing/2014/main" id="{889F8762-348E-4B6F-B198-173EB13E9541}"/>
              </a:ext>
            </a:extLst>
          </p:cNvPr>
          <p:cNvSpPr>
            <a:spLocks noGrp="1"/>
          </p:cNvSpPr>
          <p:nvPr>
            <p:ph type="body" sz="quarter" idx="17"/>
          </p:nvPr>
        </p:nvSpPr>
        <p:spPr>
          <a:xfrm>
            <a:off x="3413125" y="1666187"/>
            <a:ext cx="2533650" cy="615553"/>
          </a:xfrm>
        </p:spPr>
        <p:txBody>
          <a:bodyPr/>
          <a:lstStyle/>
          <a:p>
            <a:r>
              <a:rPr lang="en-US" dirty="0"/>
              <a:t>Section 2</a:t>
            </a:r>
          </a:p>
        </p:txBody>
      </p:sp>
      <p:sp>
        <p:nvSpPr>
          <p:cNvPr id="16" name="Text Placeholder 15">
            <a:extLst>
              <a:ext uri="{FF2B5EF4-FFF2-40B4-BE49-F238E27FC236}">
                <a16:creationId xmlns:a16="http://schemas.microsoft.com/office/drawing/2014/main" id="{342F1560-7F6A-4F80-8AA4-8D460EA71E7E}"/>
              </a:ext>
            </a:extLst>
          </p:cNvPr>
          <p:cNvSpPr>
            <a:spLocks noGrp="1"/>
          </p:cNvSpPr>
          <p:nvPr>
            <p:ph type="body" sz="quarter" idx="15"/>
          </p:nvPr>
        </p:nvSpPr>
        <p:spPr>
          <a:xfrm>
            <a:off x="3413125" y="2504387"/>
            <a:ext cx="2532063" cy="1698927"/>
          </a:xfrm>
        </p:spPr>
        <p:txBody>
          <a:bodyPr/>
          <a:lstStyle/>
          <a:p>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t>
            </a:r>
          </a:p>
        </p:txBody>
      </p:sp>
      <p:sp>
        <p:nvSpPr>
          <p:cNvPr id="19" name="Text Placeholder 18">
            <a:extLst>
              <a:ext uri="{FF2B5EF4-FFF2-40B4-BE49-F238E27FC236}">
                <a16:creationId xmlns:a16="http://schemas.microsoft.com/office/drawing/2014/main" id="{DD94954C-EB1A-4324-88BA-79F88233ED2B}"/>
              </a:ext>
            </a:extLst>
          </p:cNvPr>
          <p:cNvSpPr>
            <a:spLocks noGrp="1"/>
          </p:cNvSpPr>
          <p:nvPr>
            <p:ph type="body" sz="quarter" idx="18"/>
          </p:nvPr>
        </p:nvSpPr>
        <p:spPr>
          <a:xfrm>
            <a:off x="6244208" y="1666187"/>
            <a:ext cx="2532063" cy="615553"/>
          </a:xfrm>
        </p:spPr>
        <p:txBody>
          <a:bodyPr/>
          <a:lstStyle/>
          <a:p>
            <a:r>
              <a:rPr lang="en-US" dirty="0"/>
              <a:t>Section 3</a:t>
            </a:r>
          </a:p>
        </p:txBody>
      </p:sp>
      <p:sp>
        <p:nvSpPr>
          <p:cNvPr id="20" name="Text Placeholder 19">
            <a:extLst>
              <a:ext uri="{FF2B5EF4-FFF2-40B4-BE49-F238E27FC236}">
                <a16:creationId xmlns:a16="http://schemas.microsoft.com/office/drawing/2014/main" id="{D8F3F373-D980-4395-ABFE-F05B71002194}"/>
              </a:ext>
            </a:extLst>
          </p:cNvPr>
          <p:cNvSpPr>
            <a:spLocks noGrp="1"/>
          </p:cNvSpPr>
          <p:nvPr>
            <p:ph type="body" sz="quarter" idx="19"/>
          </p:nvPr>
        </p:nvSpPr>
        <p:spPr>
          <a:xfrm>
            <a:off x="6244208" y="2511027"/>
            <a:ext cx="2532063" cy="1698927"/>
          </a:xfrm>
        </p:spPr>
        <p:txBody>
          <a:bodyPr/>
          <a:lstStyle/>
          <a:p>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t>
            </a:r>
          </a:p>
        </p:txBody>
      </p:sp>
      <p:sp>
        <p:nvSpPr>
          <p:cNvPr id="21" name="Text Placeholder 20">
            <a:extLst>
              <a:ext uri="{FF2B5EF4-FFF2-40B4-BE49-F238E27FC236}">
                <a16:creationId xmlns:a16="http://schemas.microsoft.com/office/drawing/2014/main" id="{F384D5E8-1F53-4AB5-9A71-133FA2C7E3C8}"/>
              </a:ext>
            </a:extLst>
          </p:cNvPr>
          <p:cNvSpPr>
            <a:spLocks noGrp="1"/>
          </p:cNvSpPr>
          <p:nvPr>
            <p:ph type="body" sz="quarter" idx="20"/>
          </p:nvPr>
        </p:nvSpPr>
        <p:spPr>
          <a:xfrm>
            <a:off x="9073133" y="1666187"/>
            <a:ext cx="2533650" cy="615553"/>
          </a:xfrm>
        </p:spPr>
        <p:txBody>
          <a:bodyPr/>
          <a:lstStyle/>
          <a:p>
            <a:r>
              <a:rPr lang="en-US" dirty="0"/>
              <a:t>Section 3</a:t>
            </a:r>
          </a:p>
        </p:txBody>
      </p:sp>
      <p:sp>
        <p:nvSpPr>
          <p:cNvPr id="22" name="Text Placeholder 21">
            <a:extLst>
              <a:ext uri="{FF2B5EF4-FFF2-40B4-BE49-F238E27FC236}">
                <a16:creationId xmlns:a16="http://schemas.microsoft.com/office/drawing/2014/main" id="{C403A1E2-CF81-43B4-9E47-FA63DE88FF98}"/>
              </a:ext>
            </a:extLst>
          </p:cNvPr>
          <p:cNvSpPr>
            <a:spLocks noGrp="1"/>
          </p:cNvSpPr>
          <p:nvPr>
            <p:ph type="body" sz="quarter" idx="21"/>
          </p:nvPr>
        </p:nvSpPr>
        <p:spPr>
          <a:xfrm>
            <a:off x="9073133" y="2504387"/>
            <a:ext cx="2532063" cy="1698927"/>
          </a:xfrm>
        </p:spPr>
        <p:txBody>
          <a:bodyPr/>
          <a:lstStyle/>
          <a:p>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t>
            </a:r>
          </a:p>
        </p:txBody>
      </p:sp>
    </p:spTree>
    <p:extLst>
      <p:ext uri="{BB962C8B-B14F-4D97-AF65-F5344CB8AC3E}">
        <p14:creationId xmlns:p14="http://schemas.microsoft.com/office/powerpoint/2010/main" val="2548789604"/>
      </p:ext>
    </p:extLst>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9F1EDB7-7667-4B5B-81E0-C23953556363}"/>
              </a:ext>
            </a:extLst>
          </p:cNvPr>
          <p:cNvSpPr>
            <a:spLocks noGrp="1"/>
          </p:cNvSpPr>
          <p:nvPr>
            <p:ph type="title"/>
          </p:nvPr>
        </p:nvSpPr>
        <p:spPr/>
        <p:txBody>
          <a:bodyPr/>
          <a:lstStyle/>
          <a:p>
            <a:r>
              <a:rPr lang="en-US" dirty="0"/>
              <a:t>Section title</a:t>
            </a:r>
          </a:p>
        </p:txBody>
      </p:sp>
    </p:spTree>
    <p:extLst>
      <p:ext uri="{BB962C8B-B14F-4D97-AF65-F5344CB8AC3E}">
        <p14:creationId xmlns:p14="http://schemas.microsoft.com/office/powerpoint/2010/main" val="11088012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9F1EDB7-7667-4B5B-81E0-C23953556363}"/>
              </a:ext>
            </a:extLst>
          </p:cNvPr>
          <p:cNvSpPr>
            <a:spLocks noGrp="1"/>
          </p:cNvSpPr>
          <p:nvPr>
            <p:ph type="title"/>
          </p:nvPr>
        </p:nvSpPr>
        <p:spPr/>
        <p:txBody>
          <a:bodyPr/>
          <a:lstStyle/>
          <a:p>
            <a:r>
              <a:rPr lang="en-US" dirty="0"/>
              <a:t>Section title</a:t>
            </a:r>
          </a:p>
        </p:txBody>
      </p:sp>
    </p:spTree>
    <p:extLst>
      <p:ext uri="{BB962C8B-B14F-4D97-AF65-F5344CB8AC3E}">
        <p14:creationId xmlns:p14="http://schemas.microsoft.com/office/powerpoint/2010/main" val="5013972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9F1EDB7-7667-4B5B-81E0-C23953556363}"/>
              </a:ext>
            </a:extLst>
          </p:cNvPr>
          <p:cNvSpPr>
            <a:spLocks noGrp="1"/>
          </p:cNvSpPr>
          <p:nvPr>
            <p:ph type="title"/>
          </p:nvPr>
        </p:nvSpPr>
        <p:spPr/>
        <p:txBody>
          <a:bodyPr/>
          <a:lstStyle/>
          <a:p>
            <a:r>
              <a:rPr lang="en-US" dirty="0"/>
              <a:t>Section title</a:t>
            </a:r>
          </a:p>
        </p:txBody>
      </p:sp>
    </p:spTree>
    <p:extLst>
      <p:ext uri="{BB962C8B-B14F-4D97-AF65-F5344CB8AC3E}">
        <p14:creationId xmlns:p14="http://schemas.microsoft.com/office/powerpoint/2010/main" val="33036264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9F1EDB7-7667-4B5B-81E0-C23953556363}"/>
              </a:ext>
            </a:extLst>
          </p:cNvPr>
          <p:cNvSpPr>
            <a:spLocks noGrp="1"/>
          </p:cNvSpPr>
          <p:nvPr>
            <p:ph type="title"/>
          </p:nvPr>
        </p:nvSpPr>
        <p:spPr/>
        <p:txBody>
          <a:bodyPr/>
          <a:lstStyle/>
          <a:p>
            <a:r>
              <a:rPr lang="en-US" dirty="0"/>
              <a:t>Section title</a:t>
            </a:r>
          </a:p>
        </p:txBody>
      </p:sp>
    </p:spTree>
    <p:extLst>
      <p:ext uri="{BB962C8B-B14F-4D97-AF65-F5344CB8AC3E}">
        <p14:creationId xmlns:p14="http://schemas.microsoft.com/office/powerpoint/2010/main" val="32862698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D6DA865A-3B26-4E5E-956A-0F456ADA354D}"/>
              </a:ext>
            </a:extLst>
          </p:cNvPr>
          <p:cNvSpPr>
            <a:spLocks noGrp="1"/>
          </p:cNvSpPr>
          <p:nvPr>
            <p:ph type="title"/>
          </p:nvPr>
        </p:nvSpPr>
        <p:spPr>
          <a:xfrm>
            <a:off x="2238375" y="1033463"/>
            <a:ext cx="9371013" cy="2946033"/>
          </a:xfrm>
        </p:spPr>
        <p:txBody>
          <a:bodyPr>
            <a:normAutofit/>
          </a:bodyPr>
          <a:lstStyle/>
          <a:p>
            <a:r>
              <a:rPr lang="en-US" dirty="0"/>
              <a:t>Lorem ipsum dolor sit amet, consectetuer adipiscing elit. Maecenas porttitor congue massa. Fusce posuere, magna sed pulvinar ultricies, purus lectus malesuada libero, sit amet commodo magna eros quis </a:t>
            </a:r>
            <a:r>
              <a:rPr lang="en-US" dirty="0" err="1"/>
              <a:t>urna</a:t>
            </a:r>
            <a:r>
              <a:rPr lang="en-US" dirty="0"/>
              <a:t>.</a:t>
            </a:r>
          </a:p>
        </p:txBody>
      </p:sp>
      <p:sp>
        <p:nvSpPr>
          <p:cNvPr id="9" name="Text Placeholder 8">
            <a:extLst>
              <a:ext uri="{FF2B5EF4-FFF2-40B4-BE49-F238E27FC236}">
                <a16:creationId xmlns:a16="http://schemas.microsoft.com/office/drawing/2014/main" id="{4D63B18E-31C5-4368-A5FF-0B23EB51178B}"/>
              </a:ext>
            </a:extLst>
          </p:cNvPr>
          <p:cNvSpPr>
            <a:spLocks noGrp="1"/>
          </p:cNvSpPr>
          <p:nvPr>
            <p:ph type="body" sz="quarter" idx="12"/>
          </p:nvPr>
        </p:nvSpPr>
        <p:spPr>
          <a:xfrm>
            <a:off x="2238375" y="4424994"/>
            <a:ext cx="9371013" cy="338554"/>
          </a:xfrm>
        </p:spPr>
        <p:txBody>
          <a:bodyPr/>
          <a:lstStyle/>
          <a:p>
            <a:r>
              <a:rPr lang="en-US" dirty="0"/>
              <a:t>Name</a:t>
            </a:r>
          </a:p>
        </p:txBody>
      </p:sp>
      <p:sp>
        <p:nvSpPr>
          <p:cNvPr id="10" name="Text Placeholder 9">
            <a:extLst>
              <a:ext uri="{FF2B5EF4-FFF2-40B4-BE49-F238E27FC236}">
                <a16:creationId xmlns:a16="http://schemas.microsoft.com/office/drawing/2014/main" id="{6A7A55D3-18AD-4C0C-87B4-B140F118DF49}"/>
              </a:ext>
            </a:extLst>
          </p:cNvPr>
          <p:cNvSpPr>
            <a:spLocks noGrp="1"/>
          </p:cNvSpPr>
          <p:nvPr>
            <p:ph type="body" sz="quarter" idx="13"/>
          </p:nvPr>
        </p:nvSpPr>
        <p:spPr>
          <a:xfrm>
            <a:off x="2238375" y="4831394"/>
            <a:ext cx="9371013" cy="338554"/>
          </a:xfrm>
        </p:spPr>
        <p:txBody>
          <a:bodyPr/>
          <a:lstStyle/>
          <a:p>
            <a:r>
              <a:rPr lang="en-US" dirty="0"/>
              <a:t>Company or position</a:t>
            </a:r>
          </a:p>
        </p:txBody>
      </p:sp>
    </p:spTree>
    <p:extLst>
      <p:ext uri="{BB962C8B-B14F-4D97-AF65-F5344CB8AC3E}">
        <p14:creationId xmlns:p14="http://schemas.microsoft.com/office/powerpoint/2010/main" val="34500658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D6DA865A-3B26-4E5E-956A-0F456ADA354D}"/>
              </a:ext>
            </a:extLst>
          </p:cNvPr>
          <p:cNvSpPr>
            <a:spLocks noGrp="1"/>
          </p:cNvSpPr>
          <p:nvPr>
            <p:ph type="title"/>
          </p:nvPr>
        </p:nvSpPr>
        <p:spPr>
          <a:xfrm>
            <a:off x="2236787" y="1030655"/>
            <a:ext cx="9371013" cy="2946033"/>
          </a:xfrm>
        </p:spPr>
        <p:txBody>
          <a:bodyPr>
            <a:normAutofit/>
          </a:bodyPr>
          <a:lstStyle/>
          <a:p>
            <a:r>
              <a:rPr lang="en-US" dirty="0"/>
              <a:t>Lorem ipsum dolor sit amet, consectetuer adipiscing elit. Maecenas porttitor congue massa. Fusce posuere, magna sed pulvinar ultricies, purus lectus malesuada libero, sit amet commodo magna eros quis </a:t>
            </a:r>
            <a:r>
              <a:rPr lang="en-US" dirty="0" err="1"/>
              <a:t>urna</a:t>
            </a:r>
            <a:r>
              <a:rPr lang="en-US" dirty="0"/>
              <a:t>.</a:t>
            </a:r>
          </a:p>
        </p:txBody>
      </p:sp>
      <p:sp>
        <p:nvSpPr>
          <p:cNvPr id="9" name="Text Placeholder 8">
            <a:extLst>
              <a:ext uri="{FF2B5EF4-FFF2-40B4-BE49-F238E27FC236}">
                <a16:creationId xmlns:a16="http://schemas.microsoft.com/office/drawing/2014/main" id="{4D63B18E-31C5-4368-A5FF-0B23EB51178B}"/>
              </a:ext>
            </a:extLst>
          </p:cNvPr>
          <p:cNvSpPr>
            <a:spLocks noGrp="1"/>
          </p:cNvSpPr>
          <p:nvPr>
            <p:ph type="body" sz="quarter" idx="12"/>
          </p:nvPr>
        </p:nvSpPr>
        <p:spPr>
          <a:xfrm>
            <a:off x="2236787" y="4422186"/>
            <a:ext cx="9371013" cy="338554"/>
          </a:xfrm>
        </p:spPr>
        <p:txBody>
          <a:bodyPr/>
          <a:lstStyle/>
          <a:p>
            <a:r>
              <a:rPr lang="en-US" dirty="0"/>
              <a:t>Name</a:t>
            </a:r>
          </a:p>
        </p:txBody>
      </p:sp>
      <p:sp>
        <p:nvSpPr>
          <p:cNvPr id="10" name="Text Placeholder 9">
            <a:extLst>
              <a:ext uri="{FF2B5EF4-FFF2-40B4-BE49-F238E27FC236}">
                <a16:creationId xmlns:a16="http://schemas.microsoft.com/office/drawing/2014/main" id="{6A7A55D3-18AD-4C0C-87B4-B140F118DF49}"/>
              </a:ext>
            </a:extLst>
          </p:cNvPr>
          <p:cNvSpPr>
            <a:spLocks noGrp="1"/>
          </p:cNvSpPr>
          <p:nvPr>
            <p:ph type="body" sz="quarter" idx="13"/>
          </p:nvPr>
        </p:nvSpPr>
        <p:spPr>
          <a:xfrm>
            <a:off x="2236787" y="4828586"/>
            <a:ext cx="9371013" cy="338554"/>
          </a:xfrm>
        </p:spPr>
        <p:txBody>
          <a:bodyPr/>
          <a:lstStyle/>
          <a:p>
            <a:r>
              <a:rPr lang="en-US" dirty="0"/>
              <a:t>Company or position</a:t>
            </a:r>
          </a:p>
        </p:txBody>
      </p:sp>
    </p:spTree>
    <p:extLst>
      <p:ext uri="{BB962C8B-B14F-4D97-AF65-F5344CB8AC3E}">
        <p14:creationId xmlns:p14="http://schemas.microsoft.com/office/powerpoint/2010/main" val="16927975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D6DA865A-3B26-4E5E-956A-0F456ADA354D}"/>
              </a:ext>
            </a:extLst>
          </p:cNvPr>
          <p:cNvSpPr>
            <a:spLocks noGrp="1"/>
          </p:cNvSpPr>
          <p:nvPr>
            <p:ph type="title"/>
          </p:nvPr>
        </p:nvSpPr>
        <p:spPr>
          <a:xfrm>
            <a:off x="2236787" y="1030655"/>
            <a:ext cx="9371013" cy="2946033"/>
          </a:xfrm>
        </p:spPr>
        <p:txBody>
          <a:bodyPr>
            <a:normAutofit/>
          </a:bodyPr>
          <a:lstStyle/>
          <a:p>
            <a:r>
              <a:rPr lang="en-US" dirty="0"/>
              <a:t>Lorem ipsum dolor sit amet, consectetuer adipiscing elit. Maecenas porttitor congue massa. Fusce posuere, magna sed pulvinar ultricies, purus lectus malesuada libero, sit amet commodo magna eros quis </a:t>
            </a:r>
            <a:r>
              <a:rPr lang="en-US" dirty="0" err="1"/>
              <a:t>urna</a:t>
            </a:r>
            <a:r>
              <a:rPr lang="en-US" dirty="0"/>
              <a:t>.</a:t>
            </a:r>
          </a:p>
        </p:txBody>
      </p:sp>
      <p:sp>
        <p:nvSpPr>
          <p:cNvPr id="9" name="Text Placeholder 8">
            <a:extLst>
              <a:ext uri="{FF2B5EF4-FFF2-40B4-BE49-F238E27FC236}">
                <a16:creationId xmlns:a16="http://schemas.microsoft.com/office/drawing/2014/main" id="{4D63B18E-31C5-4368-A5FF-0B23EB51178B}"/>
              </a:ext>
            </a:extLst>
          </p:cNvPr>
          <p:cNvSpPr>
            <a:spLocks noGrp="1"/>
          </p:cNvSpPr>
          <p:nvPr>
            <p:ph type="body" sz="quarter" idx="12"/>
          </p:nvPr>
        </p:nvSpPr>
        <p:spPr>
          <a:xfrm>
            <a:off x="2236787" y="4422186"/>
            <a:ext cx="9371013" cy="338554"/>
          </a:xfrm>
        </p:spPr>
        <p:txBody>
          <a:bodyPr/>
          <a:lstStyle/>
          <a:p>
            <a:r>
              <a:rPr lang="en-US" dirty="0"/>
              <a:t>Name</a:t>
            </a:r>
          </a:p>
        </p:txBody>
      </p:sp>
      <p:sp>
        <p:nvSpPr>
          <p:cNvPr id="10" name="Text Placeholder 9">
            <a:extLst>
              <a:ext uri="{FF2B5EF4-FFF2-40B4-BE49-F238E27FC236}">
                <a16:creationId xmlns:a16="http://schemas.microsoft.com/office/drawing/2014/main" id="{6A7A55D3-18AD-4C0C-87B4-B140F118DF49}"/>
              </a:ext>
            </a:extLst>
          </p:cNvPr>
          <p:cNvSpPr>
            <a:spLocks noGrp="1"/>
          </p:cNvSpPr>
          <p:nvPr>
            <p:ph type="body" sz="quarter" idx="13"/>
          </p:nvPr>
        </p:nvSpPr>
        <p:spPr>
          <a:xfrm>
            <a:off x="2236787" y="4828586"/>
            <a:ext cx="9371013" cy="338554"/>
          </a:xfrm>
        </p:spPr>
        <p:txBody>
          <a:bodyPr/>
          <a:lstStyle/>
          <a:p>
            <a:r>
              <a:rPr lang="en-US" dirty="0"/>
              <a:t>Company or position</a:t>
            </a:r>
          </a:p>
        </p:txBody>
      </p:sp>
    </p:spTree>
    <p:extLst>
      <p:ext uri="{BB962C8B-B14F-4D97-AF65-F5344CB8AC3E}">
        <p14:creationId xmlns:p14="http://schemas.microsoft.com/office/powerpoint/2010/main" val="9078862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12FBFACE-C1AA-44E5-82FB-A26DEAA76D27}"/>
              </a:ext>
            </a:extLst>
          </p:cNvPr>
          <p:cNvSpPr>
            <a:spLocks noGrp="1"/>
          </p:cNvSpPr>
          <p:nvPr>
            <p:ph type="title"/>
          </p:nvPr>
        </p:nvSpPr>
        <p:spPr>
          <a:xfrm>
            <a:off x="1066801" y="2191554"/>
            <a:ext cx="10058399" cy="2195395"/>
          </a:xfrm>
        </p:spPr>
        <p:txBody>
          <a:bodyPr>
            <a:normAutofit/>
          </a:bodyPr>
          <a:lstStyle/>
          <a:p>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Maecenas </a:t>
            </a:r>
            <a:r>
              <a:rPr lang="en-US" dirty="0" err="1"/>
              <a:t>porttitor</a:t>
            </a:r>
            <a:r>
              <a:rPr lang="en-US" dirty="0"/>
              <a:t> </a:t>
            </a:r>
            <a:r>
              <a:rPr lang="en-US" dirty="0" err="1"/>
              <a:t>congue</a:t>
            </a:r>
            <a:r>
              <a:rPr lang="en-US" dirty="0"/>
              <a:t> </a:t>
            </a:r>
            <a:r>
              <a:rPr lang="en-US" dirty="0" err="1"/>
              <a:t>massa</a:t>
            </a:r>
            <a:r>
              <a:rPr lang="en-US" dirty="0"/>
              <a:t>. </a:t>
            </a:r>
            <a:r>
              <a:rPr lang="en-US" dirty="0" err="1"/>
              <a:t>Fusce</a:t>
            </a:r>
            <a:r>
              <a:rPr lang="en-US" dirty="0"/>
              <a:t> </a:t>
            </a:r>
            <a:r>
              <a:rPr lang="en-US" dirty="0" err="1"/>
              <a:t>posuere</a:t>
            </a:r>
            <a:r>
              <a:rPr lang="en-US" dirty="0"/>
              <a:t>, magna sed pulvinar </a:t>
            </a:r>
            <a:r>
              <a:rPr lang="en-US" dirty="0" err="1"/>
              <a:t>ultricies</a:t>
            </a:r>
            <a:r>
              <a:rPr lang="en-US" dirty="0"/>
              <a:t>, </a:t>
            </a:r>
            <a:r>
              <a:rPr lang="en-US" dirty="0" err="1"/>
              <a:t>purus</a:t>
            </a:r>
            <a:r>
              <a:rPr lang="en-US" dirty="0"/>
              <a:t> </a:t>
            </a:r>
            <a:r>
              <a:rPr lang="en-US" dirty="0" err="1"/>
              <a:t>lectus</a:t>
            </a:r>
            <a:r>
              <a:rPr lang="en-US" dirty="0"/>
              <a:t> </a:t>
            </a:r>
            <a:r>
              <a:rPr lang="en-US" dirty="0" err="1"/>
              <a:t>malesuada</a:t>
            </a:r>
            <a:r>
              <a:rPr lang="en-US" dirty="0"/>
              <a:t> libero, sit </a:t>
            </a:r>
            <a:r>
              <a:rPr lang="en-US" dirty="0" err="1"/>
              <a:t>amet</a:t>
            </a:r>
            <a:r>
              <a:rPr lang="en-US" dirty="0"/>
              <a:t> </a:t>
            </a:r>
            <a:r>
              <a:rPr lang="en-US" dirty="0" err="1"/>
              <a:t>commodo</a:t>
            </a:r>
            <a:r>
              <a:rPr lang="en-US" dirty="0"/>
              <a:t> magna eros </a:t>
            </a:r>
            <a:r>
              <a:rPr lang="en-US" dirty="0" err="1"/>
              <a:t>quis</a:t>
            </a:r>
            <a:r>
              <a:rPr lang="en-US" dirty="0"/>
              <a:t> </a:t>
            </a:r>
            <a:r>
              <a:rPr lang="en-US" dirty="0" err="1"/>
              <a:t>urna</a:t>
            </a:r>
            <a:r>
              <a:rPr lang="en-US" dirty="0"/>
              <a:t>.</a:t>
            </a:r>
          </a:p>
        </p:txBody>
      </p:sp>
      <p:sp>
        <p:nvSpPr>
          <p:cNvPr id="6" name="Text Placeholder 5">
            <a:extLst>
              <a:ext uri="{FF2B5EF4-FFF2-40B4-BE49-F238E27FC236}">
                <a16:creationId xmlns:a16="http://schemas.microsoft.com/office/drawing/2014/main" id="{8811CE28-1EAB-4892-93F7-2F9A7918A92B}"/>
              </a:ext>
            </a:extLst>
          </p:cNvPr>
          <p:cNvSpPr>
            <a:spLocks noGrp="1"/>
          </p:cNvSpPr>
          <p:nvPr>
            <p:ph type="body" sz="quarter" idx="12"/>
          </p:nvPr>
        </p:nvSpPr>
        <p:spPr>
          <a:xfrm>
            <a:off x="1066801" y="4705389"/>
            <a:ext cx="10056883" cy="338554"/>
          </a:xfrm>
        </p:spPr>
        <p:txBody>
          <a:bodyPr/>
          <a:lstStyle/>
          <a:p>
            <a:r>
              <a:rPr lang="en-US" dirty="0"/>
              <a:t>Name</a:t>
            </a:r>
          </a:p>
        </p:txBody>
      </p:sp>
      <p:sp>
        <p:nvSpPr>
          <p:cNvPr id="7" name="Text Placeholder 6">
            <a:extLst>
              <a:ext uri="{FF2B5EF4-FFF2-40B4-BE49-F238E27FC236}">
                <a16:creationId xmlns:a16="http://schemas.microsoft.com/office/drawing/2014/main" id="{412643B1-7DCE-4ACC-B446-AC9D4283C8BF}"/>
              </a:ext>
            </a:extLst>
          </p:cNvPr>
          <p:cNvSpPr>
            <a:spLocks noGrp="1"/>
          </p:cNvSpPr>
          <p:nvPr>
            <p:ph type="body" sz="quarter" idx="13"/>
          </p:nvPr>
        </p:nvSpPr>
        <p:spPr>
          <a:xfrm>
            <a:off x="1066801" y="5111789"/>
            <a:ext cx="10056882" cy="338554"/>
          </a:xfrm>
        </p:spPr>
        <p:txBody>
          <a:bodyPr/>
          <a:lstStyle/>
          <a:p>
            <a:r>
              <a:rPr lang="en-US" dirty="0"/>
              <a:t>Company or position</a:t>
            </a:r>
          </a:p>
        </p:txBody>
      </p:sp>
    </p:spTree>
    <p:extLst>
      <p:ext uri="{BB962C8B-B14F-4D97-AF65-F5344CB8AC3E}">
        <p14:creationId xmlns:p14="http://schemas.microsoft.com/office/powerpoint/2010/main" val="14507989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E51D96F-2743-4B76-9745-5B73AAE9F5B2}"/>
              </a:ext>
            </a:extLst>
          </p:cNvPr>
          <p:cNvSpPr>
            <a:spLocks noGrp="1"/>
          </p:cNvSpPr>
          <p:nvPr>
            <p:ph type="title"/>
          </p:nvPr>
        </p:nvSpPr>
        <p:spPr/>
        <p:txBody>
          <a:bodyPr/>
          <a:lstStyle/>
          <a:p>
            <a:r>
              <a:rPr lang="en-US" dirty="0"/>
              <a:t>Thank you</a:t>
            </a:r>
          </a:p>
        </p:txBody>
      </p:sp>
      <p:sp>
        <p:nvSpPr>
          <p:cNvPr id="4" name="Picture Placeholder 3" descr="Picture placeholder">
            <a:extLst>
              <a:ext uri="{FF2B5EF4-FFF2-40B4-BE49-F238E27FC236}">
                <a16:creationId xmlns:a16="http://schemas.microsoft.com/office/drawing/2014/main" id="{D6C43188-8F12-40E0-8A35-0D26FBFC1993}"/>
              </a:ext>
            </a:extLst>
          </p:cNvPr>
          <p:cNvSpPr>
            <a:spLocks noGrp="1"/>
          </p:cNvSpPr>
          <p:nvPr>
            <p:ph type="pic" sz="quarter" idx="11"/>
          </p:nvPr>
        </p:nvSpPr>
        <p:spPr/>
        <p:txBody>
          <a:bodyPr/>
          <a:lstStyle/>
          <a:p>
            <a:endParaRPr lang="en-GB"/>
          </a:p>
        </p:txBody>
      </p:sp>
    </p:spTree>
    <p:extLst>
      <p:ext uri="{BB962C8B-B14F-4D97-AF65-F5344CB8AC3E}">
        <p14:creationId xmlns:p14="http://schemas.microsoft.com/office/powerpoint/2010/main" val="41235540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A57D902D-1333-463E-BB5A-2BE7D4FBAA17}"/>
              </a:ext>
            </a:extLst>
          </p:cNvPr>
          <p:cNvSpPr>
            <a:spLocks noGrp="1"/>
          </p:cNvSpPr>
          <p:nvPr>
            <p:ph type="title"/>
          </p:nvPr>
        </p:nvSpPr>
        <p:spPr/>
        <p:txBody>
          <a:bodyPr/>
          <a:lstStyle/>
          <a:p>
            <a:r>
              <a:rPr lang="en-US" dirty="0"/>
              <a:t>Thank you</a:t>
            </a:r>
          </a:p>
        </p:txBody>
      </p:sp>
    </p:spTree>
    <p:extLst>
      <p:ext uri="{BB962C8B-B14F-4D97-AF65-F5344CB8AC3E}">
        <p14:creationId xmlns:p14="http://schemas.microsoft.com/office/powerpoint/2010/main" val="32956365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D641490A-933F-48B9-A443-8738536594C5}"/>
              </a:ext>
            </a:extLst>
          </p:cNvPr>
          <p:cNvSpPr>
            <a:spLocks noGrp="1"/>
          </p:cNvSpPr>
          <p:nvPr>
            <p:ph type="title"/>
          </p:nvPr>
        </p:nvSpPr>
        <p:spPr>
          <a:xfrm>
            <a:off x="588263" y="457200"/>
            <a:ext cx="3856737" cy="553998"/>
          </a:xfrm>
        </p:spPr>
        <p:txBody>
          <a:bodyPr/>
          <a:lstStyle/>
          <a:p>
            <a:r>
              <a:rPr lang="en-US" dirty="0"/>
              <a:t>Screenshot layout</a:t>
            </a:r>
          </a:p>
        </p:txBody>
      </p:sp>
      <p:sp>
        <p:nvSpPr>
          <p:cNvPr id="6" name="Text Placeholder 5">
            <a:extLst>
              <a:ext uri="{FF2B5EF4-FFF2-40B4-BE49-F238E27FC236}">
                <a16:creationId xmlns:a16="http://schemas.microsoft.com/office/drawing/2014/main" id="{D4AAF2DE-A981-4584-A6EF-E1B20E538A76}"/>
              </a:ext>
            </a:extLst>
          </p:cNvPr>
          <p:cNvSpPr>
            <a:spLocks noGrp="1"/>
          </p:cNvSpPr>
          <p:nvPr>
            <p:ph type="body" sz="quarter" idx="11"/>
          </p:nvPr>
        </p:nvSpPr>
        <p:spPr>
          <a:xfrm>
            <a:off x="588963" y="2395538"/>
            <a:ext cx="3856037" cy="2523768"/>
          </a:xfrm>
        </p:spPr>
        <p:txBody>
          <a:bodyPr/>
          <a:lstStyle/>
          <a:p>
            <a:r>
              <a:rPr lang="en-US" sz="2000" dirty="0"/>
              <a:t>Update this device frame placeholder to display a tablet </a:t>
            </a:r>
            <a:br>
              <a:rPr lang="en-US" sz="2000" dirty="0"/>
            </a:br>
            <a:r>
              <a:rPr lang="en-US" sz="2000" dirty="0"/>
              <a:t>or desktop screenshot. 16:9 UI screens work best. </a:t>
            </a:r>
          </a:p>
          <a:p>
            <a:r>
              <a:rPr lang="en-US" sz="2000" dirty="0"/>
              <a:t>You may adjust the frame’s placement on the slide, and/or the slide color to another template accent.</a:t>
            </a:r>
          </a:p>
        </p:txBody>
      </p:sp>
      <p:sp>
        <p:nvSpPr>
          <p:cNvPr id="15" name="Content Placeholder 14">
            <a:extLst>
              <a:ext uri="{FF2B5EF4-FFF2-40B4-BE49-F238E27FC236}">
                <a16:creationId xmlns:a16="http://schemas.microsoft.com/office/drawing/2014/main" id="{8167B74C-D2D9-4F20-BAE4-C8693696EAE1}"/>
              </a:ext>
            </a:extLst>
          </p:cNvPr>
          <p:cNvSpPr>
            <a:spLocks noGrp="1"/>
          </p:cNvSpPr>
          <p:nvPr>
            <p:ph sz="quarter" idx="12"/>
          </p:nvPr>
        </p:nvSpPr>
        <p:spPr>
          <a:xfrm>
            <a:off x="5202937" y="1464400"/>
            <a:ext cx="6989063" cy="3929199"/>
          </a:xfrm>
          <a:effectLst>
            <a:outerShdw blurRad="88900" dist="38100" dir="2700000" sx="101000" sy="101000" algn="ctr" rotWithShape="0">
              <a:srgbClr val="000000">
                <a:alpha val="15000"/>
              </a:srgbClr>
            </a:outerShdw>
          </a:effectLst>
        </p:spPr>
        <p:txBody>
          <a:bodyPr/>
          <a:lstStyle/>
          <a:p>
            <a:pPr algn="ctr">
              <a:buNone/>
            </a:pPr>
            <a:endParaRPr lang="en-US" dirty="0"/>
          </a:p>
        </p:txBody>
      </p:sp>
    </p:spTree>
    <p:extLst>
      <p:ext uri="{BB962C8B-B14F-4D97-AF65-F5344CB8AC3E}">
        <p14:creationId xmlns:p14="http://schemas.microsoft.com/office/powerpoint/2010/main" val="3557171648"/>
      </p:ext>
    </p:extLst>
  </p:cSld>
  <p:clrMapOvr>
    <a:masterClrMapping/>
  </p:clrMapOvr>
  <p:transition>
    <p:fad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Title 17">
            <a:extLst>
              <a:ext uri="{FF2B5EF4-FFF2-40B4-BE49-F238E27FC236}">
                <a16:creationId xmlns:a16="http://schemas.microsoft.com/office/drawing/2014/main" id="{D0D9E93D-EB78-4AA0-AA29-7AF6064BC1F7}"/>
              </a:ext>
            </a:extLst>
          </p:cNvPr>
          <p:cNvSpPr>
            <a:spLocks noGrp="1"/>
          </p:cNvSpPr>
          <p:nvPr>
            <p:ph type="title"/>
          </p:nvPr>
        </p:nvSpPr>
        <p:spPr>
          <a:xfrm>
            <a:off x="588963" y="457200"/>
            <a:ext cx="5335587" cy="554038"/>
          </a:xfrm>
        </p:spPr>
        <p:txBody>
          <a:bodyPr/>
          <a:lstStyle/>
          <a:p>
            <a:r>
              <a:rPr lang="en-US"/>
              <a:t>Mobile screenshot layout</a:t>
            </a:r>
            <a:endParaRPr lang="en-US" dirty="0"/>
          </a:p>
        </p:txBody>
      </p:sp>
      <p:sp>
        <p:nvSpPr>
          <p:cNvPr id="19" name="Text Placeholder 18">
            <a:extLst>
              <a:ext uri="{FF2B5EF4-FFF2-40B4-BE49-F238E27FC236}">
                <a16:creationId xmlns:a16="http://schemas.microsoft.com/office/drawing/2014/main" id="{1B58EEC0-0AAB-4549-9269-0FD5B2598E26}"/>
              </a:ext>
            </a:extLst>
          </p:cNvPr>
          <p:cNvSpPr>
            <a:spLocks noGrp="1"/>
          </p:cNvSpPr>
          <p:nvPr>
            <p:ph type="body" sz="quarter" idx="11"/>
          </p:nvPr>
        </p:nvSpPr>
        <p:spPr>
          <a:xfrm>
            <a:off x="588963" y="2395538"/>
            <a:ext cx="5959321" cy="1920526"/>
          </a:xfrm>
        </p:spPr>
        <p:txBody>
          <a:bodyPr/>
          <a:lstStyle/>
          <a:p>
            <a:r>
              <a:rPr lang="en-US" sz="2400"/>
              <a:t>Update this device frame placeholder </a:t>
            </a:r>
            <a:br>
              <a:rPr lang="en-US" sz="2400"/>
            </a:br>
            <a:r>
              <a:rPr lang="en-US" sz="2400"/>
              <a:t>to display a mobile screenshot. </a:t>
            </a:r>
          </a:p>
          <a:p>
            <a:r>
              <a:rPr lang="en-US" sz="2400"/>
              <a:t>You may adjust the frame’s placement </a:t>
            </a:r>
            <a:br>
              <a:rPr lang="en-US" sz="2400"/>
            </a:br>
            <a:r>
              <a:rPr lang="en-US" sz="2400"/>
              <a:t>on the slide, and/or the slide color to another template accent.</a:t>
            </a:r>
            <a:endParaRPr lang="en-US" sz="2400" dirty="0"/>
          </a:p>
        </p:txBody>
      </p:sp>
      <p:sp>
        <p:nvSpPr>
          <p:cNvPr id="37" name="Content Placeholder 36">
            <a:extLst>
              <a:ext uri="{FF2B5EF4-FFF2-40B4-BE49-F238E27FC236}">
                <a16:creationId xmlns:a16="http://schemas.microsoft.com/office/drawing/2014/main" id="{E948D44F-7529-40C7-BAD5-2848A0781B39}"/>
              </a:ext>
            </a:extLst>
          </p:cNvPr>
          <p:cNvSpPr>
            <a:spLocks noGrp="1"/>
          </p:cNvSpPr>
          <p:nvPr>
            <p:ph sz="quarter" idx="12"/>
          </p:nvPr>
        </p:nvSpPr>
        <p:spPr>
          <a:prstGeom prst="roundRect">
            <a:avLst>
              <a:gd name="adj" fmla="val 7123"/>
            </a:avLst>
          </a:prstGeom>
        </p:spPr>
        <p:txBody>
          <a:bodyPr/>
          <a:lstStyle/>
          <a:p>
            <a:endParaRPr lang="en-US" dirty="0"/>
          </a:p>
        </p:txBody>
      </p:sp>
    </p:spTree>
    <p:extLst>
      <p:ext uri="{BB962C8B-B14F-4D97-AF65-F5344CB8AC3E}">
        <p14:creationId xmlns:p14="http://schemas.microsoft.com/office/powerpoint/2010/main" val="1196897051"/>
      </p:ext>
    </p:extLst>
  </p:cSld>
  <p:clrMapOvr>
    <a:masterClrMapping/>
  </p:clrMapOvr>
  <p:transition>
    <p:fad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C438FA5A-C193-4EBE-9942-79EFA097BBAB}"/>
              </a:ext>
            </a:extLst>
          </p:cNvPr>
          <p:cNvSpPr>
            <a:spLocks noGrp="1"/>
          </p:cNvSpPr>
          <p:nvPr>
            <p:ph type="title"/>
          </p:nvPr>
        </p:nvSpPr>
        <p:spPr/>
        <p:txBody>
          <a:bodyPr/>
          <a:lstStyle/>
          <a:p>
            <a:r>
              <a:rPr lang="en-US" dirty="0"/>
              <a:t>Chart design</a:t>
            </a:r>
          </a:p>
        </p:txBody>
      </p:sp>
      <p:graphicFrame>
        <p:nvGraphicFramePr>
          <p:cNvPr id="8" name="Chart 7" descr="Pie chart example">
            <a:extLst>
              <a:ext uri="{FF2B5EF4-FFF2-40B4-BE49-F238E27FC236}">
                <a16:creationId xmlns:a16="http://schemas.microsoft.com/office/drawing/2014/main" id="{051B86AA-9A08-47C4-94B3-69FDDC9E751C}"/>
              </a:ext>
            </a:extLst>
          </p:cNvPr>
          <p:cNvGraphicFramePr/>
          <p:nvPr>
            <p:extLst>
              <p:ext uri="{D42A27DB-BD31-4B8C-83A1-F6EECF244321}">
                <p14:modId xmlns:p14="http://schemas.microsoft.com/office/powerpoint/2010/main" val="3681265933"/>
              </p:ext>
            </p:extLst>
          </p:nvPr>
        </p:nvGraphicFramePr>
        <p:xfrm>
          <a:off x="584199" y="1676400"/>
          <a:ext cx="4199919" cy="3924299"/>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11" name="Chart 10" descr="Bar chart example">
            <a:extLst>
              <a:ext uri="{FF2B5EF4-FFF2-40B4-BE49-F238E27FC236}">
                <a16:creationId xmlns:a16="http://schemas.microsoft.com/office/drawing/2014/main" id="{DE1E14D9-8FE8-4B59-8F66-2021E0AE46CC}"/>
              </a:ext>
            </a:extLst>
          </p:cNvPr>
          <p:cNvGraphicFramePr/>
          <p:nvPr>
            <p:extLst>
              <p:ext uri="{D42A27DB-BD31-4B8C-83A1-F6EECF244321}">
                <p14:modId xmlns:p14="http://schemas.microsoft.com/office/powerpoint/2010/main" val="724509986"/>
              </p:ext>
            </p:extLst>
          </p:nvPr>
        </p:nvGraphicFramePr>
        <p:xfrm>
          <a:off x="4913884" y="1676400"/>
          <a:ext cx="6692899" cy="4093633"/>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2365472309"/>
      </p:ext>
    </p:extLst>
  </p:cSld>
  <p:clrMapOvr>
    <a:masterClrMapping/>
  </p:clrMapOvr>
  <p:transition>
    <p:fad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584200" y="2979778"/>
            <a:ext cx="9144000" cy="553998"/>
          </a:xfrm>
        </p:spPr>
        <p:txBody>
          <a:bodyPr/>
          <a:lstStyle/>
          <a:p>
            <a:r>
              <a:rPr lang="en-US" dirty="0"/>
              <a:t>Event name or </a:t>
            </a:r>
            <a:br>
              <a:rPr lang="en-US" dirty="0"/>
            </a:br>
            <a:r>
              <a:rPr lang="en-US" dirty="0"/>
              <a:t>presentation title</a:t>
            </a:r>
          </a:p>
        </p:txBody>
      </p:sp>
      <p:sp>
        <p:nvSpPr>
          <p:cNvPr id="5" name="Text Placeholder 4"/>
          <p:cNvSpPr>
            <a:spLocks noGrp="1"/>
          </p:cNvSpPr>
          <p:nvPr>
            <p:ph type="body" sz="quarter" idx="12"/>
          </p:nvPr>
        </p:nvSpPr>
        <p:spPr>
          <a:xfrm>
            <a:off x="584200" y="3962400"/>
            <a:ext cx="9144000" cy="338554"/>
          </a:xfrm>
        </p:spPr>
        <p:txBody>
          <a:bodyPr/>
          <a:lstStyle/>
          <a:p>
            <a:r>
              <a:rPr lang="en-US" dirty="0"/>
              <a:t>Subtitle or speaker name</a:t>
            </a:r>
          </a:p>
        </p:txBody>
      </p:sp>
    </p:spTree>
    <p:extLst>
      <p:ext uri="{BB962C8B-B14F-4D97-AF65-F5344CB8AC3E}">
        <p14:creationId xmlns:p14="http://schemas.microsoft.com/office/powerpoint/2010/main" val="2639379867"/>
      </p:ext>
    </p:extLst>
  </p:cSld>
  <p:clrMapOvr>
    <a:masterClrMapping/>
  </p:clrMapOvr>
  <p:transition>
    <p:fad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E7BF15BD-001C-49B3-9A01-B39DEDA47564}"/>
              </a:ext>
            </a:extLst>
          </p:cNvPr>
          <p:cNvSpPr>
            <a:spLocks noGrp="1"/>
          </p:cNvSpPr>
          <p:nvPr>
            <p:ph type="title"/>
          </p:nvPr>
        </p:nvSpPr>
        <p:spPr>
          <a:xfrm>
            <a:off x="585216" y="2309812"/>
            <a:ext cx="3182027" cy="3959225"/>
          </a:xfrm>
        </p:spPr>
        <p:txBody>
          <a:bodyPr/>
          <a:lstStyle/>
          <a:p>
            <a:r>
              <a:rPr lang="en-US" dirty="0"/>
              <a:t>Agenda</a:t>
            </a:r>
          </a:p>
        </p:txBody>
      </p:sp>
      <p:sp>
        <p:nvSpPr>
          <p:cNvPr id="7" name="Text Placeholder 6">
            <a:extLst>
              <a:ext uri="{FF2B5EF4-FFF2-40B4-BE49-F238E27FC236}">
                <a16:creationId xmlns:a16="http://schemas.microsoft.com/office/drawing/2014/main" id="{61F6BD0B-C4D8-42DE-A3A7-50D8219CE639}"/>
              </a:ext>
            </a:extLst>
          </p:cNvPr>
          <p:cNvSpPr>
            <a:spLocks noGrp="1"/>
          </p:cNvSpPr>
          <p:nvPr>
            <p:ph type="body" sz="quarter" idx="11"/>
          </p:nvPr>
        </p:nvSpPr>
        <p:spPr>
          <a:xfrm>
            <a:off x="4356100" y="2309812"/>
            <a:ext cx="7253288" cy="3959223"/>
          </a:xfrm>
        </p:spPr>
        <p:txBody>
          <a:bodyPr/>
          <a:lstStyle/>
          <a:p>
            <a:r>
              <a:rPr lang="en-US" dirty="0"/>
              <a:t>Click to add text</a:t>
            </a:r>
          </a:p>
        </p:txBody>
      </p:sp>
    </p:spTree>
    <p:extLst>
      <p:ext uri="{BB962C8B-B14F-4D97-AF65-F5344CB8AC3E}">
        <p14:creationId xmlns:p14="http://schemas.microsoft.com/office/powerpoint/2010/main" val="417856549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p:cNvSpPr>
            <a:spLocks noGrp="1"/>
          </p:cNvSpPr>
          <p:nvPr>
            <p:ph type="title"/>
          </p:nvPr>
        </p:nvSpPr>
        <p:spPr/>
        <p:txBody>
          <a:bodyPr/>
          <a:lstStyle/>
          <a:p>
            <a:r>
              <a:rPr lang="en-US" dirty="0"/>
              <a:t>Text layout (without bullet points)</a:t>
            </a:r>
          </a:p>
        </p:txBody>
      </p:sp>
      <p:sp>
        <p:nvSpPr>
          <p:cNvPr id="6" name="Text Placeholder 5"/>
          <p:cNvSpPr>
            <a:spLocks noGrp="1"/>
          </p:cNvSpPr>
          <p:nvPr>
            <p:ph type="body" sz="quarter" idx="10"/>
          </p:nvPr>
        </p:nvSpPr>
        <p:spPr>
          <a:xfrm>
            <a:off x="586390" y="1434370"/>
            <a:ext cx="11018520" cy="1095685"/>
          </a:xfrm>
        </p:spPr>
        <p:txBody>
          <a:bodyPr/>
          <a:lstStyle/>
          <a:p>
            <a:r>
              <a:rPr lang="en-US" dirty="0"/>
              <a:t>Main topic: Segoe UI, size 28pt</a:t>
            </a:r>
          </a:p>
          <a:p>
            <a:pPr lvl="1"/>
            <a:r>
              <a:rPr lang="en-US" dirty="0"/>
              <a:t>Segoe UI, size 20pt for second level</a:t>
            </a:r>
          </a:p>
          <a:p>
            <a:pPr lvl="2"/>
            <a:r>
              <a:rPr lang="en-US" dirty="0"/>
              <a:t>Segoe UI, size 16pt for third level</a:t>
            </a:r>
          </a:p>
        </p:txBody>
      </p:sp>
    </p:spTree>
    <p:extLst>
      <p:ext uri="{BB962C8B-B14F-4D97-AF65-F5344CB8AC3E}">
        <p14:creationId xmlns:p14="http://schemas.microsoft.com/office/powerpoint/2010/main" val="395772235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p:cNvSpPr>
            <a:spLocks noGrp="1"/>
          </p:cNvSpPr>
          <p:nvPr>
            <p:ph type="title"/>
          </p:nvPr>
        </p:nvSpPr>
        <p:spPr>
          <a:xfrm>
            <a:off x="588263" y="457200"/>
            <a:ext cx="5996411" cy="553998"/>
          </a:xfrm>
        </p:spPr>
        <p:txBody>
          <a:bodyPr/>
          <a:lstStyle/>
          <a:p>
            <a:r>
              <a:rPr lang="en-US" dirty="0"/>
              <a:t>Text layout with bulleted text</a:t>
            </a:r>
          </a:p>
        </p:txBody>
      </p:sp>
      <p:sp>
        <p:nvSpPr>
          <p:cNvPr id="6" name="Text Placeholder 5"/>
          <p:cNvSpPr>
            <a:spLocks noGrp="1"/>
          </p:cNvSpPr>
          <p:nvPr>
            <p:ph sz="quarter" idx="10"/>
          </p:nvPr>
        </p:nvSpPr>
        <p:spPr>
          <a:xfrm>
            <a:off x="584200" y="1435100"/>
            <a:ext cx="11018838" cy="947952"/>
          </a:xfrm>
        </p:spPr>
        <p:txBody>
          <a:bodyPr/>
          <a:lstStyle/>
          <a:p>
            <a:r>
              <a:rPr lang="en-US" dirty="0"/>
              <a:t>Learn how to adjust list levels</a:t>
            </a:r>
          </a:p>
          <a:p>
            <a:r>
              <a:rPr lang="en-US" dirty="0"/>
              <a:t>Follow the steps on the right</a:t>
            </a:r>
          </a:p>
        </p:txBody>
      </p:sp>
      <p:sp>
        <p:nvSpPr>
          <p:cNvPr id="2" name="Rectangle 1">
            <a:extLst>
              <a:ext uri="{FF2B5EF4-FFF2-40B4-BE49-F238E27FC236}">
                <a16:creationId xmlns:a16="http://schemas.microsoft.com/office/drawing/2014/main" id="{2BD8AD9E-D8D2-4CB4-B833-3F7981BFC169}"/>
              </a:ext>
              <a:ext uri="{C183D7F6-B498-43B3-948B-1728B52AA6E4}">
                <adec:decorative xmlns:adec="http://schemas.microsoft.com/office/drawing/2017/decorative" val="1"/>
              </a:ext>
            </a:extLst>
          </p:cNvPr>
          <p:cNvSpPr/>
          <p:nvPr/>
        </p:nvSpPr>
        <p:spPr bwMode="auto">
          <a:xfrm>
            <a:off x="6672263" y="1435100"/>
            <a:ext cx="4931473" cy="4833938"/>
          </a:xfrm>
          <a:prstGeom prst="rect">
            <a:avLst/>
          </a:prstGeom>
          <a:solidFill>
            <a:schemeClr val="tx1">
              <a:alpha val="4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pic>
        <p:nvPicPr>
          <p:cNvPr id="3" name="Picture 3" descr="Screenshot of Decrease List level and Increase List Level menu">
            <a:extLst>
              <a:ext uri="{FF2B5EF4-FFF2-40B4-BE49-F238E27FC236}">
                <a16:creationId xmlns:a16="http://schemas.microsoft.com/office/drawing/2014/main" id="{7CDDF9E7-F878-41F2-8971-7CB55E6DC2E6}"/>
              </a:ext>
            </a:extLst>
          </p:cNvPr>
          <p:cNvPicPr>
            <a:picLocks noChangeAspect="1" noChangeArrowheads="1"/>
          </p:cNvPicPr>
          <p:nvPr/>
        </p:nvPicPr>
        <p:blipFill>
          <a:blip r:embed="rId3">
            <a:extLst>
              <a:ext uri="{28A0092B-C50C-407E-A947-70E740481C1C}">
                <a14:useLocalDpi xmlns:a14="http://schemas.microsoft.com/office/drawing/2010/main"/>
              </a:ext>
            </a:extLst>
          </a:blip>
          <a:stretch>
            <a:fillRect/>
          </a:stretch>
        </p:blipFill>
        <p:spPr bwMode="auto">
          <a:xfrm>
            <a:off x="6972422" y="1725179"/>
            <a:ext cx="4319750" cy="962889"/>
          </a:xfrm>
          <a:prstGeom prst="rect">
            <a:avLst/>
          </a:prstGeom>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Rectangle 4">
            <a:extLst>
              <a:ext uri="{FF2B5EF4-FFF2-40B4-BE49-F238E27FC236}">
                <a16:creationId xmlns:a16="http://schemas.microsoft.com/office/drawing/2014/main" id="{052A24BB-6642-429C-9613-B0B1DB310251}"/>
              </a:ext>
            </a:extLst>
          </p:cNvPr>
          <p:cNvSpPr/>
          <p:nvPr/>
        </p:nvSpPr>
        <p:spPr bwMode="auto">
          <a:xfrm>
            <a:off x="6672263" y="2819830"/>
            <a:ext cx="4931473" cy="3545586"/>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292608" tIns="292608" rIns="292608" bIns="292608" numCol="1" spcCol="0" rtlCol="0" fromWordArt="0" anchor="t" anchorCtr="0" forceAA="0" compatLnSpc="1">
            <a:prstTxWarp prst="textNoShape">
              <a:avLst/>
            </a:prstTxWarp>
            <a:spAutoFit/>
          </a:bodyPr>
          <a:lstStyle/>
          <a:p>
            <a:pPr defTabSz="932472" fontAlgn="base">
              <a:spcBef>
                <a:spcPts val="1200"/>
              </a:spcBef>
              <a:spcAft>
                <a:spcPts val="1200"/>
              </a:spcAft>
            </a:pPr>
            <a:r>
              <a:rPr lang="en-US" sz="1200" dirty="0">
                <a:solidFill>
                  <a:schemeClr val="tx1"/>
                </a:solidFill>
                <a:ea typeface="Segoe UI" panose="020B0502040204020203" pitchFamily="34" charset="0"/>
                <a:cs typeface="Segoe UI" panose="020B0502040204020203" pitchFamily="34" charset="0"/>
              </a:rPr>
              <a:t>Use the “</a:t>
            </a:r>
            <a:r>
              <a:rPr lang="en-US" sz="1200" b="1" dirty="0">
                <a:solidFill>
                  <a:schemeClr val="tx1"/>
                </a:solidFill>
                <a:ea typeface="Segoe UI" panose="020B0502040204020203" pitchFamily="34" charset="0"/>
                <a:cs typeface="Segoe UI" panose="020B0502040204020203" pitchFamily="34" charset="0"/>
              </a:rPr>
              <a:t>Decrease List Level</a:t>
            </a:r>
            <a:r>
              <a:rPr lang="en-US" sz="1200" dirty="0">
                <a:solidFill>
                  <a:schemeClr val="tx1"/>
                </a:solidFill>
                <a:ea typeface="Segoe UI" panose="020B0502040204020203" pitchFamily="34" charset="0"/>
                <a:cs typeface="Segoe UI" panose="020B0502040204020203" pitchFamily="34" charset="0"/>
              </a:rPr>
              <a:t>” and “</a:t>
            </a:r>
            <a:r>
              <a:rPr lang="en-US" sz="1200" b="1" dirty="0">
                <a:solidFill>
                  <a:schemeClr val="tx1"/>
                </a:solidFill>
                <a:ea typeface="Segoe UI" panose="020B0502040204020203" pitchFamily="34" charset="0"/>
                <a:cs typeface="Segoe UI" panose="020B0502040204020203" pitchFamily="34" charset="0"/>
              </a:rPr>
              <a:t>Increase List Level</a:t>
            </a:r>
            <a:r>
              <a:rPr lang="en-US" sz="1200" dirty="0">
                <a:solidFill>
                  <a:schemeClr val="tx1"/>
                </a:solidFill>
                <a:ea typeface="Segoe UI" panose="020B0502040204020203" pitchFamily="34" charset="0"/>
                <a:cs typeface="Segoe UI" panose="020B0502040204020203" pitchFamily="34" charset="0"/>
              </a:rPr>
              <a:t>” tools </a:t>
            </a:r>
            <a:br>
              <a:rPr lang="en-US" sz="1200" dirty="0">
                <a:solidFill>
                  <a:schemeClr val="tx1"/>
                </a:solidFill>
                <a:ea typeface="Segoe UI" panose="020B0502040204020203" pitchFamily="34" charset="0"/>
                <a:cs typeface="Segoe UI" panose="020B0502040204020203" pitchFamily="34" charset="0"/>
              </a:rPr>
            </a:br>
            <a:r>
              <a:rPr lang="en-US" sz="1200" dirty="0">
                <a:solidFill>
                  <a:schemeClr val="tx1"/>
                </a:solidFill>
                <a:ea typeface="Segoe UI" panose="020B0502040204020203" pitchFamily="34" charset="0"/>
                <a:cs typeface="Segoe UI" panose="020B0502040204020203" pitchFamily="34" charset="0"/>
              </a:rPr>
              <a:t>on the </a:t>
            </a:r>
            <a:r>
              <a:rPr lang="en-US" sz="1200" b="1" dirty="0">
                <a:solidFill>
                  <a:schemeClr val="tx1"/>
                </a:solidFill>
                <a:ea typeface="Segoe UI" panose="020B0502040204020203" pitchFamily="34" charset="0"/>
                <a:cs typeface="Segoe UI" panose="020B0502040204020203" pitchFamily="34" charset="0"/>
              </a:rPr>
              <a:t>Home</a:t>
            </a:r>
            <a:r>
              <a:rPr lang="en-US" sz="1200" dirty="0">
                <a:solidFill>
                  <a:schemeClr val="tx1"/>
                </a:solidFill>
                <a:ea typeface="Segoe UI" panose="020B0502040204020203" pitchFamily="34" charset="0"/>
                <a:cs typeface="Segoe UI" panose="020B0502040204020203" pitchFamily="34" charset="0"/>
              </a:rPr>
              <a:t> menu to change text levels.</a:t>
            </a:r>
          </a:p>
          <a:p>
            <a:pPr defTabSz="932472" fontAlgn="base">
              <a:spcBef>
                <a:spcPts val="1200"/>
              </a:spcBef>
              <a:spcAft>
                <a:spcPct val="0"/>
              </a:spcAft>
            </a:pPr>
            <a:r>
              <a:rPr lang="en-US" sz="1200" b="1" dirty="0">
                <a:solidFill>
                  <a:schemeClr val="tx1"/>
                </a:solidFill>
                <a:ea typeface="Segoe UI" panose="020B0502040204020203" pitchFamily="34" charset="0"/>
                <a:cs typeface="Segoe UI" panose="020B0502040204020203" pitchFamily="34" charset="0"/>
              </a:rPr>
              <a:t>Try this:  </a:t>
            </a:r>
          </a:p>
          <a:p>
            <a:pPr marL="294732" indent="-239672" defTabSz="932472" fontAlgn="base">
              <a:spcBef>
                <a:spcPts val="1200"/>
              </a:spcBef>
              <a:spcAft>
                <a:spcPct val="0"/>
              </a:spcAft>
              <a:buFont typeface="+mj-lt"/>
              <a:buAutoNum type="arabicPeriod"/>
            </a:pPr>
            <a:r>
              <a:rPr lang="en-US" sz="1200" dirty="0">
                <a:solidFill>
                  <a:schemeClr val="tx1"/>
                </a:solidFill>
                <a:ea typeface="Segoe UI" panose="020B0502040204020203" pitchFamily="34" charset="0"/>
                <a:cs typeface="Segoe UI" panose="020B0502040204020203" pitchFamily="34" charset="0"/>
              </a:rPr>
              <a:t>Place your cursor in the line of text that says “Segoe UI, size 20pt for second level”</a:t>
            </a:r>
          </a:p>
          <a:p>
            <a:pPr marL="294732" indent="-239672" defTabSz="932472" fontAlgn="base">
              <a:spcBef>
                <a:spcPts val="1200"/>
              </a:spcBef>
              <a:spcAft>
                <a:spcPct val="0"/>
              </a:spcAft>
              <a:buFont typeface="+mj-lt"/>
              <a:buAutoNum type="arabicPeriod"/>
            </a:pPr>
            <a:r>
              <a:rPr lang="en-US" sz="1200" dirty="0">
                <a:solidFill>
                  <a:schemeClr val="tx1"/>
                </a:solidFill>
                <a:ea typeface="Segoe UI" panose="020B0502040204020203" pitchFamily="34" charset="0"/>
                <a:cs typeface="Segoe UI" panose="020B0502040204020203" pitchFamily="34" charset="0"/>
              </a:rPr>
              <a:t>Next click the Home tab, and then on the “</a:t>
            </a:r>
            <a:r>
              <a:rPr lang="en-US" sz="1200" b="1" dirty="0">
                <a:solidFill>
                  <a:schemeClr val="tx1"/>
                </a:solidFill>
                <a:cs typeface="Segoe UI" panose="020B0502040204020203" pitchFamily="34" charset="0"/>
              </a:rPr>
              <a:t>Decrease List level</a:t>
            </a:r>
            <a:r>
              <a:rPr lang="en-US" sz="1200" dirty="0">
                <a:solidFill>
                  <a:schemeClr val="tx1"/>
                </a:solidFill>
                <a:ea typeface="Segoe UI" panose="020B0502040204020203" pitchFamily="34" charset="0"/>
                <a:cs typeface="Segoe UI" panose="020B0502040204020203" pitchFamily="34" charset="0"/>
              </a:rPr>
              <a:t>” tool. Notice how the line moves up one level.</a:t>
            </a:r>
          </a:p>
          <a:p>
            <a:pPr marL="294732" indent="-239672" defTabSz="932472" fontAlgn="base">
              <a:spcBef>
                <a:spcPts val="1200"/>
              </a:spcBef>
              <a:spcAft>
                <a:spcPct val="0"/>
              </a:spcAft>
              <a:buFont typeface="+mj-lt"/>
              <a:buAutoNum type="arabicPeriod"/>
            </a:pPr>
            <a:r>
              <a:rPr lang="en-US" sz="1200" dirty="0">
                <a:solidFill>
                  <a:schemeClr val="tx1"/>
                </a:solidFill>
                <a:ea typeface="Segoe UI" panose="020B0502040204020203" pitchFamily="34" charset="0"/>
                <a:cs typeface="Segoe UI" panose="020B0502040204020203" pitchFamily="34" charset="0"/>
              </a:rPr>
              <a:t>Now try placing your cursor in one of the top  “Main topic…” line of text. Click the “</a:t>
            </a:r>
            <a:r>
              <a:rPr lang="en-US" sz="1200" b="1" dirty="0">
                <a:solidFill>
                  <a:schemeClr val="tx1"/>
                </a:solidFill>
                <a:cs typeface="Segoe UI" panose="020B0502040204020203" pitchFamily="34" charset="0"/>
              </a:rPr>
              <a:t>Increase List Level</a:t>
            </a:r>
            <a:r>
              <a:rPr lang="en-US" sz="1200" dirty="0">
                <a:solidFill>
                  <a:schemeClr val="tx1"/>
                </a:solidFill>
                <a:ea typeface="Segoe UI" panose="020B0502040204020203" pitchFamily="34" charset="0"/>
                <a:cs typeface="Segoe UI" panose="020B0502040204020203" pitchFamily="34" charset="0"/>
              </a:rPr>
              <a:t>” tool and see how the text is pushed in one level.</a:t>
            </a:r>
          </a:p>
          <a:p>
            <a:pPr defTabSz="932472" fontAlgn="base">
              <a:spcBef>
                <a:spcPts val="1200"/>
              </a:spcBef>
              <a:spcAft>
                <a:spcPct val="0"/>
              </a:spcAft>
            </a:pPr>
            <a:r>
              <a:rPr lang="en-US" sz="1200" dirty="0">
                <a:solidFill>
                  <a:schemeClr val="tx1"/>
                </a:solidFill>
                <a:ea typeface="Segoe UI" panose="020B0502040204020203" pitchFamily="34" charset="0"/>
                <a:cs typeface="Segoe UI" panose="020B0502040204020203" pitchFamily="34" charset="0"/>
              </a:rPr>
              <a:t>Use these 2 tools to adjust your text levels as you work</a:t>
            </a:r>
          </a:p>
        </p:txBody>
      </p:sp>
    </p:spTree>
    <p:extLst>
      <p:ext uri="{BB962C8B-B14F-4D97-AF65-F5344CB8AC3E}">
        <p14:creationId xmlns:p14="http://schemas.microsoft.com/office/powerpoint/2010/main" val="179370692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 name="Title 46">
            <a:extLst>
              <a:ext uri="{FF2B5EF4-FFF2-40B4-BE49-F238E27FC236}">
                <a16:creationId xmlns:a16="http://schemas.microsoft.com/office/drawing/2014/main" id="{1F301958-DE5F-4AB2-97F9-69B1699A128E}"/>
              </a:ext>
            </a:extLst>
          </p:cNvPr>
          <p:cNvSpPr>
            <a:spLocks noGrp="1"/>
          </p:cNvSpPr>
          <p:nvPr>
            <p:ph type="title"/>
          </p:nvPr>
        </p:nvSpPr>
        <p:spPr>
          <a:xfrm>
            <a:off x="588263" y="457200"/>
            <a:ext cx="11018520" cy="553998"/>
          </a:xfrm>
        </p:spPr>
        <p:txBody>
          <a:bodyPr/>
          <a:lstStyle/>
          <a:p>
            <a:r>
              <a:rPr lang="en-US" dirty="0"/>
              <a:t>Two text columns with subheads</a:t>
            </a:r>
          </a:p>
        </p:txBody>
      </p:sp>
      <p:sp>
        <p:nvSpPr>
          <p:cNvPr id="6" name="Text Placeholder 5">
            <a:extLst>
              <a:ext uri="{FF2B5EF4-FFF2-40B4-BE49-F238E27FC236}">
                <a16:creationId xmlns:a16="http://schemas.microsoft.com/office/drawing/2014/main" id="{7FADB5E4-83CF-47EF-AC04-3689C7951EBE}"/>
              </a:ext>
            </a:extLst>
          </p:cNvPr>
          <p:cNvSpPr>
            <a:spLocks noGrp="1"/>
          </p:cNvSpPr>
          <p:nvPr>
            <p:ph type="body" sz="quarter" idx="16"/>
          </p:nvPr>
        </p:nvSpPr>
        <p:spPr>
          <a:xfrm>
            <a:off x="584200" y="1436688"/>
            <a:ext cx="5219700" cy="430887"/>
          </a:xfrm>
        </p:spPr>
        <p:txBody>
          <a:bodyPr/>
          <a:lstStyle/>
          <a:p>
            <a:r>
              <a:rPr lang="en-US" dirty="0"/>
              <a:t>Add a subhead here</a:t>
            </a:r>
          </a:p>
        </p:txBody>
      </p:sp>
      <p:sp>
        <p:nvSpPr>
          <p:cNvPr id="4" name="Text Placeholder 3">
            <a:extLst>
              <a:ext uri="{FF2B5EF4-FFF2-40B4-BE49-F238E27FC236}">
                <a16:creationId xmlns:a16="http://schemas.microsoft.com/office/drawing/2014/main" id="{C48A2588-DEEF-4466-B489-C48555FD0A80}"/>
              </a:ext>
            </a:extLst>
          </p:cNvPr>
          <p:cNvSpPr>
            <a:spLocks noGrp="1"/>
          </p:cNvSpPr>
          <p:nvPr>
            <p:ph type="body" sz="quarter" idx="14"/>
          </p:nvPr>
        </p:nvSpPr>
        <p:spPr>
          <a:xfrm>
            <a:off x="584200" y="2084388"/>
            <a:ext cx="5219700" cy="1994392"/>
          </a:xfrm>
        </p:spPr>
        <p:txBody>
          <a:bodyPr/>
          <a:lstStyle/>
          <a:p>
            <a:r>
              <a:rPr lang="en-US" dirty="0"/>
              <a:t>This placeholder is designed with bulleted text</a:t>
            </a:r>
          </a:p>
          <a:p>
            <a:r>
              <a:rPr lang="en-US" dirty="0"/>
              <a:t>It’s easy to remove bullets </a:t>
            </a:r>
          </a:p>
          <a:p>
            <a:r>
              <a:rPr lang="en-US" dirty="0"/>
              <a:t>Select the text, then on the Home menu, click the bullet list icon</a:t>
            </a:r>
          </a:p>
        </p:txBody>
      </p:sp>
      <p:sp>
        <p:nvSpPr>
          <p:cNvPr id="12" name="Text Placeholder 11">
            <a:extLst>
              <a:ext uri="{FF2B5EF4-FFF2-40B4-BE49-F238E27FC236}">
                <a16:creationId xmlns:a16="http://schemas.microsoft.com/office/drawing/2014/main" id="{3080DA2C-210D-4425-AD02-4BE53C4F28FA}"/>
              </a:ext>
            </a:extLst>
          </p:cNvPr>
          <p:cNvSpPr>
            <a:spLocks noGrp="1"/>
          </p:cNvSpPr>
          <p:nvPr>
            <p:ph type="body" sz="quarter" idx="17"/>
          </p:nvPr>
        </p:nvSpPr>
        <p:spPr>
          <a:xfrm>
            <a:off x="6397625" y="1436688"/>
            <a:ext cx="5219700" cy="430887"/>
          </a:xfrm>
        </p:spPr>
        <p:txBody>
          <a:bodyPr/>
          <a:lstStyle/>
          <a:p>
            <a:r>
              <a:rPr lang="en-US" dirty="0"/>
              <a:t>Add a second subhead here</a:t>
            </a:r>
          </a:p>
        </p:txBody>
      </p:sp>
      <p:sp>
        <p:nvSpPr>
          <p:cNvPr id="5" name="Text Placeholder 4">
            <a:extLst>
              <a:ext uri="{FF2B5EF4-FFF2-40B4-BE49-F238E27FC236}">
                <a16:creationId xmlns:a16="http://schemas.microsoft.com/office/drawing/2014/main" id="{856881EA-0B91-4897-8A3A-ED859EA8E9F5}"/>
              </a:ext>
            </a:extLst>
          </p:cNvPr>
          <p:cNvSpPr>
            <a:spLocks noGrp="1"/>
          </p:cNvSpPr>
          <p:nvPr>
            <p:ph type="body" sz="quarter" idx="15"/>
          </p:nvPr>
        </p:nvSpPr>
        <p:spPr>
          <a:xfrm>
            <a:off x="6397625" y="2084388"/>
            <a:ext cx="5219700" cy="1625060"/>
          </a:xfrm>
        </p:spPr>
        <p:txBody>
          <a:bodyPr/>
          <a:lstStyle/>
          <a:p>
            <a:r>
              <a:rPr lang="en-US" dirty="0"/>
              <a:t>Keep the top edge of text blocks aligned</a:t>
            </a:r>
          </a:p>
          <a:p>
            <a:r>
              <a:rPr lang="en-US" dirty="0"/>
              <a:t>More text</a:t>
            </a:r>
          </a:p>
          <a:p>
            <a:r>
              <a:rPr lang="en-US" dirty="0"/>
              <a:t>More text</a:t>
            </a:r>
          </a:p>
        </p:txBody>
      </p:sp>
    </p:spTree>
    <p:extLst>
      <p:ext uri="{BB962C8B-B14F-4D97-AF65-F5344CB8AC3E}">
        <p14:creationId xmlns:p14="http://schemas.microsoft.com/office/powerpoint/2010/main" val="42370148"/>
      </p:ext>
    </p:extLst>
  </p:cSld>
  <p:clrMapOvr>
    <a:masterClrMapping/>
  </p:clrMapOvr>
  <p:transition>
    <p:fade/>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 name="Title 46">
            <a:extLst>
              <a:ext uri="{FF2B5EF4-FFF2-40B4-BE49-F238E27FC236}">
                <a16:creationId xmlns:a16="http://schemas.microsoft.com/office/drawing/2014/main" id="{1F301958-DE5F-4AB2-97F9-69B1699A128E}"/>
              </a:ext>
            </a:extLst>
          </p:cNvPr>
          <p:cNvSpPr>
            <a:spLocks noGrp="1"/>
          </p:cNvSpPr>
          <p:nvPr>
            <p:ph type="title"/>
          </p:nvPr>
        </p:nvSpPr>
        <p:spPr>
          <a:xfrm>
            <a:off x="588263" y="457200"/>
            <a:ext cx="11018520" cy="553998"/>
          </a:xfrm>
        </p:spPr>
        <p:txBody>
          <a:bodyPr/>
          <a:lstStyle/>
          <a:p>
            <a:r>
              <a:rPr lang="en-US" dirty="0"/>
              <a:t>Three text columns with subheads</a:t>
            </a:r>
          </a:p>
        </p:txBody>
      </p:sp>
      <p:sp>
        <p:nvSpPr>
          <p:cNvPr id="6" name="Text Placeholder 5">
            <a:extLst>
              <a:ext uri="{FF2B5EF4-FFF2-40B4-BE49-F238E27FC236}">
                <a16:creationId xmlns:a16="http://schemas.microsoft.com/office/drawing/2014/main" id="{7FADB5E4-83CF-47EF-AC04-3689C7951EBE}"/>
              </a:ext>
            </a:extLst>
          </p:cNvPr>
          <p:cNvSpPr>
            <a:spLocks noGrp="1"/>
          </p:cNvSpPr>
          <p:nvPr>
            <p:ph type="body" sz="quarter" idx="16"/>
          </p:nvPr>
        </p:nvSpPr>
        <p:spPr>
          <a:xfrm>
            <a:off x="585217" y="1438275"/>
            <a:ext cx="3264408" cy="738664"/>
          </a:xfrm>
        </p:spPr>
        <p:txBody>
          <a:bodyPr/>
          <a:lstStyle/>
          <a:p>
            <a:r>
              <a:rPr lang="en-US" dirty="0"/>
              <a:t>Space for a two-line subhead here</a:t>
            </a:r>
          </a:p>
        </p:txBody>
      </p:sp>
      <p:sp>
        <p:nvSpPr>
          <p:cNvPr id="4" name="Text Placeholder 3">
            <a:extLst>
              <a:ext uri="{FF2B5EF4-FFF2-40B4-BE49-F238E27FC236}">
                <a16:creationId xmlns:a16="http://schemas.microsoft.com/office/drawing/2014/main" id="{C48A2588-DEEF-4466-B489-C48555FD0A80}"/>
              </a:ext>
            </a:extLst>
          </p:cNvPr>
          <p:cNvSpPr>
            <a:spLocks noGrp="1"/>
          </p:cNvSpPr>
          <p:nvPr>
            <p:ph type="body" sz="quarter" idx="14"/>
          </p:nvPr>
        </p:nvSpPr>
        <p:spPr>
          <a:xfrm>
            <a:off x="585217" y="2390775"/>
            <a:ext cx="3264408" cy="1969770"/>
          </a:xfrm>
        </p:spPr>
        <p:txBody>
          <a:bodyPr/>
          <a:lstStyle/>
          <a:p>
            <a:r>
              <a:rPr lang="en-US" dirty="0"/>
              <a:t>This placeholder is designed with bulleted text</a:t>
            </a:r>
          </a:p>
          <a:p>
            <a:r>
              <a:rPr lang="en-US" dirty="0"/>
              <a:t>It’s easy to remove bullets</a:t>
            </a:r>
          </a:p>
          <a:p>
            <a:r>
              <a:rPr lang="en-US" dirty="0"/>
              <a:t>Select the text, then on the Home menu, click the bullet list icon</a:t>
            </a:r>
          </a:p>
        </p:txBody>
      </p:sp>
      <p:sp>
        <p:nvSpPr>
          <p:cNvPr id="7" name="Text Placeholder 6">
            <a:extLst>
              <a:ext uri="{FF2B5EF4-FFF2-40B4-BE49-F238E27FC236}">
                <a16:creationId xmlns:a16="http://schemas.microsoft.com/office/drawing/2014/main" id="{72586467-7936-4E76-9180-189FF966B546}"/>
              </a:ext>
            </a:extLst>
          </p:cNvPr>
          <p:cNvSpPr>
            <a:spLocks noGrp="1"/>
          </p:cNvSpPr>
          <p:nvPr>
            <p:ph type="body" sz="quarter" idx="17"/>
          </p:nvPr>
        </p:nvSpPr>
        <p:spPr>
          <a:xfrm>
            <a:off x="4463796" y="1438275"/>
            <a:ext cx="3264408" cy="738664"/>
          </a:xfrm>
        </p:spPr>
        <p:txBody>
          <a:bodyPr/>
          <a:lstStyle/>
          <a:p>
            <a:r>
              <a:rPr lang="en-US" dirty="0"/>
              <a:t>Wrap short </a:t>
            </a:r>
          </a:p>
          <a:p>
            <a:r>
              <a:rPr lang="en-US" dirty="0"/>
              <a:t>subheads</a:t>
            </a:r>
          </a:p>
        </p:txBody>
      </p:sp>
      <p:sp>
        <p:nvSpPr>
          <p:cNvPr id="5" name="Text Placeholder 4">
            <a:extLst>
              <a:ext uri="{FF2B5EF4-FFF2-40B4-BE49-F238E27FC236}">
                <a16:creationId xmlns:a16="http://schemas.microsoft.com/office/drawing/2014/main" id="{856881EA-0B91-4897-8A3A-ED859EA8E9F5}"/>
              </a:ext>
            </a:extLst>
          </p:cNvPr>
          <p:cNvSpPr>
            <a:spLocks noGrp="1"/>
          </p:cNvSpPr>
          <p:nvPr>
            <p:ph type="body" sz="quarter" idx="15"/>
          </p:nvPr>
        </p:nvSpPr>
        <p:spPr>
          <a:xfrm>
            <a:off x="4463796" y="2384135"/>
            <a:ext cx="3264408" cy="1354217"/>
          </a:xfrm>
        </p:spPr>
        <p:txBody>
          <a:bodyPr/>
          <a:lstStyle/>
          <a:p>
            <a:r>
              <a:rPr lang="en-US" dirty="0"/>
              <a:t>Keep the top edge of text blocks aligned</a:t>
            </a:r>
          </a:p>
          <a:p>
            <a:r>
              <a:rPr lang="en-US" dirty="0"/>
              <a:t>More text</a:t>
            </a:r>
          </a:p>
          <a:p>
            <a:r>
              <a:rPr lang="en-US" dirty="0"/>
              <a:t>More text</a:t>
            </a:r>
          </a:p>
        </p:txBody>
      </p:sp>
      <p:sp>
        <p:nvSpPr>
          <p:cNvPr id="14" name="Text Placeholder 13">
            <a:extLst>
              <a:ext uri="{FF2B5EF4-FFF2-40B4-BE49-F238E27FC236}">
                <a16:creationId xmlns:a16="http://schemas.microsoft.com/office/drawing/2014/main" id="{12F57858-903C-46A9-9906-73E81D0FC7B7}"/>
              </a:ext>
            </a:extLst>
          </p:cNvPr>
          <p:cNvSpPr>
            <a:spLocks noGrp="1"/>
          </p:cNvSpPr>
          <p:nvPr>
            <p:ph type="body" sz="quarter" idx="18"/>
          </p:nvPr>
        </p:nvSpPr>
        <p:spPr>
          <a:xfrm>
            <a:off x="8342375" y="1438275"/>
            <a:ext cx="3264408" cy="677108"/>
          </a:xfrm>
        </p:spPr>
        <p:txBody>
          <a:bodyPr/>
          <a:lstStyle/>
          <a:p>
            <a:r>
              <a:rPr lang="en-US" dirty="0"/>
              <a:t>Adjust lower text </a:t>
            </a:r>
            <a:br>
              <a:rPr lang="en-US" dirty="0"/>
            </a:br>
            <a:r>
              <a:rPr lang="en-US" dirty="0"/>
              <a:t>blocks up or down</a:t>
            </a:r>
          </a:p>
        </p:txBody>
      </p:sp>
      <p:sp>
        <p:nvSpPr>
          <p:cNvPr id="15" name="Text Placeholder 14">
            <a:extLst>
              <a:ext uri="{FF2B5EF4-FFF2-40B4-BE49-F238E27FC236}">
                <a16:creationId xmlns:a16="http://schemas.microsoft.com/office/drawing/2014/main" id="{2FF092BA-E74B-41E0-B979-21F5F7022827}"/>
              </a:ext>
            </a:extLst>
          </p:cNvPr>
          <p:cNvSpPr>
            <a:spLocks noGrp="1"/>
          </p:cNvSpPr>
          <p:nvPr>
            <p:ph type="body" sz="quarter" idx="19"/>
          </p:nvPr>
        </p:nvSpPr>
        <p:spPr>
          <a:xfrm>
            <a:off x="8342375" y="2390775"/>
            <a:ext cx="3264408" cy="1354217"/>
          </a:xfrm>
        </p:spPr>
        <p:txBody>
          <a:bodyPr/>
          <a:lstStyle/>
          <a:p>
            <a:r>
              <a:rPr lang="en-US" dirty="0"/>
              <a:t>Keep the top edge of text blocks aligned</a:t>
            </a:r>
          </a:p>
          <a:p>
            <a:r>
              <a:rPr lang="en-US" dirty="0"/>
              <a:t>More text</a:t>
            </a:r>
          </a:p>
          <a:p>
            <a:r>
              <a:rPr lang="en-US" dirty="0"/>
              <a:t>More text</a:t>
            </a:r>
          </a:p>
        </p:txBody>
      </p:sp>
    </p:spTree>
    <p:extLst>
      <p:ext uri="{BB962C8B-B14F-4D97-AF65-F5344CB8AC3E}">
        <p14:creationId xmlns:p14="http://schemas.microsoft.com/office/powerpoint/2010/main" val="2893538141"/>
      </p:ext>
    </p:extLst>
  </p:cSld>
  <p:clrMapOvr>
    <a:masterClrMapping/>
  </p:clrMapOvr>
  <p:transition>
    <p:fade/>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 name="Title 46">
            <a:extLst>
              <a:ext uri="{FF2B5EF4-FFF2-40B4-BE49-F238E27FC236}">
                <a16:creationId xmlns:a16="http://schemas.microsoft.com/office/drawing/2014/main" id="{1F301958-DE5F-4AB2-97F9-69B1699A128E}"/>
              </a:ext>
            </a:extLst>
          </p:cNvPr>
          <p:cNvSpPr>
            <a:spLocks noGrp="1"/>
          </p:cNvSpPr>
          <p:nvPr>
            <p:ph type="title"/>
          </p:nvPr>
        </p:nvSpPr>
        <p:spPr>
          <a:xfrm>
            <a:off x="588263" y="457200"/>
            <a:ext cx="11018520" cy="553998"/>
          </a:xfrm>
        </p:spPr>
        <p:txBody>
          <a:bodyPr/>
          <a:lstStyle/>
          <a:p>
            <a:r>
              <a:rPr lang="en-US" dirty="0"/>
              <a:t>Four text columns with subheads</a:t>
            </a:r>
          </a:p>
        </p:txBody>
      </p:sp>
      <p:sp>
        <p:nvSpPr>
          <p:cNvPr id="6" name="Text Placeholder 5">
            <a:extLst>
              <a:ext uri="{FF2B5EF4-FFF2-40B4-BE49-F238E27FC236}">
                <a16:creationId xmlns:a16="http://schemas.microsoft.com/office/drawing/2014/main" id="{7FADB5E4-83CF-47EF-AC04-3689C7951EBE}"/>
              </a:ext>
            </a:extLst>
          </p:cNvPr>
          <p:cNvSpPr>
            <a:spLocks noGrp="1"/>
          </p:cNvSpPr>
          <p:nvPr>
            <p:ph type="body" sz="quarter" idx="16"/>
          </p:nvPr>
        </p:nvSpPr>
        <p:spPr>
          <a:xfrm>
            <a:off x="584200" y="1438275"/>
            <a:ext cx="2532063" cy="615553"/>
          </a:xfrm>
        </p:spPr>
        <p:txBody>
          <a:bodyPr/>
          <a:lstStyle/>
          <a:p>
            <a:r>
              <a:rPr lang="en-US" dirty="0"/>
              <a:t>Space for a two-line subhead here</a:t>
            </a:r>
          </a:p>
        </p:txBody>
      </p:sp>
      <p:sp>
        <p:nvSpPr>
          <p:cNvPr id="4" name="Text Placeholder 3">
            <a:extLst>
              <a:ext uri="{FF2B5EF4-FFF2-40B4-BE49-F238E27FC236}">
                <a16:creationId xmlns:a16="http://schemas.microsoft.com/office/drawing/2014/main" id="{C48A2588-DEEF-4466-B489-C48555FD0A80}"/>
              </a:ext>
            </a:extLst>
          </p:cNvPr>
          <p:cNvSpPr>
            <a:spLocks noGrp="1"/>
          </p:cNvSpPr>
          <p:nvPr>
            <p:ph type="body" sz="quarter" idx="14"/>
          </p:nvPr>
        </p:nvSpPr>
        <p:spPr>
          <a:xfrm>
            <a:off x="584200" y="2283115"/>
            <a:ext cx="2532063" cy="2326791"/>
          </a:xfrm>
        </p:spPr>
        <p:txBody>
          <a:bodyPr/>
          <a:lstStyle/>
          <a:p>
            <a:r>
              <a:rPr lang="en-US" dirty="0"/>
              <a:t>This placeholder is designed with bulleted text</a:t>
            </a:r>
          </a:p>
          <a:p>
            <a:r>
              <a:rPr lang="en-US" dirty="0"/>
              <a:t>It’s easy to remove bullets</a:t>
            </a:r>
          </a:p>
          <a:p>
            <a:r>
              <a:rPr lang="en-US" dirty="0"/>
              <a:t>Select the text, then on the Home menu, click the bullet list icon</a:t>
            </a:r>
          </a:p>
        </p:txBody>
      </p:sp>
      <p:sp>
        <p:nvSpPr>
          <p:cNvPr id="7" name="Text Placeholder 6">
            <a:extLst>
              <a:ext uri="{FF2B5EF4-FFF2-40B4-BE49-F238E27FC236}">
                <a16:creationId xmlns:a16="http://schemas.microsoft.com/office/drawing/2014/main" id="{72586467-7936-4E76-9180-189FF966B546}"/>
              </a:ext>
            </a:extLst>
          </p:cNvPr>
          <p:cNvSpPr>
            <a:spLocks noGrp="1"/>
          </p:cNvSpPr>
          <p:nvPr>
            <p:ph type="body" sz="quarter" idx="17"/>
          </p:nvPr>
        </p:nvSpPr>
        <p:spPr>
          <a:xfrm>
            <a:off x="3413125" y="1438275"/>
            <a:ext cx="2533650" cy="615553"/>
          </a:xfrm>
        </p:spPr>
        <p:txBody>
          <a:bodyPr/>
          <a:lstStyle/>
          <a:p>
            <a:r>
              <a:rPr lang="en-US" dirty="0"/>
              <a:t>Wrap short </a:t>
            </a:r>
          </a:p>
          <a:p>
            <a:r>
              <a:rPr lang="en-US" dirty="0"/>
              <a:t>subheads</a:t>
            </a:r>
          </a:p>
        </p:txBody>
      </p:sp>
      <p:sp>
        <p:nvSpPr>
          <p:cNvPr id="5" name="Text Placeholder 4">
            <a:extLst>
              <a:ext uri="{FF2B5EF4-FFF2-40B4-BE49-F238E27FC236}">
                <a16:creationId xmlns:a16="http://schemas.microsoft.com/office/drawing/2014/main" id="{856881EA-0B91-4897-8A3A-ED859EA8E9F5}"/>
              </a:ext>
            </a:extLst>
          </p:cNvPr>
          <p:cNvSpPr>
            <a:spLocks noGrp="1"/>
          </p:cNvSpPr>
          <p:nvPr>
            <p:ph type="body" sz="quarter" idx="15"/>
          </p:nvPr>
        </p:nvSpPr>
        <p:spPr>
          <a:xfrm>
            <a:off x="3413125" y="2276475"/>
            <a:ext cx="2532063" cy="1218795"/>
          </a:xfrm>
        </p:spPr>
        <p:txBody>
          <a:bodyPr/>
          <a:lstStyle/>
          <a:p>
            <a:r>
              <a:rPr lang="en-US" dirty="0"/>
              <a:t>Keep the top edge of text blocks aligned</a:t>
            </a:r>
          </a:p>
          <a:p>
            <a:r>
              <a:rPr lang="en-US" dirty="0"/>
              <a:t>More text</a:t>
            </a:r>
          </a:p>
          <a:p>
            <a:r>
              <a:rPr lang="en-US" dirty="0"/>
              <a:t>More text</a:t>
            </a:r>
          </a:p>
        </p:txBody>
      </p:sp>
      <p:sp>
        <p:nvSpPr>
          <p:cNvPr id="14" name="Text Placeholder 13">
            <a:extLst>
              <a:ext uri="{FF2B5EF4-FFF2-40B4-BE49-F238E27FC236}">
                <a16:creationId xmlns:a16="http://schemas.microsoft.com/office/drawing/2014/main" id="{12F57858-903C-46A9-9906-73E81D0FC7B7}"/>
              </a:ext>
            </a:extLst>
          </p:cNvPr>
          <p:cNvSpPr>
            <a:spLocks noGrp="1"/>
          </p:cNvSpPr>
          <p:nvPr>
            <p:ph type="body" sz="quarter" idx="18"/>
          </p:nvPr>
        </p:nvSpPr>
        <p:spPr>
          <a:xfrm>
            <a:off x="6244208" y="1438275"/>
            <a:ext cx="2532063" cy="615553"/>
          </a:xfrm>
        </p:spPr>
        <p:txBody>
          <a:bodyPr/>
          <a:lstStyle/>
          <a:p>
            <a:r>
              <a:rPr lang="en-US" dirty="0"/>
              <a:t>Consistent line </a:t>
            </a:r>
            <a:br>
              <a:rPr lang="en-US" dirty="0"/>
            </a:br>
            <a:r>
              <a:rPr lang="en-US" dirty="0"/>
              <a:t>wraps look better</a:t>
            </a:r>
          </a:p>
        </p:txBody>
      </p:sp>
      <p:sp>
        <p:nvSpPr>
          <p:cNvPr id="15" name="Text Placeholder 14">
            <a:extLst>
              <a:ext uri="{FF2B5EF4-FFF2-40B4-BE49-F238E27FC236}">
                <a16:creationId xmlns:a16="http://schemas.microsoft.com/office/drawing/2014/main" id="{2FF092BA-E74B-41E0-B979-21F5F7022827}"/>
              </a:ext>
            </a:extLst>
          </p:cNvPr>
          <p:cNvSpPr>
            <a:spLocks noGrp="1"/>
          </p:cNvSpPr>
          <p:nvPr>
            <p:ph type="body" sz="quarter" idx="19"/>
          </p:nvPr>
        </p:nvSpPr>
        <p:spPr>
          <a:xfrm>
            <a:off x="6243638" y="2282825"/>
            <a:ext cx="2532062" cy="1218795"/>
          </a:xfrm>
        </p:spPr>
        <p:txBody>
          <a:bodyPr/>
          <a:lstStyle/>
          <a:p>
            <a:r>
              <a:rPr lang="en-US" dirty="0"/>
              <a:t>Keep the top edge of text blocks aligned</a:t>
            </a:r>
          </a:p>
          <a:p>
            <a:r>
              <a:rPr lang="en-US" dirty="0"/>
              <a:t>More text</a:t>
            </a:r>
          </a:p>
          <a:p>
            <a:r>
              <a:rPr lang="en-US" dirty="0"/>
              <a:t>More text</a:t>
            </a:r>
          </a:p>
        </p:txBody>
      </p:sp>
      <p:sp>
        <p:nvSpPr>
          <p:cNvPr id="16" name="Text Placeholder 15">
            <a:extLst>
              <a:ext uri="{FF2B5EF4-FFF2-40B4-BE49-F238E27FC236}">
                <a16:creationId xmlns:a16="http://schemas.microsoft.com/office/drawing/2014/main" id="{3BD63C8E-5E9F-481E-B5AB-59481AA4EE2D}"/>
              </a:ext>
            </a:extLst>
          </p:cNvPr>
          <p:cNvSpPr>
            <a:spLocks noGrp="1"/>
          </p:cNvSpPr>
          <p:nvPr>
            <p:ph type="body" sz="quarter" idx="20"/>
          </p:nvPr>
        </p:nvSpPr>
        <p:spPr>
          <a:xfrm>
            <a:off x="9072563" y="1438275"/>
            <a:ext cx="2533650" cy="615553"/>
          </a:xfrm>
        </p:spPr>
        <p:txBody>
          <a:bodyPr/>
          <a:lstStyle/>
          <a:p>
            <a:r>
              <a:rPr lang="en-US" dirty="0"/>
              <a:t>Adjust lower text up or down as needed</a:t>
            </a:r>
          </a:p>
        </p:txBody>
      </p:sp>
      <p:sp>
        <p:nvSpPr>
          <p:cNvPr id="17" name="Text Placeholder 16">
            <a:extLst>
              <a:ext uri="{FF2B5EF4-FFF2-40B4-BE49-F238E27FC236}">
                <a16:creationId xmlns:a16="http://schemas.microsoft.com/office/drawing/2014/main" id="{3D3596B4-05D2-428D-BC8E-D18CB32B42AF}"/>
              </a:ext>
            </a:extLst>
          </p:cNvPr>
          <p:cNvSpPr>
            <a:spLocks noGrp="1"/>
          </p:cNvSpPr>
          <p:nvPr>
            <p:ph type="body" sz="quarter" idx="21"/>
          </p:nvPr>
        </p:nvSpPr>
        <p:spPr>
          <a:xfrm>
            <a:off x="9072563" y="2276475"/>
            <a:ext cx="2532062" cy="1218795"/>
          </a:xfrm>
        </p:spPr>
        <p:txBody>
          <a:bodyPr/>
          <a:lstStyle/>
          <a:p>
            <a:r>
              <a:rPr lang="en-US" dirty="0"/>
              <a:t>Keep the top edge of text blocks aligned</a:t>
            </a:r>
          </a:p>
          <a:p>
            <a:r>
              <a:rPr lang="en-US" dirty="0"/>
              <a:t>More text</a:t>
            </a:r>
          </a:p>
          <a:p>
            <a:r>
              <a:rPr lang="en-US" dirty="0"/>
              <a:t>More text</a:t>
            </a:r>
          </a:p>
        </p:txBody>
      </p:sp>
    </p:spTree>
    <p:extLst>
      <p:ext uri="{BB962C8B-B14F-4D97-AF65-F5344CB8AC3E}">
        <p14:creationId xmlns:p14="http://schemas.microsoft.com/office/powerpoint/2010/main" val="510793352"/>
      </p:ext>
    </p:extLst>
  </p:cSld>
  <p:clrMapOvr>
    <a:masterClrMapping/>
  </p:clrMapOvr>
  <p:transition>
    <p:fade/>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D18A1E48-C74E-4B7C-95F4-2342DAC963A9}"/>
              </a:ext>
            </a:extLst>
          </p:cNvPr>
          <p:cNvSpPr>
            <a:spLocks noGrp="1"/>
          </p:cNvSpPr>
          <p:nvPr>
            <p:ph type="title"/>
          </p:nvPr>
        </p:nvSpPr>
        <p:spPr>
          <a:xfrm>
            <a:off x="588263" y="588963"/>
            <a:ext cx="4158362" cy="2535236"/>
          </a:xfrm>
        </p:spPr>
        <p:txBody>
          <a:bodyPr/>
          <a:lstStyle/>
          <a:p>
            <a:r>
              <a:rPr lang="en-US" dirty="0"/>
              <a:t>Title square photo layout</a:t>
            </a:r>
          </a:p>
        </p:txBody>
      </p:sp>
      <p:sp>
        <p:nvSpPr>
          <p:cNvPr id="3" name="Text Placeholder 2">
            <a:extLst>
              <a:ext uri="{FF2B5EF4-FFF2-40B4-BE49-F238E27FC236}">
                <a16:creationId xmlns:a16="http://schemas.microsoft.com/office/drawing/2014/main" id="{EB03E4EA-274B-4BE4-9A52-00B5B2697A08}"/>
              </a:ext>
            </a:extLst>
          </p:cNvPr>
          <p:cNvSpPr>
            <a:spLocks noGrp="1"/>
          </p:cNvSpPr>
          <p:nvPr>
            <p:ph type="body" sz="quarter" idx="10"/>
          </p:nvPr>
        </p:nvSpPr>
        <p:spPr>
          <a:xfrm>
            <a:off x="584200" y="3535540"/>
            <a:ext cx="4162425" cy="2733497"/>
          </a:xfrm>
        </p:spPr>
        <p:txBody>
          <a:bodyPr/>
          <a:lstStyle/>
          <a:p>
            <a:r>
              <a:rPr lang="en-US" dirty="0"/>
              <a:t>Smaller text</a:t>
            </a:r>
          </a:p>
        </p:txBody>
      </p:sp>
      <p:sp>
        <p:nvSpPr>
          <p:cNvPr id="6" name="Picture Placeholder 5" descr="This photo is a 'placeholder' only. Drag or drop your photo here, or click and tap the center to insert a photo.">
            <a:extLst>
              <a:ext uri="{FF2B5EF4-FFF2-40B4-BE49-F238E27FC236}">
                <a16:creationId xmlns:a16="http://schemas.microsoft.com/office/drawing/2014/main" id="{90EC379E-CA6F-458B-BB1A-FE53731504E9}"/>
              </a:ext>
            </a:extLst>
          </p:cNvPr>
          <p:cNvSpPr>
            <a:spLocks noGrp="1"/>
          </p:cNvSpPr>
          <p:nvPr>
            <p:ph type="pic" sz="quarter" idx="11"/>
          </p:nvPr>
        </p:nvSpPr>
        <p:spPr/>
        <p:txBody>
          <a:bodyPr/>
          <a:lstStyle/>
          <a:p>
            <a:endParaRPr lang="en-GB"/>
          </a:p>
        </p:txBody>
      </p:sp>
    </p:spTree>
    <p:extLst>
      <p:ext uri="{BB962C8B-B14F-4D97-AF65-F5344CB8AC3E}">
        <p14:creationId xmlns:p14="http://schemas.microsoft.com/office/powerpoint/2010/main" val="149069502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D18A1E48-C74E-4B7C-95F4-2342DAC963A9}"/>
              </a:ext>
            </a:extLst>
          </p:cNvPr>
          <p:cNvSpPr>
            <a:spLocks noGrp="1"/>
          </p:cNvSpPr>
          <p:nvPr>
            <p:ph type="title"/>
          </p:nvPr>
        </p:nvSpPr>
        <p:spPr/>
        <p:txBody>
          <a:bodyPr/>
          <a:lstStyle/>
          <a:p>
            <a:r>
              <a:rPr lang="en-US" dirty="0"/>
              <a:t>Square photo layout </a:t>
            </a:r>
          </a:p>
        </p:txBody>
      </p:sp>
      <p:sp>
        <p:nvSpPr>
          <p:cNvPr id="2" name="Picture Placeholder 1" descr="This photo is a 'placeholder' only. Drag or drop your photo here, or click and tap the center to insert a photo.">
            <a:extLst>
              <a:ext uri="{FF2B5EF4-FFF2-40B4-BE49-F238E27FC236}">
                <a16:creationId xmlns:a16="http://schemas.microsoft.com/office/drawing/2014/main" id="{EAE4E439-9990-4EB5-BA7C-DB1E71AEDCD9}"/>
              </a:ext>
            </a:extLst>
          </p:cNvPr>
          <p:cNvSpPr>
            <a:spLocks noGrp="1"/>
          </p:cNvSpPr>
          <p:nvPr>
            <p:ph type="pic" sz="quarter" idx="11"/>
          </p:nvPr>
        </p:nvSpPr>
        <p:spPr/>
        <p:txBody>
          <a:bodyPr/>
          <a:lstStyle/>
          <a:p>
            <a:endParaRPr lang="en-GB"/>
          </a:p>
        </p:txBody>
      </p:sp>
    </p:spTree>
    <p:extLst>
      <p:ext uri="{BB962C8B-B14F-4D97-AF65-F5344CB8AC3E}">
        <p14:creationId xmlns:p14="http://schemas.microsoft.com/office/powerpoint/2010/main" val="181166597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D18A1E48-C74E-4B7C-95F4-2342DAC963A9}"/>
              </a:ext>
            </a:extLst>
          </p:cNvPr>
          <p:cNvSpPr>
            <a:spLocks noGrp="1"/>
          </p:cNvSpPr>
          <p:nvPr>
            <p:ph type="title"/>
          </p:nvPr>
        </p:nvSpPr>
        <p:spPr>
          <a:xfrm>
            <a:off x="588263" y="457200"/>
            <a:ext cx="11018520" cy="983234"/>
          </a:xfrm>
        </p:spPr>
        <p:txBody>
          <a:bodyPr/>
          <a:lstStyle/>
          <a:p>
            <a:r>
              <a:rPr lang="en-US" dirty="0"/>
              <a:t>Two photos side-by-side layout</a:t>
            </a:r>
          </a:p>
        </p:txBody>
      </p:sp>
      <p:sp>
        <p:nvSpPr>
          <p:cNvPr id="4" name="Text Placeholder 3">
            <a:extLst>
              <a:ext uri="{FF2B5EF4-FFF2-40B4-BE49-F238E27FC236}">
                <a16:creationId xmlns:a16="http://schemas.microsoft.com/office/drawing/2014/main" id="{DBFED5CB-0F60-480C-8DFA-C6BECBE03F8D}"/>
              </a:ext>
            </a:extLst>
          </p:cNvPr>
          <p:cNvSpPr>
            <a:spLocks noGrp="1"/>
          </p:cNvSpPr>
          <p:nvPr>
            <p:ph type="body" sz="quarter" idx="16"/>
          </p:nvPr>
        </p:nvSpPr>
        <p:spPr>
          <a:xfrm>
            <a:off x="584199" y="5689600"/>
            <a:ext cx="5367528" cy="579438"/>
          </a:xfrm>
        </p:spPr>
        <p:txBody>
          <a:bodyPr/>
          <a:lstStyle/>
          <a:p>
            <a:r>
              <a:rPr lang="en-US" dirty="0"/>
              <a:t>Click </a:t>
            </a:r>
            <a:r>
              <a:rPr lang="en-US" dirty="0">
                <a:solidFill>
                  <a:schemeClr val="accent1"/>
                </a:solidFill>
              </a:rPr>
              <a:t>Home &gt; Layout </a:t>
            </a:r>
            <a:r>
              <a:rPr lang="en-US" dirty="0"/>
              <a:t>to find more photo layouts</a:t>
            </a:r>
          </a:p>
        </p:txBody>
      </p:sp>
      <p:sp>
        <p:nvSpPr>
          <p:cNvPr id="20" name="Picture Placeholder 19" descr="This photo is a 'placeholder' only. Drag or drop your photo here, or click and tap the center to insert a photo.">
            <a:extLst>
              <a:ext uri="{FF2B5EF4-FFF2-40B4-BE49-F238E27FC236}">
                <a16:creationId xmlns:a16="http://schemas.microsoft.com/office/drawing/2014/main" id="{4C2AF106-638F-4EEC-99B4-EE796C96E11B}"/>
              </a:ext>
            </a:extLst>
          </p:cNvPr>
          <p:cNvSpPr>
            <a:spLocks noGrp="1"/>
          </p:cNvSpPr>
          <p:nvPr>
            <p:ph type="pic" sz="quarter" idx="13"/>
          </p:nvPr>
        </p:nvSpPr>
        <p:spPr/>
        <p:txBody>
          <a:bodyPr/>
          <a:lstStyle/>
          <a:p>
            <a:endParaRPr lang="en-GB"/>
          </a:p>
        </p:txBody>
      </p:sp>
      <p:sp>
        <p:nvSpPr>
          <p:cNvPr id="6" name="Text Placeholder 5">
            <a:extLst>
              <a:ext uri="{FF2B5EF4-FFF2-40B4-BE49-F238E27FC236}">
                <a16:creationId xmlns:a16="http://schemas.microsoft.com/office/drawing/2014/main" id="{1B0E91F6-F618-4448-89FB-05078231BEA7}"/>
              </a:ext>
            </a:extLst>
          </p:cNvPr>
          <p:cNvSpPr>
            <a:spLocks noGrp="1"/>
          </p:cNvSpPr>
          <p:nvPr>
            <p:ph type="body" sz="quarter" idx="18"/>
          </p:nvPr>
        </p:nvSpPr>
        <p:spPr>
          <a:xfrm>
            <a:off x="6241860" y="5689600"/>
            <a:ext cx="5367528" cy="579438"/>
          </a:xfrm>
        </p:spPr>
        <p:txBody>
          <a:bodyPr/>
          <a:lstStyle/>
          <a:p>
            <a:r>
              <a:rPr lang="en-US" dirty="0"/>
              <a:t>Text placeholder</a:t>
            </a:r>
          </a:p>
        </p:txBody>
      </p:sp>
      <p:sp>
        <p:nvSpPr>
          <p:cNvPr id="21" name="Picture Placeholder 20" descr="This photo is a 'placeholder' only. Drag or drop your photo here, or click and tap the center to insert a photo.">
            <a:extLst>
              <a:ext uri="{FF2B5EF4-FFF2-40B4-BE49-F238E27FC236}">
                <a16:creationId xmlns:a16="http://schemas.microsoft.com/office/drawing/2014/main" id="{C3F13AE1-6DF6-44C8-8E77-DE9482E06DC8}"/>
              </a:ext>
            </a:extLst>
          </p:cNvPr>
          <p:cNvSpPr>
            <a:spLocks noGrp="1"/>
          </p:cNvSpPr>
          <p:nvPr>
            <p:ph type="pic" sz="quarter" idx="15"/>
          </p:nvPr>
        </p:nvSpPr>
        <p:spPr/>
        <p:txBody>
          <a:bodyPr/>
          <a:lstStyle/>
          <a:p>
            <a:endParaRPr lang="en-GB"/>
          </a:p>
        </p:txBody>
      </p:sp>
    </p:spTree>
    <p:extLst>
      <p:ext uri="{BB962C8B-B14F-4D97-AF65-F5344CB8AC3E}">
        <p14:creationId xmlns:p14="http://schemas.microsoft.com/office/powerpoint/2010/main" val="426907503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9BB51B6F-A6B6-4C5C-87D8-20DB1C857613}"/>
              </a:ext>
            </a:extLst>
          </p:cNvPr>
          <p:cNvSpPr>
            <a:spLocks noGrp="1"/>
          </p:cNvSpPr>
          <p:nvPr>
            <p:ph type="title"/>
          </p:nvPr>
        </p:nvSpPr>
        <p:spPr>
          <a:xfrm>
            <a:off x="588263" y="457200"/>
            <a:ext cx="11018520" cy="553998"/>
          </a:xfrm>
        </p:spPr>
        <p:txBody>
          <a:bodyPr/>
          <a:lstStyle/>
          <a:p>
            <a:r>
              <a:rPr lang="en-US" dirty="0"/>
              <a:t>Three photos layout</a:t>
            </a:r>
          </a:p>
        </p:txBody>
      </p:sp>
      <p:sp>
        <p:nvSpPr>
          <p:cNvPr id="11" name="Text Placeholder 10">
            <a:extLst>
              <a:ext uri="{FF2B5EF4-FFF2-40B4-BE49-F238E27FC236}">
                <a16:creationId xmlns:a16="http://schemas.microsoft.com/office/drawing/2014/main" id="{0CF24D87-8BE8-48F5-A782-AABCF1702CF5}"/>
              </a:ext>
            </a:extLst>
          </p:cNvPr>
          <p:cNvSpPr>
            <a:spLocks noGrp="1"/>
          </p:cNvSpPr>
          <p:nvPr>
            <p:ph type="body" sz="quarter" idx="16"/>
          </p:nvPr>
        </p:nvSpPr>
        <p:spPr>
          <a:xfrm>
            <a:off x="582613" y="5689600"/>
            <a:ext cx="3475037" cy="553998"/>
          </a:xfrm>
        </p:spPr>
        <p:txBody>
          <a:bodyPr/>
          <a:lstStyle/>
          <a:p>
            <a:r>
              <a:rPr lang="en-US" sz="1800" dirty="0"/>
              <a:t>Click </a:t>
            </a:r>
            <a:r>
              <a:rPr lang="en-US" sz="1800" dirty="0">
                <a:solidFill>
                  <a:schemeClr val="accent1"/>
                </a:solidFill>
              </a:rPr>
              <a:t>Home &gt; Layout </a:t>
            </a:r>
            <a:r>
              <a:rPr lang="en-US" sz="1800" dirty="0"/>
              <a:t>to find more photo layouts</a:t>
            </a:r>
            <a:endParaRPr lang="en-US" dirty="0"/>
          </a:p>
        </p:txBody>
      </p:sp>
      <p:sp>
        <p:nvSpPr>
          <p:cNvPr id="8" name="Picture Placeholder 7" descr="This photo is a 'placeholder' only. Drag or drop your photo here, or click and tap the center to insert a photo.">
            <a:extLst>
              <a:ext uri="{FF2B5EF4-FFF2-40B4-BE49-F238E27FC236}">
                <a16:creationId xmlns:a16="http://schemas.microsoft.com/office/drawing/2014/main" id="{6B56B57A-5CF7-448F-BC81-137D7A82A0EC}"/>
              </a:ext>
            </a:extLst>
          </p:cNvPr>
          <p:cNvSpPr>
            <a:spLocks noGrp="1"/>
          </p:cNvSpPr>
          <p:nvPr>
            <p:ph type="pic" sz="quarter" idx="13"/>
          </p:nvPr>
        </p:nvSpPr>
        <p:spPr/>
        <p:txBody>
          <a:bodyPr/>
          <a:lstStyle/>
          <a:p>
            <a:endParaRPr lang="en-GB"/>
          </a:p>
        </p:txBody>
      </p:sp>
      <p:sp>
        <p:nvSpPr>
          <p:cNvPr id="12" name="Text Placeholder 11">
            <a:extLst>
              <a:ext uri="{FF2B5EF4-FFF2-40B4-BE49-F238E27FC236}">
                <a16:creationId xmlns:a16="http://schemas.microsoft.com/office/drawing/2014/main" id="{42466CB0-8E3A-4B11-BE5B-DB09D902EB09}"/>
              </a:ext>
            </a:extLst>
          </p:cNvPr>
          <p:cNvSpPr>
            <a:spLocks noGrp="1"/>
          </p:cNvSpPr>
          <p:nvPr>
            <p:ph type="body" sz="quarter" idx="17"/>
          </p:nvPr>
        </p:nvSpPr>
        <p:spPr>
          <a:xfrm>
            <a:off x="4358640" y="5689600"/>
            <a:ext cx="3475037" cy="307777"/>
          </a:xfrm>
        </p:spPr>
        <p:txBody>
          <a:bodyPr/>
          <a:lstStyle/>
          <a:p>
            <a:r>
              <a:rPr lang="en-US" dirty="0"/>
              <a:t>Text placeholder</a:t>
            </a:r>
          </a:p>
        </p:txBody>
      </p:sp>
      <p:sp>
        <p:nvSpPr>
          <p:cNvPr id="9" name="Picture Placeholder 8" descr="This photo is a 'placeholder' only. Drag or drop your photo here, or click and tap the center to insert a photo.">
            <a:extLst>
              <a:ext uri="{FF2B5EF4-FFF2-40B4-BE49-F238E27FC236}">
                <a16:creationId xmlns:a16="http://schemas.microsoft.com/office/drawing/2014/main" id="{A078E6D4-B91A-431C-8C2F-A6FD9891FF29}"/>
              </a:ext>
            </a:extLst>
          </p:cNvPr>
          <p:cNvSpPr>
            <a:spLocks noGrp="1"/>
          </p:cNvSpPr>
          <p:nvPr>
            <p:ph type="pic" sz="quarter" idx="14"/>
          </p:nvPr>
        </p:nvSpPr>
        <p:spPr/>
        <p:txBody>
          <a:bodyPr/>
          <a:lstStyle/>
          <a:p>
            <a:endParaRPr lang="en-GB"/>
          </a:p>
        </p:txBody>
      </p:sp>
      <p:sp>
        <p:nvSpPr>
          <p:cNvPr id="13" name="Text Placeholder 12">
            <a:extLst>
              <a:ext uri="{FF2B5EF4-FFF2-40B4-BE49-F238E27FC236}">
                <a16:creationId xmlns:a16="http://schemas.microsoft.com/office/drawing/2014/main" id="{062B81A3-15C0-4615-9103-E530FFE58E9B}"/>
              </a:ext>
            </a:extLst>
          </p:cNvPr>
          <p:cNvSpPr>
            <a:spLocks noGrp="1"/>
          </p:cNvSpPr>
          <p:nvPr>
            <p:ph type="body" sz="quarter" idx="18"/>
          </p:nvPr>
        </p:nvSpPr>
        <p:spPr>
          <a:xfrm>
            <a:off x="8134351" y="5689600"/>
            <a:ext cx="3475037" cy="307777"/>
          </a:xfrm>
        </p:spPr>
        <p:txBody>
          <a:bodyPr/>
          <a:lstStyle/>
          <a:p>
            <a:r>
              <a:rPr lang="en-US" dirty="0"/>
              <a:t>Text placeholder</a:t>
            </a:r>
          </a:p>
        </p:txBody>
      </p:sp>
      <p:sp>
        <p:nvSpPr>
          <p:cNvPr id="10" name="Picture Placeholder 9" descr="This photo is a 'placeholder' only. Drag or drop your photo here, or click and tap the center to insert a photo.">
            <a:extLst>
              <a:ext uri="{FF2B5EF4-FFF2-40B4-BE49-F238E27FC236}">
                <a16:creationId xmlns:a16="http://schemas.microsoft.com/office/drawing/2014/main" id="{C3281AC1-12FA-4321-9290-F3FD9C085409}"/>
              </a:ext>
            </a:extLst>
          </p:cNvPr>
          <p:cNvSpPr>
            <a:spLocks noGrp="1"/>
          </p:cNvSpPr>
          <p:nvPr>
            <p:ph type="pic" sz="quarter" idx="15"/>
          </p:nvPr>
        </p:nvSpPr>
        <p:spPr/>
        <p:txBody>
          <a:bodyPr/>
          <a:lstStyle/>
          <a:p>
            <a:endParaRPr lang="en-GB"/>
          </a:p>
        </p:txBody>
      </p:sp>
    </p:spTree>
    <p:extLst>
      <p:ext uri="{BB962C8B-B14F-4D97-AF65-F5344CB8AC3E}">
        <p14:creationId xmlns:p14="http://schemas.microsoft.com/office/powerpoint/2010/main" val="123781588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A4E6FC63-1669-41F3-A9A6-39B6FB141690}"/>
              </a:ext>
            </a:extLst>
          </p:cNvPr>
          <p:cNvSpPr>
            <a:spLocks noGrp="1"/>
          </p:cNvSpPr>
          <p:nvPr>
            <p:ph type="title"/>
          </p:nvPr>
        </p:nvSpPr>
        <p:spPr>
          <a:xfrm>
            <a:off x="588263" y="457200"/>
            <a:ext cx="11018520" cy="983234"/>
          </a:xfrm>
        </p:spPr>
        <p:txBody>
          <a:bodyPr/>
          <a:lstStyle/>
          <a:p>
            <a:r>
              <a:rPr lang="en-US" dirty="0"/>
              <a:t>Four photos layout</a:t>
            </a:r>
          </a:p>
        </p:txBody>
      </p:sp>
      <p:sp>
        <p:nvSpPr>
          <p:cNvPr id="11" name="Text Placeholder 10">
            <a:extLst>
              <a:ext uri="{FF2B5EF4-FFF2-40B4-BE49-F238E27FC236}">
                <a16:creationId xmlns:a16="http://schemas.microsoft.com/office/drawing/2014/main" id="{A209D23C-50F2-48D6-BAA7-3B9D6572CD44}"/>
              </a:ext>
            </a:extLst>
          </p:cNvPr>
          <p:cNvSpPr>
            <a:spLocks noGrp="1"/>
          </p:cNvSpPr>
          <p:nvPr>
            <p:ph type="body" sz="quarter" idx="16"/>
          </p:nvPr>
        </p:nvSpPr>
        <p:spPr>
          <a:xfrm>
            <a:off x="582613" y="4753938"/>
            <a:ext cx="2532888" cy="553998"/>
          </a:xfrm>
        </p:spPr>
        <p:txBody>
          <a:bodyPr/>
          <a:lstStyle/>
          <a:p>
            <a:r>
              <a:rPr lang="en-US" dirty="0"/>
              <a:t>Click </a:t>
            </a:r>
            <a:r>
              <a:rPr lang="en-US" dirty="0">
                <a:solidFill>
                  <a:schemeClr val="accent1"/>
                </a:solidFill>
              </a:rPr>
              <a:t>Home &gt; Layout </a:t>
            </a:r>
            <a:r>
              <a:rPr lang="en-US" dirty="0"/>
              <a:t>to find more photo layouts</a:t>
            </a:r>
          </a:p>
        </p:txBody>
      </p:sp>
      <p:sp>
        <p:nvSpPr>
          <p:cNvPr id="20" name="Picture Placeholder 19" descr="This photo is a 'placeholder' only. Drag or drop your photo here, or click and tap the center to insert a photo.">
            <a:extLst>
              <a:ext uri="{FF2B5EF4-FFF2-40B4-BE49-F238E27FC236}">
                <a16:creationId xmlns:a16="http://schemas.microsoft.com/office/drawing/2014/main" id="{2049E1DB-541D-4841-99DF-7BDAAC55D0D9}"/>
              </a:ext>
            </a:extLst>
          </p:cNvPr>
          <p:cNvSpPr>
            <a:spLocks noGrp="1"/>
          </p:cNvSpPr>
          <p:nvPr>
            <p:ph type="pic" sz="quarter" idx="13"/>
          </p:nvPr>
        </p:nvSpPr>
        <p:spPr/>
        <p:txBody>
          <a:bodyPr/>
          <a:lstStyle/>
          <a:p>
            <a:endParaRPr lang="en-GB"/>
          </a:p>
        </p:txBody>
      </p:sp>
      <p:sp>
        <p:nvSpPr>
          <p:cNvPr id="12" name="Text Placeholder 11">
            <a:extLst>
              <a:ext uri="{FF2B5EF4-FFF2-40B4-BE49-F238E27FC236}">
                <a16:creationId xmlns:a16="http://schemas.microsoft.com/office/drawing/2014/main" id="{92F542C4-C40B-41ED-B136-472CCC2DF00E}"/>
              </a:ext>
            </a:extLst>
          </p:cNvPr>
          <p:cNvSpPr>
            <a:spLocks noGrp="1"/>
          </p:cNvSpPr>
          <p:nvPr>
            <p:ph type="body" sz="quarter" idx="17"/>
          </p:nvPr>
        </p:nvSpPr>
        <p:spPr>
          <a:xfrm>
            <a:off x="3413908" y="4753938"/>
            <a:ext cx="2532888" cy="1515100"/>
          </a:xfrm>
        </p:spPr>
        <p:txBody>
          <a:bodyPr/>
          <a:lstStyle/>
          <a:p>
            <a:r>
              <a:rPr lang="en-US" dirty="0"/>
              <a:t>Text placeholder</a:t>
            </a:r>
          </a:p>
        </p:txBody>
      </p:sp>
      <p:sp>
        <p:nvSpPr>
          <p:cNvPr id="21" name="Picture Placeholder 20" descr="This photo is a 'placeholder' only. Drag or drop your photo here, or click and tap the center to insert a photo.">
            <a:extLst>
              <a:ext uri="{FF2B5EF4-FFF2-40B4-BE49-F238E27FC236}">
                <a16:creationId xmlns:a16="http://schemas.microsoft.com/office/drawing/2014/main" id="{A681818B-F8D9-444E-8707-6ADDD37B2150}"/>
              </a:ext>
            </a:extLst>
          </p:cNvPr>
          <p:cNvSpPr>
            <a:spLocks noGrp="1"/>
          </p:cNvSpPr>
          <p:nvPr>
            <p:ph type="pic" sz="quarter" idx="14"/>
          </p:nvPr>
        </p:nvSpPr>
        <p:spPr/>
        <p:txBody>
          <a:bodyPr/>
          <a:lstStyle/>
          <a:p>
            <a:endParaRPr lang="en-GB"/>
          </a:p>
        </p:txBody>
      </p:sp>
      <p:sp>
        <p:nvSpPr>
          <p:cNvPr id="13" name="Text Placeholder 12">
            <a:extLst>
              <a:ext uri="{FF2B5EF4-FFF2-40B4-BE49-F238E27FC236}">
                <a16:creationId xmlns:a16="http://schemas.microsoft.com/office/drawing/2014/main" id="{B43BB8B0-C02C-44E6-A828-FE52984E9278}"/>
              </a:ext>
            </a:extLst>
          </p:cNvPr>
          <p:cNvSpPr>
            <a:spLocks noGrp="1"/>
          </p:cNvSpPr>
          <p:nvPr>
            <p:ph type="body" sz="quarter" idx="18"/>
          </p:nvPr>
        </p:nvSpPr>
        <p:spPr>
          <a:xfrm>
            <a:off x="6245204" y="4753938"/>
            <a:ext cx="2532888" cy="1515100"/>
          </a:xfrm>
        </p:spPr>
        <p:txBody>
          <a:bodyPr/>
          <a:lstStyle/>
          <a:p>
            <a:r>
              <a:rPr lang="en-US" dirty="0"/>
              <a:t>Text placeholder</a:t>
            </a:r>
          </a:p>
        </p:txBody>
      </p:sp>
      <p:sp>
        <p:nvSpPr>
          <p:cNvPr id="22" name="Picture Placeholder 21" descr="This photo is a 'placeholder' only. Drag or drop your photo here, or click and tap the center to insert a photo.">
            <a:extLst>
              <a:ext uri="{FF2B5EF4-FFF2-40B4-BE49-F238E27FC236}">
                <a16:creationId xmlns:a16="http://schemas.microsoft.com/office/drawing/2014/main" id="{7A7C9DE3-B502-4843-BD13-228FA6856866}"/>
              </a:ext>
            </a:extLst>
          </p:cNvPr>
          <p:cNvSpPr>
            <a:spLocks noGrp="1"/>
          </p:cNvSpPr>
          <p:nvPr>
            <p:ph type="pic" sz="quarter" idx="15"/>
          </p:nvPr>
        </p:nvSpPr>
        <p:spPr/>
        <p:txBody>
          <a:bodyPr/>
          <a:lstStyle/>
          <a:p>
            <a:endParaRPr lang="en-GB"/>
          </a:p>
        </p:txBody>
      </p:sp>
      <p:sp>
        <p:nvSpPr>
          <p:cNvPr id="15" name="Text Placeholder 14">
            <a:extLst>
              <a:ext uri="{FF2B5EF4-FFF2-40B4-BE49-F238E27FC236}">
                <a16:creationId xmlns:a16="http://schemas.microsoft.com/office/drawing/2014/main" id="{4A98B624-6FA8-4859-B87B-A01D7E95DB26}"/>
              </a:ext>
            </a:extLst>
          </p:cNvPr>
          <p:cNvSpPr>
            <a:spLocks noGrp="1"/>
          </p:cNvSpPr>
          <p:nvPr>
            <p:ph type="body" sz="quarter" idx="20"/>
          </p:nvPr>
        </p:nvSpPr>
        <p:spPr>
          <a:xfrm>
            <a:off x="9076500" y="4753938"/>
            <a:ext cx="2532888" cy="1515100"/>
          </a:xfrm>
        </p:spPr>
        <p:txBody>
          <a:bodyPr/>
          <a:lstStyle/>
          <a:p>
            <a:r>
              <a:rPr lang="en-US" dirty="0"/>
              <a:t>Text placeholder</a:t>
            </a:r>
          </a:p>
        </p:txBody>
      </p:sp>
      <p:sp>
        <p:nvSpPr>
          <p:cNvPr id="23" name="Picture Placeholder 22" descr="This photo is a 'placeholder' only. Drag or drop your photo here, or click and tap the center to insert a photo.">
            <a:extLst>
              <a:ext uri="{FF2B5EF4-FFF2-40B4-BE49-F238E27FC236}">
                <a16:creationId xmlns:a16="http://schemas.microsoft.com/office/drawing/2014/main" id="{40D53ACD-897B-4430-8293-4221A7C38F32}"/>
              </a:ext>
            </a:extLst>
          </p:cNvPr>
          <p:cNvSpPr>
            <a:spLocks noGrp="1"/>
          </p:cNvSpPr>
          <p:nvPr>
            <p:ph type="pic" sz="quarter" idx="19"/>
          </p:nvPr>
        </p:nvSpPr>
        <p:spPr/>
        <p:txBody>
          <a:bodyPr/>
          <a:lstStyle/>
          <a:p>
            <a:endParaRPr lang="en-GB"/>
          </a:p>
        </p:txBody>
      </p:sp>
    </p:spTree>
    <p:extLst>
      <p:ext uri="{BB962C8B-B14F-4D97-AF65-F5344CB8AC3E}">
        <p14:creationId xmlns:p14="http://schemas.microsoft.com/office/powerpoint/2010/main" val="233474523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A37C5296-79C0-4331-A0C7-B785D49DA00B}"/>
              </a:ext>
            </a:extLst>
          </p:cNvPr>
          <p:cNvSpPr>
            <a:spLocks noGrp="1"/>
          </p:cNvSpPr>
          <p:nvPr>
            <p:ph type="title"/>
          </p:nvPr>
        </p:nvSpPr>
        <p:spPr/>
        <p:txBody>
          <a:bodyPr/>
          <a:lstStyle/>
          <a:p>
            <a:r>
              <a:rPr lang="en-US" dirty="0"/>
              <a:t>Four round photos</a:t>
            </a:r>
          </a:p>
        </p:txBody>
      </p:sp>
      <p:sp>
        <p:nvSpPr>
          <p:cNvPr id="2" name="Picture Placeholder 1" descr="This photo is a 'placeholder' only. Drag or drop your photo here, or click and tap the center to insert a photo.">
            <a:extLst>
              <a:ext uri="{FF2B5EF4-FFF2-40B4-BE49-F238E27FC236}">
                <a16:creationId xmlns:a16="http://schemas.microsoft.com/office/drawing/2014/main" id="{D5FF0698-F9CD-4A60-9846-E22BA5E9430C}"/>
              </a:ext>
            </a:extLst>
          </p:cNvPr>
          <p:cNvSpPr>
            <a:spLocks noGrp="1"/>
          </p:cNvSpPr>
          <p:nvPr>
            <p:ph type="pic" sz="quarter" idx="13"/>
          </p:nvPr>
        </p:nvSpPr>
        <p:spPr/>
        <p:txBody>
          <a:bodyPr/>
          <a:lstStyle/>
          <a:p>
            <a:endParaRPr lang="en-GB"/>
          </a:p>
        </p:txBody>
      </p:sp>
      <p:sp>
        <p:nvSpPr>
          <p:cNvPr id="5" name="Text Placeholder 4">
            <a:extLst>
              <a:ext uri="{FF2B5EF4-FFF2-40B4-BE49-F238E27FC236}">
                <a16:creationId xmlns:a16="http://schemas.microsoft.com/office/drawing/2014/main" id="{4324CE80-1853-4D92-A57F-E374DD4528B0}"/>
              </a:ext>
            </a:extLst>
          </p:cNvPr>
          <p:cNvSpPr>
            <a:spLocks noGrp="1"/>
          </p:cNvSpPr>
          <p:nvPr>
            <p:ph type="body" sz="quarter" idx="16"/>
          </p:nvPr>
        </p:nvSpPr>
        <p:spPr>
          <a:xfrm>
            <a:off x="584200" y="4800600"/>
            <a:ext cx="2313432" cy="830997"/>
          </a:xfrm>
        </p:spPr>
        <p:txBody>
          <a:bodyPr/>
          <a:lstStyle/>
          <a:p>
            <a:r>
              <a:rPr lang="en-US" dirty="0"/>
              <a:t>Click </a:t>
            </a:r>
            <a:r>
              <a:rPr lang="en-US" dirty="0">
                <a:solidFill>
                  <a:schemeClr val="accent1"/>
                </a:solidFill>
              </a:rPr>
              <a:t>Home &gt; Layout </a:t>
            </a:r>
            <a:r>
              <a:rPr lang="en-US" dirty="0"/>
              <a:t>to find more </a:t>
            </a:r>
            <a:r>
              <a:rPr lang="en-US" dirty="0">
                <a:solidFill>
                  <a:schemeClr val="accent1"/>
                </a:solidFill>
              </a:rPr>
              <a:t>round photo</a:t>
            </a:r>
            <a:r>
              <a:rPr lang="en-US" dirty="0"/>
              <a:t> layouts</a:t>
            </a:r>
          </a:p>
        </p:txBody>
      </p:sp>
      <p:sp>
        <p:nvSpPr>
          <p:cNvPr id="4" name="Picture Placeholder 3" descr="This photo is a 'placeholder' only. Drag or drop your photo here, or click and tap the center to insert a photo.">
            <a:extLst>
              <a:ext uri="{FF2B5EF4-FFF2-40B4-BE49-F238E27FC236}">
                <a16:creationId xmlns:a16="http://schemas.microsoft.com/office/drawing/2014/main" id="{E03FF63D-ACA4-4E2A-B5DA-CB84F40A6E39}"/>
              </a:ext>
            </a:extLst>
          </p:cNvPr>
          <p:cNvSpPr>
            <a:spLocks noGrp="1"/>
          </p:cNvSpPr>
          <p:nvPr>
            <p:ph type="pic" sz="quarter" idx="19"/>
          </p:nvPr>
        </p:nvSpPr>
        <p:spPr/>
        <p:txBody>
          <a:bodyPr/>
          <a:lstStyle/>
          <a:p>
            <a:endParaRPr lang="en-GB"/>
          </a:p>
        </p:txBody>
      </p:sp>
      <p:sp>
        <p:nvSpPr>
          <p:cNvPr id="6" name="Text Placeholder 5">
            <a:extLst>
              <a:ext uri="{FF2B5EF4-FFF2-40B4-BE49-F238E27FC236}">
                <a16:creationId xmlns:a16="http://schemas.microsoft.com/office/drawing/2014/main" id="{855C5EC2-5186-491D-A50B-C2D9AED98D4F}"/>
              </a:ext>
            </a:extLst>
          </p:cNvPr>
          <p:cNvSpPr>
            <a:spLocks noGrp="1"/>
          </p:cNvSpPr>
          <p:nvPr>
            <p:ph type="body" sz="quarter" idx="17"/>
          </p:nvPr>
        </p:nvSpPr>
        <p:spPr/>
        <p:txBody>
          <a:bodyPr/>
          <a:lstStyle/>
          <a:p>
            <a:r>
              <a:rPr lang="en-US" dirty="0"/>
              <a:t>Text placeholder</a:t>
            </a:r>
          </a:p>
        </p:txBody>
      </p:sp>
      <p:sp>
        <p:nvSpPr>
          <p:cNvPr id="8" name="Picture Placeholder 7" descr="This photo is a 'placeholder' only. Drag or drop your photo here, or click and tap the center to insert a photo.">
            <a:extLst>
              <a:ext uri="{FF2B5EF4-FFF2-40B4-BE49-F238E27FC236}">
                <a16:creationId xmlns:a16="http://schemas.microsoft.com/office/drawing/2014/main" id="{5BA443CB-B71D-470E-916B-D1DAE9A14248}"/>
              </a:ext>
            </a:extLst>
          </p:cNvPr>
          <p:cNvSpPr>
            <a:spLocks noGrp="1"/>
          </p:cNvSpPr>
          <p:nvPr>
            <p:ph type="pic" sz="quarter" idx="20"/>
          </p:nvPr>
        </p:nvSpPr>
        <p:spPr/>
        <p:txBody>
          <a:bodyPr/>
          <a:lstStyle/>
          <a:p>
            <a:endParaRPr lang="en-GB"/>
          </a:p>
        </p:txBody>
      </p:sp>
      <p:sp>
        <p:nvSpPr>
          <p:cNvPr id="7" name="Text Placeholder 6">
            <a:extLst>
              <a:ext uri="{FF2B5EF4-FFF2-40B4-BE49-F238E27FC236}">
                <a16:creationId xmlns:a16="http://schemas.microsoft.com/office/drawing/2014/main" id="{5EF42983-3F54-4931-81B8-D7E79CE7FA56}"/>
              </a:ext>
            </a:extLst>
          </p:cNvPr>
          <p:cNvSpPr>
            <a:spLocks noGrp="1"/>
          </p:cNvSpPr>
          <p:nvPr>
            <p:ph type="body" sz="quarter" idx="18"/>
          </p:nvPr>
        </p:nvSpPr>
        <p:spPr/>
        <p:txBody>
          <a:bodyPr/>
          <a:lstStyle/>
          <a:p>
            <a:r>
              <a:rPr lang="en-US" dirty="0"/>
              <a:t>Text placeholder</a:t>
            </a:r>
          </a:p>
        </p:txBody>
      </p:sp>
      <p:sp>
        <p:nvSpPr>
          <p:cNvPr id="9" name="Picture Placeholder 8" descr="This photo is a 'placeholder' only. Drag or drop your photo here, or click and tap the center to insert a photo.">
            <a:extLst>
              <a:ext uri="{FF2B5EF4-FFF2-40B4-BE49-F238E27FC236}">
                <a16:creationId xmlns:a16="http://schemas.microsoft.com/office/drawing/2014/main" id="{8F32AE3A-79A4-4274-B62B-34832D675A54}"/>
              </a:ext>
            </a:extLst>
          </p:cNvPr>
          <p:cNvSpPr>
            <a:spLocks noGrp="1"/>
          </p:cNvSpPr>
          <p:nvPr>
            <p:ph type="pic" sz="quarter" idx="21"/>
          </p:nvPr>
        </p:nvSpPr>
        <p:spPr/>
        <p:txBody>
          <a:bodyPr/>
          <a:lstStyle/>
          <a:p>
            <a:endParaRPr lang="en-GB"/>
          </a:p>
        </p:txBody>
      </p:sp>
      <p:sp>
        <p:nvSpPr>
          <p:cNvPr id="13" name="Text Placeholder 12">
            <a:extLst>
              <a:ext uri="{FF2B5EF4-FFF2-40B4-BE49-F238E27FC236}">
                <a16:creationId xmlns:a16="http://schemas.microsoft.com/office/drawing/2014/main" id="{7E88581C-10E6-4C16-9A8A-DBEA56AB0D37}"/>
              </a:ext>
            </a:extLst>
          </p:cNvPr>
          <p:cNvSpPr>
            <a:spLocks noGrp="1"/>
          </p:cNvSpPr>
          <p:nvPr>
            <p:ph type="body" sz="quarter" idx="22"/>
          </p:nvPr>
        </p:nvSpPr>
        <p:spPr/>
        <p:txBody>
          <a:bodyPr/>
          <a:lstStyle/>
          <a:p>
            <a:r>
              <a:rPr lang="en-US" dirty="0"/>
              <a:t>Text placeholder</a:t>
            </a:r>
          </a:p>
        </p:txBody>
      </p:sp>
    </p:spTree>
    <p:extLst>
      <p:ext uri="{BB962C8B-B14F-4D97-AF65-F5344CB8AC3E}">
        <p14:creationId xmlns:p14="http://schemas.microsoft.com/office/powerpoint/2010/main" val="2371544170"/>
      </p:ext>
    </p:extLst>
  </p:cSld>
  <p:clrMapOvr>
    <a:masterClrMapping/>
  </p:clrMapOvr>
  <p:transition>
    <p:fade/>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id="{AC46B02E-D0FC-475F-800A-98F95E0F402E}"/>
              </a:ext>
            </a:extLst>
          </p:cNvPr>
          <p:cNvSpPr>
            <a:spLocks noGrp="1"/>
          </p:cNvSpPr>
          <p:nvPr>
            <p:ph type="title"/>
          </p:nvPr>
        </p:nvSpPr>
        <p:spPr>
          <a:xfrm>
            <a:off x="588263" y="866572"/>
            <a:ext cx="11018520" cy="553998"/>
          </a:xfrm>
        </p:spPr>
        <p:txBody>
          <a:bodyPr/>
          <a:lstStyle/>
          <a:p>
            <a:r>
              <a:rPr lang="en-US" dirty="0"/>
              <a:t>Two filmstrip photos</a:t>
            </a:r>
          </a:p>
        </p:txBody>
      </p:sp>
      <p:sp>
        <p:nvSpPr>
          <p:cNvPr id="15" name="Text Placeholder 14">
            <a:extLst>
              <a:ext uri="{FF2B5EF4-FFF2-40B4-BE49-F238E27FC236}">
                <a16:creationId xmlns:a16="http://schemas.microsoft.com/office/drawing/2014/main" id="{B459EBF2-4CD9-4ED6-AE50-6C916B509D65}"/>
              </a:ext>
            </a:extLst>
          </p:cNvPr>
          <p:cNvSpPr>
            <a:spLocks noGrp="1"/>
          </p:cNvSpPr>
          <p:nvPr>
            <p:ph type="body" sz="quarter" idx="16"/>
          </p:nvPr>
        </p:nvSpPr>
        <p:spPr>
          <a:xfrm>
            <a:off x="585216" y="5334000"/>
            <a:ext cx="4892040" cy="553998"/>
          </a:xfrm>
        </p:spPr>
        <p:txBody>
          <a:bodyPr/>
          <a:lstStyle/>
          <a:p>
            <a:r>
              <a:rPr lang="en-US" sz="1800" dirty="0"/>
              <a:t>Click </a:t>
            </a:r>
            <a:r>
              <a:rPr lang="en-US" sz="1800" dirty="0">
                <a:solidFill>
                  <a:schemeClr val="accent1"/>
                </a:solidFill>
              </a:rPr>
              <a:t>Home &gt; Layout </a:t>
            </a:r>
            <a:r>
              <a:rPr lang="en-US" sz="1800" dirty="0"/>
              <a:t>to find </a:t>
            </a:r>
            <a:r>
              <a:rPr lang="en-US" sz="1800" dirty="0">
                <a:solidFill>
                  <a:schemeClr val="accent1"/>
                </a:solidFill>
              </a:rPr>
              <a:t>filmstrip</a:t>
            </a:r>
            <a:r>
              <a:rPr lang="en-US" sz="1800" dirty="0"/>
              <a:t> layouts for three, four and five photos</a:t>
            </a:r>
            <a:endParaRPr lang="en-US" dirty="0"/>
          </a:p>
        </p:txBody>
      </p:sp>
      <p:sp>
        <p:nvSpPr>
          <p:cNvPr id="2" name="Picture Placeholder 1" descr="This photo is a 'placeholder' only. Drag or drop your photo here, or click and tap the center to insert a photo.">
            <a:extLst>
              <a:ext uri="{FF2B5EF4-FFF2-40B4-BE49-F238E27FC236}">
                <a16:creationId xmlns:a16="http://schemas.microsoft.com/office/drawing/2014/main" id="{0C693281-574D-4B9C-982B-DB2BBCDB7805}"/>
              </a:ext>
            </a:extLst>
          </p:cNvPr>
          <p:cNvSpPr>
            <a:spLocks noGrp="1"/>
          </p:cNvSpPr>
          <p:nvPr>
            <p:ph type="pic" sz="quarter" idx="13"/>
          </p:nvPr>
        </p:nvSpPr>
        <p:spPr/>
        <p:txBody>
          <a:bodyPr/>
          <a:lstStyle/>
          <a:p>
            <a:endParaRPr lang="en-GB"/>
          </a:p>
        </p:txBody>
      </p:sp>
      <p:sp>
        <p:nvSpPr>
          <p:cNvPr id="16" name="Text Placeholder 15">
            <a:extLst>
              <a:ext uri="{FF2B5EF4-FFF2-40B4-BE49-F238E27FC236}">
                <a16:creationId xmlns:a16="http://schemas.microsoft.com/office/drawing/2014/main" id="{8A3A805C-EFA6-4357-90F5-FE02E28AC677}"/>
              </a:ext>
            </a:extLst>
          </p:cNvPr>
          <p:cNvSpPr>
            <a:spLocks noGrp="1"/>
          </p:cNvSpPr>
          <p:nvPr>
            <p:ph type="body" sz="quarter" idx="17"/>
          </p:nvPr>
        </p:nvSpPr>
        <p:spPr>
          <a:xfrm>
            <a:off x="6714744" y="5334000"/>
            <a:ext cx="4892040" cy="935038"/>
          </a:xfrm>
        </p:spPr>
        <p:txBody>
          <a:bodyPr/>
          <a:lstStyle/>
          <a:p>
            <a:r>
              <a:rPr lang="en-US" sz="1800" dirty="0"/>
              <a:t>Text placeholder</a:t>
            </a:r>
            <a:endParaRPr lang="en-US" dirty="0"/>
          </a:p>
        </p:txBody>
      </p:sp>
      <p:sp>
        <p:nvSpPr>
          <p:cNvPr id="3" name="Picture Placeholder 2" descr="This photo is a 'placeholder' only. Drag or drop your photo here, or click and tap the center to insert a photo.">
            <a:extLst>
              <a:ext uri="{FF2B5EF4-FFF2-40B4-BE49-F238E27FC236}">
                <a16:creationId xmlns:a16="http://schemas.microsoft.com/office/drawing/2014/main" id="{6A9EEE1C-D073-487A-9B30-D7A19CF9D581}"/>
              </a:ext>
            </a:extLst>
          </p:cNvPr>
          <p:cNvSpPr>
            <a:spLocks noGrp="1"/>
          </p:cNvSpPr>
          <p:nvPr>
            <p:ph type="pic" sz="quarter" idx="14"/>
          </p:nvPr>
        </p:nvSpPr>
        <p:spPr/>
        <p:txBody>
          <a:bodyPr/>
          <a:lstStyle/>
          <a:p>
            <a:endParaRPr lang="en-GB"/>
          </a:p>
        </p:txBody>
      </p:sp>
    </p:spTree>
    <p:extLst>
      <p:ext uri="{BB962C8B-B14F-4D97-AF65-F5344CB8AC3E}">
        <p14:creationId xmlns:p14="http://schemas.microsoft.com/office/powerpoint/2010/main" val="4221164921"/>
      </p:ext>
    </p:extLst>
  </p:cSld>
  <p:clrMapOvr>
    <a:masterClrMapping/>
  </p:clrMapOvr>
  <p:transition>
    <p:fade/>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id="{AC46B02E-D0FC-475F-800A-98F95E0F402E}"/>
              </a:ext>
            </a:extLst>
          </p:cNvPr>
          <p:cNvSpPr>
            <a:spLocks noGrp="1"/>
          </p:cNvSpPr>
          <p:nvPr>
            <p:ph type="title"/>
          </p:nvPr>
        </p:nvSpPr>
        <p:spPr>
          <a:xfrm>
            <a:off x="588263" y="585788"/>
            <a:ext cx="11018520" cy="1115568"/>
          </a:xfrm>
        </p:spPr>
        <p:txBody>
          <a:bodyPr/>
          <a:lstStyle/>
          <a:p>
            <a:r>
              <a:rPr lang="en-US" dirty="0"/>
              <a:t>Five filmstrip photos</a:t>
            </a:r>
          </a:p>
        </p:txBody>
      </p:sp>
      <p:sp>
        <p:nvSpPr>
          <p:cNvPr id="15" name="Text Placeholder 14">
            <a:extLst>
              <a:ext uri="{FF2B5EF4-FFF2-40B4-BE49-F238E27FC236}">
                <a16:creationId xmlns:a16="http://schemas.microsoft.com/office/drawing/2014/main" id="{B459EBF2-4CD9-4ED6-AE50-6C916B509D65}"/>
              </a:ext>
            </a:extLst>
          </p:cNvPr>
          <p:cNvSpPr>
            <a:spLocks noGrp="1"/>
          </p:cNvSpPr>
          <p:nvPr>
            <p:ph type="body" sz="quarter" idx="16"/>
          </p:nvPr>
        </p:nvSpPr>
        <p:spPr>
          <a:xfrm>
            <a:off x="292608" y="4800600"/>
            <a:ext cx="1801368" cy="1384995"/>
          </a:xfrm>
        </p:spPr>
        <p:txBody>
          <a:bodyPr/>
          <a:lstStyle/>
          <a:p>
            <a:r>
              <a:rPr lang="en-US" dirty="0"/>
              <a:t>Click </a:t>
            </a:r>
            <a:r>
              <a:rPr lang="en-US" dirty="0">
                <a:solidFill>
                  <a:schemeClr val="accent1"/>
                </a:solidFill>
              </a:rPr>
              <a:t>Home &gt; Layout </a:t>
            </a:r>
            <a:r>
              <a:rPr lang="en-US" dirty="0"/>
              <a:t>to find </a:t>
            </a:r>
            <a:r>
              <a:rPr lang="en-US" dirty="0">
                <a:solidFill>
                  <a:schemeClr val="accent1"/>
                </a:solidFill>
              </a:rPr>
              <a:t>filmstrip</a:t>
            </a:r>
            <a:r>
              <a:rPr lang="en-US" dirty="0"/>
              <a:t> layouts for two, three and four photos</a:t>
            </a:r>
          </a:p>
        </p:txBody>
      </p:sp>
      <p:sp>
        <p:nvSpPr>
          <p:cNvPr id="22" name="Picture Placeholder 21" descr="This photo is a 'placeholder' only. Drag or drop your photo here, or click and tap the center to insert a photo.">
            <a:extLst>
              <a:ext uri="{FF2B5EF4-FFF2-40B4-BE49-F238E27FC236}">
                <a16:creationId xmlns:a16="http://schemas.microsoft.com/office/drawing/2014/main" id="{81F08ECB-8CE3-4E7A-95BF-739C134D630C}"/>
              </a:ext>
            </a:extLst>
          </p:cNvPr>
          <p:cNvSpPr>
            <a:spLocks noGrp="1"/>
          </p:cNvSpPr>
          <p:nvPr>
            <p:ph type="pic" sz="quarter" idx="13"/>
          </p:nvPr>
        </p:nvSpPr>
        <p:spPr/>
        <p:txBody>
          <a:bodyPr/>
          <a:lstStyle/>
          <a:p>
            <a:endParaRPr lang="en-GB"/>
          </a:p>
        </p:txBody>
      </p:sp>
      <p:sp>
        <p:nvSpPr>
          <p:cNvPr id="16" name="Text Placeholder 15">
            <a:extLst>
              <a:ext uri="{FF2B5EF4-FFF2-40B4-BE49-F238E27FC236}">
                <a16:creationId xmlns:a16="http://schemas.microsoft.com/office/drawing/2014/main" id="{8A3A805C-EFA6-4357-90F5-FE02E28AC677}"/>
              </a:ext>
            </a:extLst>
          </p:cNvPr>
          <p:cNvSpPr>
            <a:spLocks noGrp="1"/>
          </p:cNvSpPr>
          <p:nvPr>
            <p:ph type="body" sz="quarter" idx="17"/>
          </p:nvPr>
        </p:nvSpPr>
        <p:spPr>
          <a:xfrm>
            <a:off x="2743962" y="4799409"/>
            <a:ext cx="1801368" cy="1472803"/>
          </a:xfrm>
        </p:spPr>
        <p:txBody>
          <a:bodyPr/>
          <a:lstStyle/>
          <a:p>
            <a:r>
              <a:rPr lang="en-US" dirty="0"/>
              <a:t>Text placeholder</a:t>
            </a:r>
          </a:p>
        </p:txBody>
      </p:sp>
      <p:sp>
        <p:nvSpPr>
          <p:cNvPr id="23" name="Picture Placeholder 22" descr="This photo is a 'placeholder' only. Drag or drop your photo here, or click and tap the center to insert a photo.">
            <a:extLst>
              <a:ext uri="{FF2B5EF4-FFF2-40B4-BE49-F238E27FC236}">
                <a16:creationId xmlns:a16="http://schemas.microsoft.com/office/drawing/2014/main" id="{C58B8A61-1D6B-4A9B-94B0-2632CA150848}"/>
              </a:ext>
            </a:extLst>
          </p:cNvPr>
          <p:cNvSpPr>
            <a:spLocks noGrp="1"/>
          </p:cNvSpPr>
          <p:nvPr>
            <p:ph type="pic" sz="quarter" idx="14"/>
          </p:nvPr>
        </p:nvSpPr>
        <p:spPr/>
        <p:txBody>
          <a:bodyPr/>
          <a:lstStyle/>
          <a:p>
            <a:endParaRPr lang="en-GB"/>
          </a:p>
        </p:txBody>
      </p:sp>
      <p:sp>
        <p:nvSpPr>
          <p:cNvPr id="7" name="Text Placeholder 6">
            <a:extLst>
              <a:ext uri="{FF2B5EF4-FFF2-40B4-BE49-F238E27FC236}">
                <a16:creationId xmlns:a16="http://schemas.microsoft.com/office/drawing/2014/main" id="{852FE5E0-9E33-4049-9C6E-E4C50EF20FF8}"/>
              </a:ext>
            </a:extLst>
          </p:cNvPr>
          <p:cNvSpPr>
            <a:spLocks noGrp="1"/>
          </p:cNvSpPr>
          <p:nvPr>
            <p:ph type="body" sz="quarter" idx="18"/>
          </p:nvPr>
        </p:nvSpPr>
        <p:spPr>
          <a:xfrm>
            <a:off x="5195316" y="4799410"/>
            <a:ext cx="1801368" cy="1469628"/>
          </a:xfrm>
        </p:spPr>
        <p:txBody>
          <a:bodyPr/>
          <a:lstStyle/>
          <a:p>
            <a:r>
              <a:rPr lang="en-US" dirty="0"/>
              <a:t>Text placeholder</a:t>
            </a:r>
          </a:p>
        </p:txBody>
      </p:sp>
      <p:sp>
        <p:nvSpPr>
          <p:cNvPr id="24" name="Picture Placeholder 23" descr="This photo is a 'placeholder' only. Drag or drop your photo here, or click and tap the center to insert a photo.">
            <a:extLst>
              <a:ext uri="{FF2B5EF4-FFF2-40B4-BE49-F238E27FC236}">
                <a16:creationId xmlns:a16="http://schemas.microsoft.com/office/drawing/2014/main" id="{2A270A54-C25B-487F-ACF4-DC957B5F0568}"/>
              </a:ext>
            </a:extLst>
          </p:cNvPr>
          <p:cNvSpPr>
            <a:spLocks noGrp="1"/>
          </p:cNvSpPr>
          <p:nvPr>
            <p:ph type="pic" sz="quarter" idx="15"/>
          </p:nvPr>
        </p:nvSpPr>
        <p:spPr/>
        <p:txBody>
          <a:bodyPr/>
          <a:lstStyle/>
          <a:p>
            <a:endParaRPr lang="en-GB"/>
          </a:p>
        </p:txBody>
      </p:sp>
      <p:sp>
        <p:nvSpPr>
          <p:cNvPr id="10" name="Text Placeholder 9">
            <a:extLst>
              <a:ext uri="{FF2B5EF4-FFF2-40B4-BE49-F238E27FC236}">
                <a16:creationId xmlns:a16="http://schemas.microsoft.com/office/drawing/2014/main" id="{25C0458D-EEB3-4974-9A37-369EBE6528E5}"/>
              </a:ext>
            </a:extLst>
          </p:cNvPr>
          <p:cNvSpPr>
            <a:spLocks noGrp="1"/>
          </p:cNvSpPr>
          <p:nvPr>
            <p:ph type="body" sz="quarter" idx="20"/>
          </p:nvPr>
        </p:nvSpPr>
        <p:spPr>
          <a:xfrm>
            <a:off x="7646670" y="4799409"/>
            <a:ext cx="1801368" cy="1469629"/>
          </a:xfrm>
        </p:spPr>
        <p:txBody>
          <a:bodyPr/>
          <a:lstStyle/>
          <a:p>
            <a:r>
              <a:rPr lang="en-US" dirty="0"/>
              <a:t>Text placeholder</a:t>
            </a:r>
          </a:p>
          <a:p>
            <a:endParaRPr lang="en-US" dirty="0"/>
          </a:p>
        </p:txBody>
      </p:sp>
      <p:sp>
        <p:nvSpPr>
          <p:cNvPr id="25" name="Picture Placeholder 24" descr="This photo is a 'placeholder' only. Drag or drop your photo here, or click and tap the center to insert a photo.">
            <a:extLst>
              <a:ext uri="{FF2B5EF4-FFF2-40B4-BE49-F238E27FC236}">
                <a16:creationId xmlns:a16="http://schemas.microsoft.com/office/drawing/2014/main" id="{F8B1E8B1-5764-4F8C-AD0A-B1C3908805A0}"/>
              </a:ext>
            </a:extLst>
          </p:cNvPr>
          <p:cNvSpPr>
            <a:spLocks noGrp="1"/>
          </p:cNvSpPr>
          <p:nvPr>
            <p:ph type="pic" sz="quarter" idx="19"/>
          </p:nvPr>
        </p:nvSpPr>
        <p:spPr/>
        <p:txBody>
          <a:bodyPr/>
          <a:lstStyle/>
          <a:p>
            <a:endParaRPr lang="en-GB"/>
          </a:p>
        </p:txBody>
      </p:sp>
      <p:sp>
        <p:nvSpPr>
          <p:cNvPr id="13" name="Text Placeholder 12">
            <a:extLst>
              <a:ext uri="{FF2B5EF4-FFF2-40B4-BE49-F238E27FC236}">
                <a16:creationId xmlns:a16="http://schemas.microsoft.com/office/drawing/2014/main" id="{07C59809-946A-4A15-B0FF-DB961DD7B2D9}"/>
              </a:ext>
            </a:extLst>
          </p:cNvPr>
          <p:cNvSpPr>
            <a:spLocks noGrp="1"/>
          </p:cNvSpPr>
          <p:nvPr>
            <p:ph type="body" sz="quarter" idx="22"/>
          </p:nvPr>
        </p:nvSpPr>
        <p:spPr>
          <a:xfrm>
            <a:off x="10098024" y="4799409"/>
            <a:ext cx="1801368" cy="1469629"/>
          </a:xfrm>
        </p:spPr>
        <p:txBody>
          <a:bodyPr/>
          <a:lstStyle/>
          <a:p>
            <a:r>
              <a:rPr lang="en-US" dirty="0"/>
              <a:t>Text placeholder</a:t>
            </a:r>
          </a:p>
          <a:p>
            <a:endParaRPr lang="en-US" dirty="0"/>
          </a:p>
        </p:txBody>
      </p:sp>
      <p:sp>
        <p:nvSpPr>
          <p:cNvPr id="26" name="Picture Placeholder 25" descr="This photo is a 'placeholder' only. Drag or drop your photo here, or click and tap the center to insert a photo.">
            <a:extLst>
              <a:ext uri="{FF2B5EF4-FFF2-40B4-BE49-F238E27FC236}">
                <a16:creationId xmlns:a16="http://schemas.microsoft.com/office/drawing/2014/main" id="{AD0A7DE0-B50F-4D09-BB20-A451DE28F5B7}"/>
              </a:ext>
            </a:extLst>
          </p:cNvPr>
          <p:cNvSpPr>
            <a:spLocks noGrp="1"/>
          </p:cNvSpPr>
          <p:nvPr>
            <p:ph type="pic" sz="quarter" idx="21"/>
          </p:nvPr>
        </p:nvSpPr>
        <p:spPr/>
        <p:txBody>
          <a:bodyPr/>
          <a:lstStyle/>
          <a:p>
            <a:endParaRPr lang="en-GB"/>
          </a:p>
        </p:txBody>
      </p:sp>
    </p:spTree>
    <p:extLst>
      <p:ext uri="{BB962C8B-B14F-4D97-AF65-F5344CB8AC3E}">
        <p14:creationId xmlns:p14="http://schemas.microsoft.com/office/powerpoint/2010/main" val="1793615826"/>
      </p:ext>
    </p:extLst>
  </p:cSld>
  <p:clrMapOvr>
    <a:masterClrMapping/>
  </p:clrMapOvr>
  <p:transition>
    <p:fade/>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E98B5C-48BE-4909-9F4A-A4186BB35065}"/>
              </a:ext>
            </a:extLst>
          </p:cNvPr>
          <p:cNvSpPr>
            <a:spLocks noGrp="1"/>
          </p:cNvSpPr>
          <p:nvPr>
            <p:ph type="title"/>
          </p:nvPr>
        </p:nvSpPr>
        <p:spPr>
          <a:xfrm>
            <a:off x="588263" y="5436128"/>
            <a:ext cx="11018520" cy="553998"/>
          </a:xfrm>
        </p:spPr>
        <p:txBody>
          <a:bodyPr/>
          <a:lstStyle/>
          <a:p>
            <a:r>
              <a:rPr lang="en-US" dirty="0"/>
              <a:t>Top photo with Title</a:t>
            </a:r>
          </a:p>
        </p:txBody>
      </p:sp>
      <p:sp>
        <p:nvSpPr>
          <p:cNvPr id="3" name="Picture Placeholder 2" descr="This photo is a 'placeholder' only. Drag or drop your photo here, or click and tap the center to insert a photo.">
            <a:extLst>
              <a:ext uri="{FF2B5EF4-FFF2-40B4-BE49-F238E27FC236}">
                <a16:creationId xmlns:a16="http://schemas.microsoft.com/office/drawing/2014/main" id="{3E53C251-F0C1-4DAA-BF3B-F3E1C6002804}"/>
              </a:ext>
            </a:extLst>
          </p:cNvPr>
          <p:cNvSpPr>
            <a:spLocks noGrp="1"/>
          </p:cNvSpPr>
          <p:nvPr>
            <p:ph type="pic" sz="quarter" idx="11"/>
          </p:nvPr>
        </p:nvSpPr>
        <p:spPr/>
        <p:txBody>
          <a:bodyPr/>
          <a:lstStyle/>
          <a:p>
            <a:endParaRPr lang="en-GB"/>
          </a:p>
        </p:txBody>
      </p:sp>
    </p:spTree>
    <p:extLst>
      <p:ext uri="{BB962C8B-B14F-4D97-AF65-F5344CB8AC3E}">
        <p14:creationId xmlns:p14="http://schemas.microsoft.com/office/powerpoint/2010/main" val="178735319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Picture Placeholder 3" descr="This photo is a 'placeholder' only. Drag or drop your photo here, or click and tap the center to insert a photo.">
            <a:extLst>
              <a:ext uri="{FF2B5EF4-FFF2-40B4-BE49-F238E27FC236}">
                <a16:creationId xmlns:a16="http://schemas.microsoft.com/office/drawing/2014/main" id="{5E48C686-12B4-474B-AEEF-6C529A165959}"/>
              </a:ext>
            </a:extLst>
          </p:cNvPr>
          <p:cNvSpPr>
            <a:spLocks noGrp="1"/>
          </p:cNvSpPr>
          <p:nvPr>
            <p:ph type="pic" sz="quarter" idx="10"/>
          </p:nvPr>
        </p:nvSpPr>
        <p:spPr/>
        <p:txBody>
          <a:bodyPr/>
          <a:lstStyle/>
          <a:p>
            <a:endParaRPr lang="en-GB"/>
          </a:p>
        </p:txBody>
      </p:sp>
      <p:sp>
        <p:nvSpPr>
          <p:cNvPr id="3" name="Title 2">
            <a:extLst>
              <a:ext uri="{FF2B5EF4-FFF2-40B4-BE49-F238E27FC236}">
                <a16:creationId xmlns:a16="http://schemas.microsoft.com/office/drawing/2014/main" id="{E1DF3965-EA1D-4985-BDA2-A46C7FDE1A39}"/>
              </a:ext>
            </a:extLst>
          </p:cNvPr>
          <p:cNvSpPr>
            <a:spLocks noGrp="1"/>
          </p:cNvSpPr>
          <p:nvPr>
            <p:ph type="title"/>
          </p:nvPr>
        </p:nvSpPr>
        <p:spPr/>
        <p:txBody>
          <a:bodyPr/>
          <a:lstStyle/>
          <a:p>
            <a:r>
              <a:rPr lang="en-US" dirty="0"/>
              <a:t>Full bleed photo lower Title</a:t>
            </a:r>
          </a:p>
        </p:txBody>
      </p:sp>
    </p:spTree>
    <p:extLst>
      <p:ext uri="{BB962C8B-B14F-4D97-AF65-F5344CB8AC3E}">
        <p14:creationId xmlns:p14="http://schemas.microsoft.com/office/powerpoint/2010/main" val="112296343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Slide palette info</a:t>
            </a:r>
          </a:p>
        </p:txBody>
      </p:sp>
      <p:sp>
        <p:nvSpPr>
          <p:cNvPr id="44" name="Text Placeholder 2"/>
          <p:cNvSpPr txBox="1">
            <a:spLocks/>
          </p:cNvSpPr>
          <p:nvPr/>
        </p:nvSpPr>
        <p:spPr>
          <a:xfrm>
            <a:off x="585216" y="1436688"/>
            <a:ext cx="9962134" cy="369332"/>
          </a:xfrm>
          <a:prstGeom prst="rect">
            <a:avLst/>
          </a:prstGeom>
        </p:spPr>
        <p:txBody>
          <a:bodyPr vert="horz" wrap="square" lIns="0" tIns="0" rIns="0" bIns="0" rtlCol="0">
            <a:spAutoFit/>
          </a:bodyPr>
          <a:lstStyle>
            <a:lvl1pPr marL="0" marR="0" indent="0" algn="l" defTabSz="914363" rtl="0" eaLnBrk="1" fontAlgn="auto" latinLnBrk="0" hangingPunct="1">
              <a:lnSpc>
                <a:spcPct val="90000"/>
              </a:lnSpc>
              <a:spcBef>
                <a:spcPts val="2400"/>
              </a:spcBef>
              <a:spcAft>
                <a:spcPts val="0"/>
              </a:spcAft>
              <a:buClrTx/>
              <a:buSzPct val="90000"/>
              <a:buFont typeface="Arial" pitchFamily="34" charset="0"/>
              <a:buNone/>
              <a:tabLst/>
              <a:defRPr sz="4000" kern="1200" spc="-70" baseline="0">
                <a:gradFill>
                  <a:gsLst>
                    <a:gs pos="100000">
                      <a:schemeClr val="tx2"/>
                    </a:gs>
                    <a:gs pos="0">
                      <a:schemeClr val="tx2"/>
                    </a:gs>
                  </a:gsLst>
                  <a:lin ang="5400000" scaled="0"/>
                </a:gradFill>
                <a:latin typeface="+mj-lt"/>
                <a:ea typeface="+mn-ea"/>
                <a:cs typeface="+mn-cs"/>
              </a:defRPr>
            </a:lvl1pPr>
            <a:lvl2pPr marL="0" marR="0" indent="0" algn="l" defTabSz="914363" rtl="0" eaLnBrk="1" fontAlgn="auto" latinLnBrk="0" hangingPunct="1">
              <a:lnSpc>
                <a:spcPct val="90000"/>
              </a:lnSpc>
              <a:spcBef>
                <a:spcPct val="20000"/>
              </a:spcBef>
              <a:spcAft>
                <a:spcPts val="0"/>
              </a:spcAft>
              <a:buClrTx/>
              <a:buSzPct val="90000"/>
              <a:buFont typeface="Wingdings" pitchFamily="2" charset="2"/>
              <a:buNone/>
              <a:tabLst/>
              <a:defRPr sz="2000" kern="1200" spc="0" baseline="0">
                <a:gradFill>
                  <a:gsLst>
                    <a:gs pos="100000">
                      <a:schemeClr val="tx1"/>
                    </a:gs>
                    <a:gs pos="6000">
                      <a:schemeClr val="tx1"/>
                    </a:gs>
                  </a:gsLst>
                  <a:lin ang="5400000" scaled="0"/>
                </a:gradFill>
                <a:latin typeface="+mn-lt"/>
                <a:ea typeface="+mn-ea"/>
                <a:cs typeface="+mn-cs"/>
              </a:defRPr>
            </a:lvl2pPr>
            <a:lvl3pPr marL="231775" marR="0" indent="0" algn="l" defTabSz="914363" rtl="0" eaLnBrk="1" fontAlgn="auto" latinLnBrk="0" hangingPunct="1">
              <a:lnSpc>
                <a:spcPct val="90000"/>
              </a:lnSpc>
              <a:spcBef>
                <a:spcPct val="20000"/>
              </a:spcBef>
              <a:spcAft>
                <a:spcPts val="0"/>
              </a:spcAft>
              <a:buClrTx/>
              <a:buSzPct val="90000"/>
              <a:buFont typeface="Wingdings" pitchFamily="2" charset="2"/>
              <a:buNone/>
              <a:tabLst>
                <a:tab pos="798513" algn="l"/>
              </a:tabLst>
              <a:defRPr sz="2000" kern="1200" spc="0" baseline="0">
                <a:gradFill>
                  <a:gsLst>
                    <a:gs pos="100000">
                      <a:schemeClr val="tx1"/>
                    </a:gs>
                    <a:gs pos="6000">
                      <a:schemeClr val="tx1"/>
                    </a:gs>
                  </a:gsLst>
                  <a:lin ang="5400000" scaled="0"/>
                </a:gradFill>
                <a:latin typeface="+mn-lt"/>
                <a:ea typeface="+mn-ea"/>
                <a:cs typeface="+mn-cs"/>
              </a:defRPr>
            </a:lvl3pPr>
            <a:lvl4pPr marL="457200" marR="0" indent="0" algn="l" defTabSz="914363" rtl="0" eaLnBrk="1" fontAlgn="auto" latinLnBrk="0" hangingPunct="1">
              <a:lnSpc>
                <a:spcPct val="90000"/>
              </a:lnSpc>
              <a:spcBef>
                <a:spcPct val="20000"/>
              </a:spcBef>
              <a:spcAft>
                <a:spcPts val="0"/>
              </a:spcAft>
              <a:buClrTx/>
              <a:buSzPct val="90000"/>
              <a:buFont typeface="Wingdings" pitchFamily="2" charset="2"/>
              <a:buNone/>
              <a:tabLst/>
              <a:defRPr sz="2000" kern="1200" spc="0" baseline="0">
                <a:gradFill>
                  <a:gsLst>
                    <a:gs pos="100000">
                      <a:schemeClr val="tx1"/>
                    </a:gs>
                    <a:gs pos="6000">
                      <a:schemeClr val="tx1"/>
                    </a:gs>
                  </a:gsLst>
                  <a:lin ang="5400000" scaled="0"/>
                </a:gradFill>
                <a:latin typeface="+mn-lt"/>
                <a:ea typeface="+mn-ea"/>
                <a:cs typeface="+mn-cs"/>
              </a:defRPr>
            </a:lvl4pPr>
            <a:lvl5pPr marL="693738" marR="0" indent="0" algn="l" defTabSz="914363" rtl="0" eaLnBrk="1" fontAlgn="auto" latinLnBrk="0" hangingPunct="1">
              <a:lnSpc>
                <a:spcPct val="90000"/>
              </a:lnSpc>
              <a:spcBef>
                <a:spcPct val="20000"/>
              </a:spcBef>
              <a:spcAft>
                <a:spcPts val="0"/>
              </a:spcAft>
              <a:buClrTx/>
              <a:buSzPct val="90000"/>
              <a:buFont typeface="Wingdings" pitchFamily="2" charset="2"/>
              <a:buNone/>
              <a:tabLst>
                <a:tab pos="1255713" algn="l"/>
              </a:tabLst>
              <a:defRPr sz="2000" kern="1200" spc="0" baseline="0">
                <a:gradFill>
                  <a:gsLst>
                    <a:gs pos="100000">
                      <a:schemeClr val="tx1"/>
                    </a:gs>
                    <a:gs pos="6000">
                      <a:schemeClr val="tx1"/>
                    </a:gs>
                  </a:gsLst>
                  <a:lin ang="5400000" scaled="0"/>
                </a:gradFill>
                <a:latin typeface="+mn-lt"/>
                <a:ea typeface="+mn-ea"/>
                <a:cs typeface="+mn-cs"/>
              </a:defRPr>
            </a:lvl5pPr>
            <a:lvl6pPr marL="2514499"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681"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863"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045"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nSpc>
                <a:spcPct val="100000"/>
              </a:lnSpc>
              <a:spcBef>
                <a:spcPts val="0"/>
              </a:spcBef>
            </a:pPr>
            <a:r>
              <a:rPr lang="en-US" sz="1200" spc="19" dirty="0">
                <a:gradFill>
                  <a:gsLst>
                    <a:gs pos="63670">
                      <a:schemeClr val="tx1"/>
                    </a:gs>
                    <a:gs pos="40075">
                      <a:schemeClr val="tx1"/>
                    </a:gs>
                  </a:gsLst>
                  <a:lin ang="5400000" scaled="0"/>
                </a:gradFill>
                <a:latin typeface="+mn-lt"/>
                <a:cs typeface="Segoe UI Semibold" panose="020B0702040204020203" pitchFamily="34" charset="0"/>
              </a:rPr>
              <a:t>The PowerPoint palette for this template has been built for you and is shown below. </a:t>
            </a:r>
          </a:p>
          <a:p>
            <a:pPr>
              <a:lnSpc>
                <a:spcPct val="100000"/>
              </a:lnSpc>
              <a:spcBef>
                <a:spcPts val="0"/>
              </a:spcBef>
            </a:pPr>
            <a:r>
              <a:rPr lang="en-US" sz="1200" spc="19" dirty="0">
                <a:gradFill>
                  <a:gsLst>
                    <a:gs pos="63670">
                      <a:schemeClr val="tx1"/>
                    </a:gs>
                    <a:gs pos="40075">
                      <a:schemeClr val="tx1"/>
                    </a:gs>
                  </a:gsLst>
                  <a:lin ang="5400000" scaled="0"/>
                </a:gradFill>
                <a:latin typeface="+mn-lt"/>
                <a:cs typeface="Segoe UI Semibold" panose="020B0702040204020203" pitchFamily="34" charset="0"/>
              </a:rPr>
              <a:t>Avoid using too many colors in your presentation. </a:t>
            </a:r>
          </a:p>
        </p:txBody>
      </p:sp>
      <p:sp>
        <p:nvSpPr>
          <p:cNvPr id="37" name="TextBox 36"/>
          <p:cNvSpPr txBox="1"/>
          <p:nvPr/>
        </p:nvSpPr>
        <p:spPr>
          <a:xfrm>
            <a:off x="585216" y="2331507"/>
            <a:ext cx="6287261" cy="246221"/>
          </a:xfrm>
          <a:prstGeom prst="rect">
            <a:avLst/>
          </a:prstGeom>
          <a:noFill/>
        </p:spPr>
        <p:txBody>
          <a:bodyPr wrap="square" lIns="0" tIns="0" rIns="0" bIns="0" rtlCol="0">
            <a:spAutoFit/>
          </a:bodyPr>
          <a:lstStyle/>
          <a:p>
            <a:pPr>
              <a:spcAft>
                <a:spcPts val="600"/>
              </a:spcAft>
              <a:buSzPct val="90000"/>
              <a:defRPr/>
            </a:pPr>
            <a:r>
              <a:rPr lang="en-US" sz="1600" b="1" dirty="0">
                <a:cs typeface="Segoe UI Semibold" panose="020B0702040204020203" pitchFamily="34" charset="0"/>
              </a:rPr>
              <a:t>PowerPoint Theme Accent colors</a:t>
            </a:r>
          </a:p>
        </p:txBody>
      </p:sp>
      <p:sp>
        <p:nvSpPr>
          <p:cNvPr id="33" name="Rectangle 32"/>
          <p:cNvSpPr/>
          <p:nvPr/>
        </p:nvSpPr>
        <p:spPr bwMode="auto">
          <a:xfrm>
            <a:off x="585216" y="2810265"/>
            <a:ext cx="1101566" cy="1101122"/>
          </a:xfrm>
          <a:prstGeom prst="rect">
            <a:avLst/>
          </a:prstGeom>
          <a:solidFill>
            <a:schemeClr val="accent1"/>
          </a:solidFill>
          <a:ln>
            <a:no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r>
              <a:rPr lang="en-US" sz="1600" dirty="0">
                <a:solidFill>
                  <a:srgbClr val="FFFFFF"/>
                </a:solidFill>
              </a:rPr>
              <a:t>Accent 1</a:t>
            </a:r>
          </a:p>
        </p:txBody>
      </p:sp>
      <p:sp>
        <p:nvSpPr>
          <p:cNvPr id="32" name="Rectangle 31"/>
          <p:cNvSpPr/>
          <p:nvPr/>
        </p:nvSpPr>
        <p:spPr bwMode="auto">
          <a:xfrm>
            <a:off x="1776666" y="2810265"/>
            <a:ext cx="1101566" cy="1101122"/>
          </a:xfrm>
          <a:prstGeom prst="rect">
            <a:avLst/>
          </a:prstGeom>
          <a:solidFill>
            <a:schemeClr val="accent2"/>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r>
              <a:rPr lang="en-US" sz="1600" dirty="0">
                <a:solidFill>
                  <a:schemeClr val="bg1"/>
                </a:solidFill>
              </a:rPr>
              <a:t>Accent 2</a:t>
            </a:r>
          </a:p>
        </p:txBody>
      </p:sp>
      <p:sp>
        <p:nvSpPr>
          <p:cNvPr id="31" name="Rectangle 30"/>
          <p:cNvSpPr/>
          <p:nvPr/>
        </p:nvSpPr>
        <p:spPr bwMode="auto">
          <a:xfrm>
            <a:off x="2968116" y="2810265"/>
            <a:ext cx="1101566" cy="1101123"/>
          </a:xfrm>
          <a:prstGeom prst="rect">
            <a:avLst/>
          </a:prstGeom>
          <a:solidFill>
            <a:schemeClr val="accent3"/>
          </a:solidFill>
          <a:ln>
            <a:noFill/>
            <a:headEnd type="none" w="med" len="med"/>
            <a:tailEnd type="none" w="med" len="med"/>
          </a:ln>
        </p:spPr>
        <p:style>
          <a:lnRef idx="2">
            <a:schemeClr val="accent3">
              <a:shade val="50000"/>
            </a:schemeClr>
          </a:lnRef>
          <a:fillRef idx="1">
            <a:schemeClr val="accent3"/>
          </a:fillRef>
          <a:effectRef idx="0">
            <a:schemeClr val="accent3"/>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r>
              <a:rPr lang="en-US" sz="1600" b="1" dirty="0">
                <a:solidFill>
                  <a:schemeClr val="bg1"/>
                </a:solidFill>
                <a:latin typeface="Segoe UI Semibold" panose="020B0502040204020203" pitchFamily="34" charset="0"/>
                <a:cs typeface="Segoe UI Semibold" panose="020B0502040204020203" pitchFamily="34" charset="0"/>
              </a:rPr>
              <a:t>Accent 3*</a:t>
            </a:r>
          </a:p>
        </p:txBody>
      </p:sp>
      <p:sp>
        <p:nvSpPr>
          <p:cNvPr id="39" name="Text Placeholder 2"/>
          <p:cNvSpPr txBox="1">
            <a:spLocks/>
          </p:cNvSpPr>
          <p:nvPr/>
        </p:nvSpPr>
        <p:spPr>
          <a:xfrm>
            <a:off x="585216" y="4123695"/>
            <a:ext cx="3484466" cy="1077218"/>
          </a:xfrm>
          <a:prstGeom prst="rect">
            <a:avLst/>
          </a:prstGeom>
        </p:spPr>
        <p:txBody>
          <a:bodyPr vert="horz" wrap="square" lIns="0" tIns="0" rIns="0" bIns="0" rtlCol="0">
            <a:spAutoFit/>
          </a:bodyPr>
          <a:lstStyle>
            <a:lvl1pPr marL="0" marR="0" indent="0" algn="l" defTabSz="914363" rtl="0" eaLnBrk="1" fontAlgn="auto" latinLnBrk="0" hangingPunct="1">
              <a:lnSpc>
                <a:spcPct val="90000"/>
              </a:lnSpc>
              <a:spcBef>
                <a:spcPts val="2400"/>
              </a:spcBef>
              <a:spcAft>
                <a:spcPts val="0"/>
              </a:spcAft>
              <a:buClrTx/>
              <a:buSzPct val="90000"/>
              <a:buFont typeface="Arial" pitchFamily="34" charset="0"/>
              <a:buNone/>
              <a:tabLst/>
              <a:defRPr sz="4000" kern="1200" spc="-70" baseline="0">
                <a:gradFill>
                  <a:gsLst>
                    <a:gs pos="100000">
                      <a:schemeClr val="tx2"/>
                    </a:gs>
                    <a:gs pos="0">
                      <a:schemeClr val="tx2"/>
                    </a:gs>
                  </a:gsLst>
                  <a:lin ang="5400000" scaled="0"/>
                </a:gradFill>
                <a:latin typeface="+mj-lt"/>
                <a:ea typeface="+mn-ea"/>
                <a:cs typeface="+mn-cs"/>
              </a:defRPr>
            </a:lvl1pPr>
            <a:lvl2pPr marL="0" marR="0" indent="0" algn="l" defTabSz="914363" rtl="0" eaLnBrk="1" fontAlgn="auto" latinLnBrk="0" hangingPunct="1">
              <a:lnSpc>
                <a:spcPct val="90000"/>
              </a:lnSpc>
              <a:spcBef>
                <a:spcPct val="20000"/>
              </a:spcBef>
              <a:spcAft>
                <a:spcPts val="0"/>
              </a:spcAft>
              <a:buClrTx/>
              <a:buSzPct val="90000"/>
              <a:buFont typeface="Wingdings" pitchFamily="2" charset="2"/>
              <a:buNone/>
              <a:tabLst/>
              <a:defRPr sz="2000" kern="1200" spc="0" baseline="0">
                <a:gradFill>
                  <a:gsLst>
                    <a:gs pos="100000">
                      <a:schemeClr val="tx1"/>
                    </a:gs>
                    <a:gs pos="6000">
                      <a:schemeClr val="tx1"/>
                    </a:gs>
                  </a:gsLst>
                  <a:lin ang="5400000" scaled="0"/>
                </a:gradFill>
                <a:latin typeface="+mn-lt"/>
                <a:ea typeface="+mn-ea"/>
                <a:cs typeface="+mn-cs"/>
              </a:defRPr>
            </a:lvl2pPr>
            <a:lvl3pPr marL="231775" marR="0" indent="0" algn="l" defTabSz="914363" rtl="0" eaLnBrk="1" fontAlgn="auto" latinLnBrk="0" hangingPunct="1">
              <a:lnSpc>
                <a:spcPct val="90000"/>
              </a:lnSpc>
              <a:spcBef>
                <a:spcPct val="20000"/>
              </a:spcBef>
              <a:spcAft>
                <a:spcPts val="0"/>
              </a:spcAft>
              <a:buClrTx/>
              <a:buSzPct val="90000"/>
              <a:buFont typeface="Wingdings" pitchFamily="2" charset="2"/>
              <a:buNone/>
              <a:tabLst>
                <a:tab pos="798513" algn="l"/>
              </a:tabLst>
              <a:defRPr sz="2000" kern="1200" spc="0" baseline="0">
                <a:gradFill>
                  <a:gsLst>
                    <a:gs pos="100000">
                      <a:schemeClr val="tx1"/>
                    </a:gs>
                    <a:gs pos="6000">
                      <a:schemeClr val="tx1"/>
                    </a:gs>
                  </a:gsLst>
                  <a:lin ang="5400000" scaled="0"/>
                </a:gradFill>
                <a:latin typeface="+mn-lt"/>
                <a:ea typeface="+mn-ea"/>
                <a:cs typeface="+mn-cs"/>
              </a:defRPr>
            </a:lvl3pPr>
            <a:lvl4pPr marL="457200" marR="0" indent="0" algn="l" defTabSz="914363" rtl="0" eaLnBrk="1" fontAlgn="auto" latinLnBrk="0" hangingPunct="1">
              <a:lnSpc>
                <a:spcPct val="90000"/>
              </a:lnSpc>
              <a:spcBef>
                <a:spcPct val="20000"/>
              </a:spcBef>
              <a:spcAft>
                <a:spcPts val="0"/>
              </a:spcAft>
              <a:buClrTx/>
              <a:buSzPct val="90000"/>
              <a:buFont typeface="Wingdings" pitchFamily="2" charset="2"/>
              <a:buNone/>
              <a:tabLst/>
              <a:defRPr sz="2000" kern="1200" spc="0" baseline="0">
                <a:gradFill>
                  <a:gsLst>
                    <a:gs pos="100000">
                      <a:schemeClr val="tx1"/>
                    </a:gs>
                    <a:gs pos="6000">
                      <a:schemeClr val="tx1"/>
                    </a:gs>
                  </a:gsLst>
                  <a:lin ang="5400000" scaled="0"/>
                </a:gradFill>
                <a:latin typeface="+mn-lt"/>
                <a:ea typeface="+mn-ea"/>
                <a:cs typeface="+mn-cs"/>
              </a:defRPr>
            </a:lvl4pPr>
            <a:lvl5pPr marL="693738" marR="0" indent="0" algn="l" defTabSz="914363" rtl="0" eaLnBrk="1" fontAlgn="auto" latinLnBrk="0" hangingPunct="1">
              <a:lnSpc>
                <a:spcPct val="90000"/>
              </a:lnSpc>
              <a:spcBef>
                <a:spcPct val="20000"/>
              </a:spcBef>
              <a:spcAft>
                <a:spcPts val="0"/>
              </a:spcAft>
              <a:buClrTx/>
              <a:buSzPct val="90000"/>
              <a:buFont typeface="Wingdings" pitchFamily="2" charset="2"/>
              <a:buNone/>
              <a:tabLst>
                <a:tab pos="1255713" algn="l"/>
              </a:tabLst>
              <a:defRPr sz="2000" kern="1200" spc="0" baseline="0">
                <a:gradFill>
                  <a:gsLst>
                    <a:gs pos="100000">
                      <a:schemeClr val="tx1"/>
                    </a:gs>
                    <a:gs pos="6000">
                      <a:schemeClr val="tx1"/>
                    </a:gs>
                  </a:gsLst>
                  <a:lin ang="5400000" scaled="0"/>
                </a:gradFill>
                <a:latin typeface="+mn-lt"/>
                <a:ea typeface="+mn-ea"/>
                <a:cs typeface="+mn-cs"/>
              </a:defRPr>
            </a:lvl5pPr>
            <a:lvl6pPr marL="2514499"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681"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863"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045"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nSpc>
                <a:spcPct val="100000"/>
              </a:lnSpc>
              <a:spcBef>
                <a:spcPts val="600"/>
              </a:spcBef>
            </a:pPr>
            <a:r>
              <a:rPr lang="en-US" sz="1200" spc="0" dirty="0">
                <a:gradFill>
                  <a:gsLst>
                    <a:gs pos="63670">
                      <a:schemeClr val="tx1"/>
                    </a:gs>
                    <a:gs pos="40075">
                      <a:schemeClr val="tx1"/>
                    </a:gs>
                  </a:gsLst>
                  <a:lin ang="5400000" scaled="0"/>
                </a:gradFill>
                <a:latin typeface="+mn-lt"/>
              </a:rPr>
              <a:t>Use </a:t>
            </a:r>
            <a:r>
              <a:rPr lang="en-US" sz="1200" b="1" spc="0" dirty="0">
                <a:gradFill>
                  <a:gsLst>
                    <a:gs pos="63670">
                      <a:schemeClr val="tx1"/>
                    </a:gs>
                    <a:gs pos="40075">
                      <a:schemeClr val="tx1"/>
                    </a:gs>
                  </a:gsLst>
                  <a:lin ang="5400000" scaled="0"/>
                </a:gradFill>
                <a:latin typeface="+mn-lt"/>
                <a:cs typeface="Segoe UI Semibold" panose="020B0702040204020203" pitchFamily="34" charset="0"/>
              </a:rPr>
              <a:t>Accent 1</a:t>
            </a:r>
            <a:r>
              <a:rPr lang="en-US" sz="1200" spc="0" dirty="0">
                <a:gradFill>
                  <a:gsLst>
                    <a:gs pos="63670">
                      <a:schemeClr val="tx1"/>
                    </a:gs>
                    <a:gs pos="40075">
                      <a:schemeClr val="tx1"/>
                    </a:gs>
                  </a:gsLst>
                  <a:lin ang="5400000" scaled="0"/>
                </a:gradFill>
                <a:latin typeface="+mn-lt"/>
                <a:cs typeface="Segoe UI Semibold" panose="020B0702040204020203" pitchFamily="34" charset="0"/>
              </a:rPr>
              <a:t> </a:t>
            </a:r>
            <a:r>
              <a:rPr lang="en-US" sz="1200" spc="0" dirty="0">
                <a:gradFill>
                  <a:gsLst>
                    <a:gs pos="63670">
                      <a:schemeClr val="tx1"/>
                    </a:gs>
                    <a:gs pos="40075">
                      <a:schemeClr val="tx1"/>
                    </a:gs>
                  </a:gsLst>
                  <a:lin ang="5400000" scaled="0"/>
                </a:gradFill>
                <a:latin typeface="+mn-lt"/>
              </a:rPr>
              <a:t>as the main accent color. </a:t>
            </a:r>
          </a:p>
          <a:p>
            <a:pPr>
              <a:lnSpc>
                <a:spcPct val="100000"/>
              </a:lnSpc>
              <a:spcBef>
                <a:spcPts val="600"/>
              </a:spcBef>
            </a:pPr>
            <a:r>
              <a:rPr lang="en-US" sz="1200" spc="0" dirty="0">
                <a:gradFill>
                  <a:gsLst>
                    <a:gs pos="63670">
                      <a:schemeClr val="tx1"/>
                    </a:gs>
                    <a:gs pos="40075">
                      <a:schemeClr val="tx1"/>
                    </a:gs>
                  </a:gsLst>
                  <a:lin ang="5400000" scaled="0"/>
                </a:gradFill>
                <a:latin typeface="+mn-lt"/>
              </a:rPr>
              <a:t>Use </a:t>
            </a:r>
            <a:r>
              <a:rPr lang="en-US" sz="1200" b="1" spc="0" dirty="0">
                <a:gradFill>
                  <a:gsLst>
                    <a:gs pos="63670">
                      <a:schemeClr val="tx1"/>
                    </a:gs>
                    <a:gs pos="40075">
                      <a:schemeClr val="tx1"/>
                    </a:gs>
                  </a:gsLst>
                  <a:lin ang="5400000" scaled="0"/>
                </a:gradFill>
                <a:latin typeface="+mn-lt"/>
                <a:cs typeface="Segoe UI Semibold" panose="020B0702040204020203" pitchFamily="34" charset="0"/>
              </a:rPr>
              <a:t>Accent 2</a:t>
            </a:r>
            <a:r>
              <a:rPr lang="en-US" sz="1200" spc="0" dirty="0">
                <a:gradFill>
                  <a:gsLst>
                    <a:gs pos="63670">
                      <a:schemeClr val="tx1"/>
                    </a:gs>
                    <a:gs pos="40075">
                      <a:schemeClr val="tx1"/>
                    </a:gs>
                  </a:gsLst>
                  <a:lin ang="5400000" scaled="0"/>
                </a:gradFill>
                <a:latin typeface="+mn-lt"/>
              </a:rPr>
              <a:t> and </a:t>
            </a:r>
            <a:r>
              <a:rPr lang="en-US" sz="1200" b="1" spc="0" dirty="0">
                <a:gradFill>
                  <a:gsLst>
                    <a:gs pos="63670">
                      <a:schemeClr val="tx1"/>
                    </a:gs>
                    <a:gs pos="40075">
                      <a:schemeClr val="tx1"/>
                    </a:gs>
                  </a:gsLst>
                  <a:lin ang="5400000" scaled="0"/>
                </a:gradFill>
                <a:latin typeface="+mn-lt"/>
                <a:cs typeface="Segoe UI Semibold" panose="020B0702040204020203" pitchFamily="34" charset="0"/>
              </a:rPr>
              <a:t>Accent 3</a:t>
            </a:r>
            <a:r>
              <a:rPr lang="en-US" sz="1200" spc="0" dirty="0">
                <a:gradFill>
                  <a:gsLst>
                    <a:gs pos="63670">
                      <a:schemeClr val="tx1"/>
                    </a:gs>
                    <a:gs pos="40075">
                      <a:schemeClr val="tx1"/>
                    </a:gs>
                  </a:gsLst>
                  <a:lin ang="5400000" scaled="0"/>
                </a:gradFill>
                <a:latin typeface="+mn-lt"/>
              </a:rPr>
              <a:t> only when </a:t>
            </a:r>
            <a:br>
              <a:rPr lang="en-US" sz="1200" spc="0" dirty="0">
                <a:gradFill>
                  <a:gsLst>
                    <a:gs pos="63670">
                      <a:schemeClr val="tx1"/>
                    </a:gs>
                    <a:gs pos="40075">
                      <a:schemeClr val="tx1"/>
                    </a:gs>
                  </a:gsLst>
                  <a:lin ang="5400000" scaled="0"/>
                </a:gradFill>
                <a:latin typeface="+mn-lt"/>
              </a:rPr>
            </a:br>
            <a:r>
              <a:rPr lang="en-US" sz="1200" spc="0" dirty="0">
                <a:gradFill>
                  <a:gsLst>
                    <a:gs pos="63670">
                      <a:schemeClr val="tx1"/>
                    </a:gs>
                    <a:gs pos="40075">
                      <a:schemeClr val="tx1"/>
                    </a:gs>
                  </a:gsLst>
                  <a:lin ang="5400000" scaled="0"/>
                </a:gradFill>
                <a:latin typeface="+mn-lt"/>
              </a:rPr>
              <a:t>additional colors are needed. </a:t>
            </a:r>
          </a:p>
          <a:p>
            <a:pPr>
              <a:lnSpc>
                <a:spcPct val="100000"/>
              </a:lnSpc>
              <a:spcBef>
                <a:spcPts val="600"/>
              </a:spcBef>
            </a:pPr>
            <a:r>
              <a:rPr lang="en-US" sz="1200" spc="0" dirty="0">
                <a:gradFill>
                  <a:gsLst>
                    <a:gs pos="63670">
                      <a:schemeClr val="tx1"/>
                    </a:gs>
                    <a:gs pos="40075">
                      <a:schemeClr val="tx1"/>
                    </a:gs>
                  </a:gsLst>
                  <a:lin ang="5400000" scaled="0"/>
                </a:gradFill>
                <a:latin typeface="+mn-lt"/>
              </a:rPr>
              <a:t>*Ensure text on Accent 3 has sufficient size and weight to meet color contrast ratios.</a:t>
            </a:r>
          </a:p>
        </p:txBody>
      </p:sp>
      <p:sp>
        <p:nvSpPr>
          <p:cNvPr id="36" name="Rectangle 35"/>
          <p:cNvSpPr/>
          <p:nvPr/>
        </p:nvSpPr>
        <p:spPr bwMode="auto">
          <a:xfrm>
            <a:off x="4159568" y="3057402"/>
            <a:ext cx="854329" cy="853986"/>
          </a:xfrm>
          <a:prstGeom prst="rect">
            <a:avLst/>
          </a:prstGeom>
          <a:solidFill>
            <a:schemeClr val="accent4"/>
          </a:solidFill>
          <a:ln>
            <a:noFill/>
            <a:headEnd type="none" w="med" len="med"/>
            <a:tailEnd type="none" w="med" len="med"/>
          </a:ln>
        </p:spPr>
        <p:style>
          <a:lnRef idx="2">
            <a:schemeClr val="accent4">
              <a:shade val="50000"/>
            </a:schemeClr>
          </a:lnRef>
          <a:fillRef idx="1">
            <a:schemeClr val="accent4"/>
          </a:fillRef>
          <a:effectRef idx="0">
            <a:schemeClr val="accent4"/>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r>
              <a:rPr lang="en-US" sz="1100" dirty="0">
                <a:solidFill>
                  <a:schemeClr val="tx1"/>
                </a:solidFill>
              </a:rPr>
              <a:t>Accent 4</a:t>
            </a:r>
          </a:p>
        </p:txBody>
      </p:sp>
      <p:sp>
        <p:nvSpPr>
          <p:cNvPr id="35" name="Rectangle 34"/>
          <p:cNvSpPr/>
          <p:nvPr/>
        </p:nvSpPr>
        <p:spPr bwMode="auto">
          <a:xfrm>
            <a:off x="5108027" y="3057402"/>
            <a:ext cx="854329" cy="853986"/>
          </a:xfrm>
          <a:prstGeom prst="rect">
            <a:avLst/>
          </a:prstGeom>
          <a:solidFill>
            <a:schemeClr val="accent5"/>
          </a:solidFill>
          <a:ln>
            <a:noFill/>
            <a:headEnd type="none" w="med" len="med"/>
            <a:tailEnd type="none" w="med" len="med"/>
          </a:ln>
        </p:spPr>
        <p:style>
          <a:lnRef idx="2">
            <a:schemeClr val="accent5">
              <a:shade val="50000"/>
            </a:schemeClr>
          </a:lnRef>
          <a:fillRef idx="1">
            <a:schemeClr val="accent5"/>
          </a:fillRef>
          <a:effectRef idx="0">
            <a:schemeClr val="accent5"/>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r>
              <a:rPr lang="en-US" sz="1100" dirty="0">
                <a:solidFill>
                  <a:schemeClr val="bg1"/>
                </a:solidFill>
              </a:rPr>
              <a:t>Accent 5</a:t>
            </a:r>
          </a:p>
        </p:txBody>
      </p:sp>
      <p:sp>
        <p:nvSpPr>
          <p:cNvPr id="34" name="Rectangle 33"/>
          <p:cNvSpPr/>
          <p:nvPr/>
        </p:nvSpPr>
        <p:spPr bwMode="auto">
          <a:xfrm>
            <a:off x="6049846" y="3057402"/>
            <a:ext cx="854329" cy="853986"/>
          </a:xfrm>
          <a:prstGeom prst="rect">
            <a:avLst/>
          </a:prstGeom>
          <a:solidFill>
            <a:schemeClr val="accent6"/>
          </a:solidFill>
          <a:ln>
            <a:noFill/>
            <a:headEnd type="none" w="med" len="med"/>
            <a:tailEnd type="none" w="med" len="med"/>
          </a:ln>
        </p:spPr>
        <p:style>
          <a:lnRef idx="2">
            <a:schemeClr val="accent6">
              <a:shade val="50000"/>
            </a:schemeClr>
          </a:lnRef>
          <a:fillRef idx="1">
            <a:schemeClr val="accent6"/>
          </a:fillRef>
          <a:effectRef idx="0">
            <a:schemeClr val="accent6"/>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r>
              <a:rPr lang="en-US" sz="1100" dirty="0">
                <a:solidFill>
                  <a:schemeClr val="tx1"/>
                </a:solidFill>
              </a:rPr>
              <a:t>Accent 6</a:t>
            </a:r>
          </a:p>
        </p:txBody>
      </p:sp>
      <p:sp>
        <p:nvSpPr>
          <p:cNvPr id="40" name="Text Placeholder 2"/>
          <p:cNvSpPr txBox="1">
            <a:spLocks/>
          </p:cNvSpPr>
          <p:nvPr/>
        </p:nvSpPr>
        <p:spPr>
          <a:xfrm>
            <a:off x="4205004" y="4123695"/>
            <a:ext cx="2776292" cy="184666"/>
          </a:xfrm>
          <a:prstGeom prst="rect">
            <a:avLst/>
          </a:prstGeom>
        </p:spPr>
        <p:txBody>
          <a:bodyPr vert="horz" wrap="square" lIns="0" tIns="0" rIns="0" bIns="0" rtlCol="0">
            <a:spAutoFit/>
          </a:bodyPr>
          <a:lstStyle>
            <a:lvl1pPr marL="0" marR="0" indent="0" algn="l" defTabSz="914363" rtl="0" eaLnBrk="1" fontAlgn="auto" latinLnBrk="0" hangingPunct="1">
              <a:lnSpc>
                <a:spcPct val="90000"/>
              </a:lnSpc>
              <a:spcBef>
                <a:spcPts val="2400"/>
              </a:spcBef>
              <a:spcAft>
                <a:spcPts val="0"/>
              </a:spcAft>
              <a:buClrTx/>
              <a:buSzPct val="90000"/>
              <a:buFont typeface="Arial" pitchFamily="34" charset="0"/>
              <a:buNone/>
              <a:tabLst/>
              <a:defRPr sz="4000" kern="1200" spc="-70" baseline="0">
                <a:gradFill>
                  <a:gsLst>
                    <a:gs pos="100000">
                      <a:schemeClr val="tx2"/>
                    </a:gs>
                    <a:gs pos="0">
                      <a:schemeClr val="tx2"/>
                    </a:gs>
                  </a:gsLst>
                  <a:lin ang="5400000" scaled="0"/>
                </a:gradFill>
                <a:latin typeface="+mj-lt"/>
                <a:ea typeface="+mn-ea"/>
                <a:cs typeface="+mn-cs"/>
              </a:defRPr>
            </a:lvl1pPr>
            <a:lvl2pPr marL="0" marR="0" indent="0" algn="l" defTabSz="914363" rtl="0" eaLnBrk="1" fontAlgn="auto" latinLnBrk="0" hangingPunct="1">
              <a:lnSpc>
                <a:spcPct val="90000"/>
              </a:lnSpc>
              <a:spcBef>
                <a:spcPct val="20000"/>
              </a:spcBef>
              <a:spcAft>
                <a:spcPts val="0"/>
              </a:spcAft>
              <a:buClrTx/>
              <a:buSzPct val="90000"/>
              <a:buFont typeface="Wingdings" pitchFamily="2" charset="2"/>
              <a:buNone/>
              <a:tabLst/>
              <a:defRPr sz="2000" kern="1200" spc="0" baseline="0">
                <a:gradFill>
                  <a:gsLst>
                    <a:gs pos="100000">
                      <a:schemeClr val="tx1"/>
                    </a:gs>
                    <a:gs pos="6000">
                      <a:schemeClr val="tx1"/>
                    </a:gs>
                  </a:gsLst>
                  <a:lin ang="5400000" scaled="0"/>
                </a:gradFill>
                <a:latin typeface="+mn-lt"/>
                <a:ea typeface="+mn-ea"/>
                <a:cs typeface="+mn-cs"/>
              </a:defRPr>
            </a:lvl2pPr>
            <a:lvl3pPr marL="231775" marR="0" indent="0" algn="l" defTabSz="914363" rtl="0" eaLnBrk="1" fontAlgn="auto" latinLnBrk="0" hangingPunct="1">
              <a:lnSpc>
                <a:spcPct val="90000"/>
              </a:lnSpc>
              <a:spcBef>
                <a:spcPct val="20000"/>
              </a:spcBef>
              <a:spcAft>
                <a:spcPts val="0"/>
              </a:spcAft>
              <a:buClrTx/>
              <a:buSzPct val="90000"/>
              <a:buFont typeface="Wingdings" pitchFamily="2" charset="2"/>
              <a:buNone/>
              <a:tabLst>
                <a:tab pos="798513" algn="l"/>
              </a:tabLst>
              <a:defRPr sz="2000" kern="1200" spc="0" baseline="0">
                <a:gradFill>
                  <a:gsLst>
                    <a:gs pos="100000">
                      <a:schemeClr val="tx1"/>
                    </a:gs>
                    <a:gs pos="6000">
                      <a:schemeClr val="tx1"/>
                    </a:gs>
                  </a:gsLst>
                  <a:lin ang="5400000" scaled="0"/>
                </a:gradFill>
                <a:latin typeface="+mn-lt"/>
                <a:ea typeface="+mn-ea"/>
                <a:cs typeface="+mn-cs"/>
              </a:defRPr>
            </a:lvl3pPr>
            <a:lvl4pPr marL="457200" marR="0" indent="0" algn="l" defTabSz="914363" rtl="0" eaLnBrk="1" fontAlgn="auto" latinLnBrk="0" hangingPunct="1">
              <a:lnSpc>
                <a:spcPct val="90000"/>
              </a:lnSpc>
              <a:spcBef>
                <a:spcPct val="20000"/>
              </a:spcBef>
              <a:spcAft>
                <a:spcPts val="0"/>
              </a:spcAft>
              <a:buClrTx/>
              <a:buSzPct val="90000"/>
              <a:buFont typeface="Wingdings" pitchFamily="2" charset="2"/>
              <a:buNone/>
              <a:tabLst/>
              <a:defRPr sz="2000" kern="1200" spc="0" baseline="0">
                <a:gradFill>
                  <a:gsLst>
                    <a:gs pos="100000">
                      <a:schemeClr val="tx1"/>
                    </a:gs>
                    <a:gs pos="6000">
                      <a:schemeClr val="tx1"/>
                    </a:gs>
                  </a:gsLst>
                  <a:lin ang="5400000" scaled="0"/>
                </a:gradFill>
                <a:latin typeface="+mn-lt"/>
                <a:ea typeface="+mn-ea"/>
                <a:cs typeface="+mn-cs"/>
              </a:defRPr>
            </a:lvl4pPr>
            <a:lvl5pPr marL="693738" marR="0" indent="0" algn="l" defTabSz="914363" rtl="0" eaLnBrk="1" fontAlgn="auto" latinLnBrk="0" hangingPunct="1">
              <a:lnSpc>
                <a:spcPct val="90000"/>
              </a:lnSpc>
              <a:spcBef>
                <a:spcPct val="20000"/>
              </a:spcBef>
              <a:spcAft>
                <a:spcPts val="0"/>
              </a:spcAft>
              <a:buClrTx/>
              <a:buSzPct val="90000"/>
              <a:buFont typeface="Wingdings" pitchFamily="2" charset="2"/>
              <a:buNone/>
              <a:tabLst>
                <a:tab pos="1255713" algn="l"/>
              </a:tabLst>
              <a:defRPr sz="2000" kern="1200" spc="0" baseline="0">
                <a:gradFill>
                  <a:gsLst>
                    <a:gs pos="100000">
                      <a:schemeClr val="tx1"/>
                    </a:gs>
                    <a:gs pos="6000">
                      <a:schemeClr val="tx1"/>
                    </a:gs>
                  </a:gsLst>
                  <a:lin ang="5400000" scaled="0"/>
                </a:gradFill>
                <a:latin typeface="+mn-lt"/>
                <a:ea typeface="+mn-ea"/>
                <a:cs typeface="+mn-cs"/>
              </a:defRPr>
            </a:lvl5pPr>
            <a:lvl6pPr marL="2514499"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681"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863"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045"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nSpc>
                <a:spcPct val="100000"/>
              </a:lnSpc>
            </a:pPr>
            <a:r>
              <a:rPr lang="en-US" sz="1200" spc="0" dirty="0">
                <a:gradFill>
                  <a:gsLst>
                    <a:gs pos="63670">
                      <a:schemeClr val="tx1"/>
                    </a:gs>
                    <a:gs pos="40075">
                      <a:schemeClr val="tx1"/>
                    </a:gs>
                  </a:gsLst>
                  <a:lin ang="5400000" scaled="0"/>
                </a:gradFill>
                <a:latin typeface="+mn-lt"/>
              </a:rPr>
              <a:t>Use </a:t>
            </a:r>
            <a:r>
              <a:rPr lang="en-US" sz="1200" b="1" spc="0" dirty="0">
                <a:gradFill>
                  <a:gsLst>
                    <a:gs pos="63670">
                      <a:schemeClr val="tx1"/>
                    </a:gs>
                    <a:gs pos="40075">
                      <a:schemeClr val="tx1"/>
                    </a:gs>
                  </a:gsLst>
                  <a:lin ang="5400000" scaled="0"/>
                </a:gradFill>
                <a:latin typeface="+mn-lt"/>
                <a:cs typeface="Segoe UI Semibold" panose="020B0702040204020203" pitchFamily="34" charset="0"/>
              </a:rPr>
              <a:t>Accents 4-6 </a:t>
            </a:r>
            <a:r>
              <a:rPr lang="en-US" sz="1200" spc="0" dirty="0">
                <a:gradFill>
                  <a:gsLst>
                    <a:gs pos="63670">
                      <a:schemeClr val="tx1"/>
                    </a:gs>
                    <a:gs pos="40075">
                      <a:schemeClr val="tx1"/>
                    </a:gs>
                  </a:gsLst>
                  <a:lin ang="5400000" scaled="0"/>
                </a:gradFill>
                <a:latin typeface="+mn-lt"/>
              </a:rPr>
              <a:t>sparingly</a:t>
            </a:r>
          </a:p>
        </p:txBody>
      </p:sp>
    </p:spTree>
    <p:extLst>
      <p:ext uri="{BB962C8B-B14F-4D97-AF65-F5344CB8AC3E}">
        <p14:creationId xmlns:p14="http://schemas.microsoft.com/office/powerpoint/2010/main" val="45852953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1B027A59-96AF-406B-A5C9-5D24B253ED49}"/>
              </a:ext>
            </a:extLst>
          </p:cNvPr>
          <p:cNvSpPr>
            <a:spLocks noGrp="1"/>
          </p:cNvSpPr>
          <p:nvPr>
            <p:ph type="title"/>
          </p:nvPr>
        </p:nvSpPr>
        <p:spPr/>
        <p:txBody>
          <a:bodyPr/>
          <a:lstStyle/>
          <a:p>
            <a:r>
              <a:rPr lang="en-US" sz="2000" spc="0" dirty="0">
                <a:solidFill>
                  <a:schemeClr val="tx1"/>
                </a:solidFill>
              </a:rPr>
              <a:t>Ensure slide content is accessible</a:t>
            </a:r>
          </a:p>
        </p:txBody>
      </p:sp>
      <p:sp>
        <p:nvSpPr>
          <p:cNvPr id="3" name="Accessiblity definition">
            <a:extLst>
              <a:ext uri="{FF2B5EF4-FFF2-40B4-BE49-F238E27FC236}">
                <a16:creationId xmlns:a16="http://schemas.microsoft.com/office/drawing/2014/main" id="{6514054D-2F19-4667-931D-9475B9BAADA8}"/>
              </a:ext>
            </a:extLst>
          </p:cNvPr>
          <p:cNvSpPr txBox="1">
            <a:spLocks/>
          </p:cNvSpPr>
          <p:nvPr/>
        </p:nvSpPr>
        <p:spPr>
          <a:xfrm>
            <a:off x="585788" y="914400"/>
            <a:ext cx="11025188" cy="166199"/>
          </a:xfrm>
          <a:prstGeom prst="rect">
            <a:avLst/>
          </a:prstGeom>
        </p:spPr>
        <p:txBody>
          <a:bodyPr vert="horz" wrap="square" lIns="0" tIns="0" rIns="0" bIns="0" rtlCol="0">
            <a:spAutoFit/>
          </a:bodyPr>
          <a:lstStyle>
            <a:defPPr>
              <a:defRPr lang="en-US"/>
            </a:defPPr>
            <a:lvl1pPr marR="0" indent="0" defTabSz="914363" fontAlgn="auto">
              <a:lnSpc>
                <a:spcPct val="90000"/>
              </a:lnSpc>
              <a:spcBef>
                <a:spcPts val="2400"/>
              </a:spcBef>
              <a:spcAft>
                <a:spcPts val="0"/>
              </a:spcAft>
              <a:buClrTx/>
              <a:buSzPct val="90000"/>
              <a:buFont typeface="Arial" pitchFamily="34" charset="0"/>
              <a:buNone/>
              <a:tabLst/>
              <a:defRPr sz="2000" spc="0" baseline="0">
                <a:gradFill>
                  <a:gsLst>
                    <a:gs pos="21538">
                      <a:schemeClr val="tx1"/>
                    </a:gs>
                    <a:gs pos="33000">
                      <a:schemeClr val="tx1"/>
                    </a:gs>
                  </a:gsLst>
                  <a:lin ang="5400000" scaled="0"/>
                </a:gradFill>
              </a:defRPr>
            </a:lvl1pPr>
            <a:lvl2pPr marL="0" marR="0" indent="0" defTabSz="914363" fontAlgn="auto">
              <a:lnSpc>
                <a:spcPct val="90000"/>
              </a:lnSpc>
              <a:spcBef>
                <a:spcPct val="20000"/>
              </a:spcBef>
              <a:spcAft>
                <a:spcPts val="0"/>
              </a:spcAft>
              <a:buClrTx/>
              <a:buSzPct val="90000"/>
              <a:buFont typeface="Wingdings" pitchFamily="2" charset="2"/>
              <a:buNone/>
              <a:tabLst/>
              <a:defRPr sz="2000" spc="0" baseline="0">
                <a:gradFill>
                  <a:gsLst>
                    <a:gs pos="100000">
                      <a:schemeClr val="tx1"/>
                    </a:gs>
                    <a:gs pos="6000">
                      <a:schemeClr val="tx1"/>
                    </a:gs>
                  </a:gsLst>
                  <a:lin ang="5400000" scaled="0"/>
                </a:gradFill>
              </a:defRPr>
            </a:lvl2pPr>
            <a:lvl3pPr marL="231775" marR="0" indent="0" defTabSz="914363" fontAlgn="auto">
              <a:lnSpc>
                <a:spcPct val="90000"/>
              </a:lnSpc>
              <a:spcBef>
                <a:spcPct val="20000"/>
              </a:spcBef>
              <a:spcAft>
                <a:spcPts val="0"/>
              </a:spcAft>
              <a:buClrTx/>
              <a:buSzPct val="90000"/>
              <a:buFont typeface="Wingdings" pitchFamily="2" charset="2"/>
              <a:buNone/>
              <a:tabLst>
                <a:tab pos="798513" algn="l"/>
              </a:tabLst>
              <a:defRPr sz="2000" spc="0" baseline="0">
                <a:gradFill>
                  <a:gsLst>
                    <a:gs pos="100000">
                      <a:schemeClr val="tx1"/>
                    </a:gs>
                    <a:gs pos="6000">
                      <a:schemeClr val="tx1"/>
                    </a:gs>
                  </a:gsLst>
                  <a:lin ang="5400000" scaled="0"/>
                </a:gradFill>
              </a:defRPr>
            </a:lvl3pPr>
            <a:lvl4pPr marL="457200" marR="0" indent="0" defTabSz="914363" fontAlgn="auto">
              <a:lnSpc>
                <a:spcPct val="90000"/>
              </a:lnSpc>
              <a:spcBef>
                <a:spcPct val="20000"/>
              </a:spcBef>
              <a:spcAft>
                <a:spcPts val="0"/>
              </a:spcAft>
              <a:buClrTx/>
              <a:buSzPct val="90000"/>
              <a:buFont typeface="Wingdings" pitchFamily="2" charset="2"/>
              <a:buNone/>
              <a:tabLst/>
              <a:defRPr sz="2000" spc="0" baseline="0">
                <a:gradFill>
                  <a:gsLst>
                    <a:gs pos="100000">
                      <a:schemeClr val="tx1"/>
                    </a:gs>
                    <a:gs pos="6000">
                      <a:schemeClr val="tx1"/>
                    </a:gs>
                  </a:gsLst>
                  <a:lin ang="5400000" scaled="0"/>
                </a:gradFill>
              </a:defRPr>
            </a:lvl4pPr>
            <a:lvl5pPr marL="693738" marR="0" indent="0" defTabSz="914363" fontAlgn="auto">
              <a:lnSpc>
                <a:spcPct val="90000"/>
              </a:lnSpc>
              <a:spcBef>
                <a:spcPct val="20000"/>
              </a:spcBef>
              <a:spcAft>
                <a:spcPts val="0"/>
              </a:spcAft>
              <a:buClrTx/>
              <a:buSzPct val="90000"/>
              <a:buFont typeface="Wingdings" pitchFamily="2" charset="2"/>
              <a:buNone/>
              <a:tabLst>
                <a:tab pos="1255713" algn="l"/>
              </a:tabLst>
              <a:defRPr sz="2000" spc="0" baseline="0">
                <a:gradFill>
                  <a:gsLst>
                    <a:gs pos="100000">
                      <a:schemeClr val="tx1"/>
                    </a:gs>
                    <a:gs pos="6000">
                      <a:schemeClr val="tx1"/>
                    </a:gs>
                  </a:gsLst>
                  <a:lin ang="5400000" scaled="0"/>
                </a:gradFill>
              </a:defRPr>
            </a:lvl5pPr>
            <a:lvl6pPr marL="2514499" indent="-228591" defTabSz="914363">
              <a:spcBef>
                <a:spcPct val="20000"/>
              </a:spcBef>
              <a:buFont typeface="Arial" pitchFamily="34" charset="0"/>
              <a:buChar char="•"/>
              <a:defRPr sz="2000"/>
            </a:lvl6pPr>
            <a:lvl7pPr marL="2971681" indent="-228591" defTabSz="914363">
              <a:spcBef>
                <a:spcPct val="20000"/>
              </a:spcBef>
              <a:buFont typeface="Arial" pitchFamily="34" charset="0"/>
              <a:buChar char="•"/>
              <a:defRPr sz="2000"/>
            </a:lvl7pPr>
            <a:lvl8pPr marL="3428863" indent="-228591" defTabSz="914363">
              <a:spcBef>
                <a:spcPct val="20000"/>
              </a:spcBef>
              <a:buFont typeface="Arial" pitchFamily="34" charset="0"/>
              <a:buChar char="•"/>
              <a:defRPr sz="2000"/>
            </a:lvl8pPr>
            <a:lvl9pPr marL="3886045" indent="-228591" defTabSz="914363">
              <a:spcBef>
                <a:spcPct val="20000"/>
              </a:spcBef>
              <a:buFont typeface="Arial" pitchFamily="34" charset="0"/>
              <a:buChar char="•"/>
              <a:defRPr sz="2000"/>
            </a:lvl9pPr>
          </a:lstStyle>
          <a:p>
            <a:r>
              <a:rPr lang="en-US" sz="1200" dirty="0">
                <a:solidFill>
                  <a:schemeClr val="tx1"/>
                </a:solidFill>
              </a:rPr>
              <a:t>Take the following steps to create accessible content that everyone can consume effectively.</a:t>
            </a:r>
          </a:p>
        </p:txBody>
      </p:sp>
      <p:sp>
        <p:nvSpPr>
          <p:cNvPr id="37" name="Contrast instructions text box">
            <a:extLst>
              <a:ext uri="{FF2B5EF4-FFF2-40B4-BE49-F238E27FC236}">
                <a16:creationId xmlns:a16="http://schemas.microsoft.com/office/drawing/2014/main" id="{20DEDD7D-8FEA-4C76-9F0C-85F00716692E}"/>
              </a:ext>
            </a:extLst>
          </p:cNvPr>
          <p:cNvSpPr txBox="1">
            <a:spLocks/>
          </p:cNvSpPr>
          <p:nvPr/>
        </p:nvSpPr>
        <p:spPr>
          <a:xfrm>
            <a:off x="581978" y="1435100"/>
            <a:ext cx="1965960" cy="2009076"/>
          </a:xfrm>
          <a:prstGeom prst="rect">
            <a:avLst/>
          </a:prstGeom>
        </p:spPr>
        <p:txBody>
          <a:bodyPr lIns="0" tIns="0" rIns="0" bIns="0">
            <a:spAutoFit/>
          </a:bodyPr>
          <a:lstStyle>
            <a:lvl1pPr marL="342900" marR="0" indent="-342900" algn="l" defTabSz="932742" rtl="0" eaLnBrk="1" fontAlgn="auto" latinLnBrk="0" hangingPunct="1">
              <a:lnSpc>
                <a:spcPct val="90000"/>
              </a:lnSpc>
              <a:spcBef>
                <a:spcPct val="20000"/>
              </a:spcBef>
              <a:spcAft>
                <a:spcPts val="0"/>
              </a:spcAft>
              <a:buClrTx/>
              <a:buSzPct val="90000"/>
              <a:buFont typeface="Arial" pitchFamily="34" charset="0"/>
              <a:buChar char="•"/>
              <a:tabLst/>
              <a:defRPr sz="4000" kern="1200" spc="0" baseline="0">
                <a:gradFill>
                  <a:gsLst>
                    <a:gs pos="1250">
                      <a:schemeClr val="tx1"/>
                    </a:gs>
                    <a:gs pos="100000">
                      <a:schemeClr val="tx1"/>
                    </a:gs>
                  </a:gsLst>
                  <a:lin ang="5400000" scaled="0"/>
                </a:gradFill>
                <a:latin typeface="+mj-lt"/>
                <a:ea typeface="+mn-ea"/>
                <a:cs typeface="+mn-cs"/>
              </a:defRPr>
            </a:lvl1pPr>
            <a:lvl2pPr marL="584200" marR="0" indent="-241300" algn="l" defTabSz="932742" rtl="0" eaLnBrk="1" fontAlgn="auto" latinLnBrk="0" hangingPunct="1">
              <a:lnSpc>
                <a:spcPct val="90000"/>
              </a:lnSpc>
              <a:spcBef>
                <a:spcPct val="20000"/>
              </a:spcBef>
              <a:spcAft>
                <a:spcPts val="0"/>
              </a:spcAft>
              <a:buClrTx/>
              <a:buSzPct val="90000"/>
              <a:buFont typeface="Arial" pitchFamily="34" charset="0"/>
              <a:buChar char="•"/>
              <a:tabLst/>
              <a:defRPr sz="2400" kern="1200" spc="0" baseline="0">
                <a:gradFill>
                  <a:gsLst>
                    <a:gs pos="1250">
                      <a:schemeClr val="tx1"/>
                    </a:gs>
                    <a:gs pos="100000">
                      <a:schemeClr val="tx1"/>
                    </a:gs>
                  </a:gsLst>
                  <a:lin ang="5400000" scaled="0"/>
                </a:gradFill>
                <a:latin typeface="+mn-lt"/>
                <a:ea typeface="+mn-ea"/>
                <a:cs typeface="+mn-cs"/>
              </a:defRPr>
            </a:lvl2pPr>
            <a:lvl3pPr marL="800100" marR="0" indent="-228600" algn="l" defTabSz="932742" rtl="0" eaLnBrk="1" fontAlgn="auto" latinLnBrk="0" hangingPunct="1">
              <a:lnSpc>
                <a:spcPct val="90000"/>
              </a:lnSpc>
              <a:spcBef>
                <a:spcPct val="20000"/>
              </a:spcBef>
              <a:spcAft>
                <a:spcPts val="0"/>
              </a:spcAft>
              <a:buClrTx/>
              <a:buSzPct val="90000"/>
              <a:buFont typeface="Arial" pitchFamily="34" charset="0"/>
              <a:buChar char="•"/>
              <a:tabLst/>
              <a:defRPr sz="2400" kern="1200" spc="0" baseline="0">
                <a:gradFill>
                  <a:gsLst>
                    <a:gs pos="1250">
                      <a:schemeClr val="tx1"/>
                    </a:gs>
                    <a:gs pos="100000">
                      <a:schemeClr val="tx1"/>
                    </a:gs>
                  </a:gsLst>
                  <a:lin ang="5400000" scaled="0"/>
                </a:gradFill>
                <a:latin typeface="+mn-lt"/>
                <a:ea typeface="+mn-ea"/>
                <a:cs typeface="+mn-cs"/>
              </a:defRPr>
            </a:lvl3pPr>
            <a:lvl4pPr marL="1028700" marR="0" indent="-228600" algn="l" defTabSz="932742" rtl="0" eaLnBrk="1" fontAlgn="auto" latinLnBrk="0" hangingPunct="1">
              <a:lnSpc>
                <a:spcPct val="90000"/>
              </a:lnSpc>
              <a:spcBef>
                <a:spcPct val="20000"/>
              </a:spcBef>
              <a:spcAft>
                <a:spcPts val="0"/>
              </a:spcAft>
              <a:buClrTx/>
              <a:buSzPct val="90000"/>
              <a:buFont typeface="Arial" pitchFamily="34" charset="0"/>
              <a:buChar char="•"/>
              <a:tabLst/>
              <a:defRPr sz="2000" kern="1200" spc="0" baseline="0">
                <a:gradFill>
                  <a:gsLst>
                    <a:gs pos="1250">
                      <a:schemeClr val="tx1"/>
                    </a:gs>
                    <a:gs pos="100000">
                      <a:schemeClr val="tx1"/>
                    </a:gs>
                  </a:gsLst>
                  <a:lin ang="5400000" scaled="0"/>
                </a:gradFill>
                <a:latin typeface="+mn-lt"/>
                <a:ea typeface="+mn-ea"/>
                <a:cs typeface="+mn-cs"/>
              </a:defRPr>
            </a:lvl4pPr>
            <a:lvl5pPr marL="1257300" marR="0" indent="-228600" algn="l" defTabSz="932742" rtl="0" eaLnBrk="1" fontAlgn="auto" latinLnBrk="0" hangingPunct="1">
              <a:lnSpc>
                <a:spcPct val="90000"/>
              </a:lnSpc>
              <a:spcBef>
                <a:spcPct val="20000"/>
              </a:spcBef>
              <a:spcAft>
                <a:spcPts val="0"/>
              </a:spcAft>
              <a:buClrTx/>
              <a:buSzPct val="90000"/>
              <a:buFont typeface="Arial" pitchFamily="34" charset="0"/>
              <a:buChar char="•"/>
              <a:tabLst/>
              <a:defRPr sz="20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defTabSz="914367">
              <a:lnSpc>
                <a:spcPct val="100000"/>
              </a:lnSpc>
              <a:spcBef>
                <a:spcPts val="0"/>
              </a:spcBef>
              <a:spcAft>
                <a:spcPts val="600"/>
              </a:spcAft>
              <a:buNone/>
              <a:defRPr/>
            </a:pPr>
            <a:r>
              <a:rPr lang="en-US" sz="1600" b="1" dirty="0">
                <a:solidFill>
                  <a:schemeClr val="tx1"/>
                </a:solidFill>
                <a:latin typeface="+mn-lt"/>
                <a:cs typeface="Segoe UI Semibold" panose="020B0702040204020203" pitchFamily="34" charset="0"/>
              </a:rPr>
              <a:t>Contrast</a:t>
            </a:r>
          </a:p>
          <a:p>
            <a:pPr marL="0" indent="0" defTabSz="903827">
              <a:lnSpc>
                <a:spcPct val="100000"/>
              </a:lnSpc>
              <a:spcBef>
                <a:spcPts val="775"/>
              </a:spcBef>
              <a:buNone/>
              <a:defRPr/>
            </a:pPr>
            <a:r>
              <a:rPr lang="en-US" sz="1200" dirty="0">
                <a:solidFill>
                  <a:schemeClr val="tx1"/>
                </a:solidFill>
                <a:latin typeface="Segoe UI" panose="020B0502040204020203" pitchFamily="34" charset="0"/>
                <a:cs typeface="Segoe UI" panose="020B0502040204020203" pitchFamily="34" charset="0"/>
              </a:rPr>
              <a:t>Use high contrast colors for maximum readability</a:t>
            </a:r>
          </a:p>
          <a:p>
            <a:pPr marL="0" indent="0" defTabSz="903827">
              <a:lnSpc>
                <a:spcPct val="100000"/>
              </a:lnSpc>
              <a:spcBef>
                <a:spcPts val="581"/>
              </a:spcBef>
              <a:buNone/>
              <a:defRPr/>
            </a:pPr>
            <a:r>
              <a:rPr lang="en-US" sz="1200" dirty="0">
                <a:solidFill>
                  <a:schemeClr val="tx1"/>
                </a:solidFill>
                <a:latin typeface="Segoe UI" panose="020B0502040204020203" pitchFamily="34" charset="0"/>
                <a:cs typeface="Segoe UI" panose="020B0502040204020203" pitchFamily="34" charset="0"/>
              </a:rPr>
              <a:t>The recommended contrast ratio is at least 4.5:1</a:t>
            </a:r>
          </a:p>
          <a:p>
            <a:pPr marL="0" indent="0" defTabSz="903827">
              <a:lnSpc>
                <a:spcPct val="100000"/>
              </a:lnSpc>
              <a:spcBef>
                <a:spcPts val="581"/>
              </a:spcBef>
              <a:buNone/>
              <a:defRPr/>
            </a:pPr>
            <a:endParaRPr lang="en-US" sz="1163" dirty="0">
              <a:gradFill>
                <a:gsLst>
                  <a:gs pos="15356">
                    <a:srgbClr val="1A1A1A"/>
                  </a:gs>
                  <a:gs pos="56000">
                    <a:srgbClr val="1A1A1A"/>
                  </a:gs>
                </a:gsLst>
                <a:lin ang="5400000" scaled="0"/>
              </a:gradFill>
              <a:latin typeface="Segoe UI" panose="020B0502040204020203" pitchFamily="34" charset="0"/>
            </a:endParaRPr>
          </a:p>
          <a:p>
            <a:pPr marL="0" indent="0" defTabSz="903827">
              <a:lnSpc>
                <a:spcPct val="100000"/>
              </a:lnSpc>
              <a:spcBef>
                <a:spcPts val="581"/>
              </a:spcBef>
              <a:buNone/>
              <a:defRPr/>
            </a:pPr>
            <a:endParaRPr lang="en-US" sz="1163" dirty="0">
              <a:gradFill>
                <a:gsLst>
                  <a:gs pos="15356">
                    <a:srgbClr val="1A1A1A"/>
                  </a:gs>
                  <a:gs pos="56000">
                    <a:srgbClr val="1A1A1A"/>
                  </a:gs>
                </a:gsLst>
                <a:lin ang="5400000" scaled="0"/>
              </a:gradFill>
              <a:latin typeface="Segoe UI" panose="020B0502040204020203" pitchFamily="34" charset="0"/>
            </a:endParaRPr>
          </a:p>
          <a:p>
            <a:pPr marL="0" indent="0" defTabSz="903827">
              <a:lnSpc>
                <a:spcPct val="100000"/>
              </a:lnSpc>
              <a:spcBef>
                <a:spcPts val="581"/>
              </a:spcBef>
              <a:buNone/>
              <a:defRPr/>
            </a:pPr>
            <a:endParaRPr lang="en-US" sz="1163" dirty="0">
              <a:gradFill>
                <a:gsLst>
                  <a:gs pos="15356">
                    <a:srgbClr val="1A1A1A"/>
                  </a:gs>
                  <a:gs pos="56000">
                    <a:srgbClr val="1A1A1A"/>
                  </a:gs>
                </a:gsLst>
                <a:lin ang="5400000" scaled="0"/>
              </a:gradFill>
              <a:latin typeface="Segoe UI" panose="020B0502040204020203" pitchFamily="34" charset="0"/>
            </a:endParaRPr>
          </a:p>
        </p:txBody>
      </p:sp>
      <p:pic>
        <p:nvPicPr>
          <p:cNvPr id="5" name="Text contrast example" descr="Contrast example&#10;&#10;Graphic showing a comparison of contrasted text and background colors. The first block is light grey with dark grey text that reads &quot;Text&quot;. The second block is blue with white text that reads &quot;Text&quot;. The third block is light blue with white text that reads &quot;Text&quot; and a red slash over it.">
            <a:extLst>
              <a:ext uri="{FF2B5EF4-FFF2-40B4-BE49-F238E27FC236}">
                <a16:creationId xmlns:a16="http://schemas.microsoft.com/office/drawing/2014/main" id="{961B990F-5FB2-4B27-84E5-14D427CB6997}"/>
              </a:ext>
            </a:extLst>
          </p:cNvPr>
          <p:cNvPicPr>
            <a:picLocks noChangeAspect="1"/>
          </p:cNvPicPr>
          <p:nvPr/>
        </p:nvPicPr>
        <p:blipFill>
          <a:blip r:embed="rId3"/>
          <a:stretch>
            <a:fillRect/>
          </a:stretch>
        </p:blipFill>
        <p:spPr>
          <a:xfrm>
            <a:off x="582125" y="2816560"/>
            <a:ext cx="1956816" cy="469392"/>
          </a:xfrm>
          <a:prstGeom prst="rect">
            <a:avLst/>
          </a:prstGeom>
        </p:spPr>
      </p:pic>
      <p:sp>
        <p:nvSpPr>
          <p:cNvPr id="38" name="Contrast instructions text box">
            <a:extLst>
              <a:ext uri="{FF2B5EF4-FFF2-40B4-BE49-F238E27FC236}">
                <a16:creationId xmlns:a16="http://schemas.microsoft.com/office/drawing/2014/main" id="{2F4B2438-A3DB-41FC-8A90-FEBAB7AD5691}"/>
              </a:ext>
            </a:extLst>
          </p:cNvPr>
          <p:cNvSpPr txBox="1">
            <a:spLocks/>
          </p:cNvSpPr>
          <p:nvPr/>
        </p:nvSpPr>
        <p:spPr>
          <a:xfrm>
            <a:off x="581978" y="3480862"/>
            <a:ext cx="1965960" cy="769441"/>
          </a:xfrm>
          <a:prstGeom prst="rect">
            <a:avLst/>
          </a:prstGeom>
        </p:spPr>
        <p:txBody>
          <a:bodyPr lIns="0" tIns="0" rIns="0" bIns="0">
            <a:spAutoFit/>
          </a:bodyPr>
          <a:lstStyle>
            <a:lvl1pPr marL="342900" marR="0" indent="-342900" algn="l" defTabSz="932742" rtl="0" eaLnBrk="1" fontAlgn="auto" latinLnBrk="0" hangingPunct="1">
              <a:lnSpc>
                <a:spcPct val="90000"/>
              </a:lnSpc>
              <a:spcBef>
                <a:spcPct val="20000"/>
              </a:spcBef>
              <a:spcAft>
                <a:spcPts val="0"/>
              </a:spcAft>
              <a:buClrTx/>
              <a:buSzPct val="90000"/>
              <a:buFont typeface="Arial" pitchFamily="34" charset="0"/>
              <a:buChar char="•"/>
              <a:tabLst/>
              <a:defRPr sz="4000" kern="1200" spc="0" baseline="0">
                <a:gradFill>
                  <a:gsLst>
                    <a:gs pos="1250">
                      <a:schemeClr val="tx1"/>
                    </a:gs>
                    <a:gs pos="100000">
                      <a:schemeClr val="tx1"/>
                    </a:gs>
                  </a:gsLst>
                  <a:lin ang="5400000" scaled="0"/>
                </a:gradFill>
                <a:latin typeface="+mj-lt"/>
                <a:ea typeface="+mn-ea"/>
                <a:cs typeface="+mn-cs"/>
              </a:defRPr>
            </a:lvl1pPr>
            <a:lvl2pPr marL="584200" marR="0" indent="-241300" algn="l" defTabSz="932742" rtl="0" eaLnBrk="1" fontAlgn="auto" latinLnBrk="0" hangingPunct="1">
              <a:lnSpc>
                <a:spcPct val="90000"/>
              </a:lnSpc>
              <a:spcBef>
                <a:spcPct val="20000"/>
              </a:spcBef>
              <a:spcAft>
                <a:spcPts val="0"/>
              </a:spcAft>
              <a:buClrTx/>
              <a:buSzPct val="90000"/>
              <a:buFont typeface="Arial" pitchFamily="34" charset="0"/>
              <a:buChar char="•"/>
              <a:tabLst/>
              <a:defRPr sz="2400" kern="1200" spc="0" baseline="0">
                <a:gradFill>
                  <a:gsLst>
                    <a:gs pos="1250">
                      <a:schemeClr val="tx1"/>
                    </a:gs>
                    <a:gs pos="100000">
                      <a:schemeClr val="tx1"/>
                    </a:gs>
                  </a:gsLst>
                  <a:lin ang="5400000" scaled="0"/>
                </a:gradFill>
                <a:latin typeface="+mn-lt"/>
                <a:ea typeface="+mn-ea"/>
                <a:cs typeface="+mn-cs"/>
              </a:defRPr>
            </a:lvl2pPr>
            <a:lvl3pPr marL="800100" marR="0" indent="-228600" algn="l" defTabSz="932742" rtl="0" eaLnBrk="1" fontAlgn="auto" latinLnBrk="0" hangingPunct="1">
              <a:lnSpc>
                <a:spcPct val="90000"/>
              </a:lnSpc>
              <a:spcBef>
                <a:spcPct val="20000"/>
              </a:spcBef>
              <a:spcAft>
                <a:spcPts val="0"/>
              </a:spcAft>
              <a:buClrTx/>
              <a:buSzPct val="90000"/>
              <a:buFont typeface="Arial" pitchFamily="34" charset="0"/>
              <a:buChar char="•"/>
              <a:tabLst/>
              <a:defRPr sz="2400" kern="1200" spc="0" baseline="0">
                <a:gradFill>
                  <a:gsLst>
                    <a:gs pos="1250">
                      <a:schemeClr val="tx1"/>
                    </a:gs>
                    <a:gs pos="100000">
                      <a:schemeClr val="tx1"/>
                    </a:gs>
                  </a:gsLst>
                  <a:lin ang="5400000" scaled="0"/>
                </a:gradFill>
                <a:latin typeface="+mn-lt"/>
                <a:ea typeface="+mn-ea"/>
                <a:cs typeface="+mn-cs"/>
              </a:defRPr>
            </a:lvl3pPr>
            <a:lvl4pPr marL="1028700" marR="0" indent="-228600" algn="l" defTabSz="932742" rtl="0" eaLnBrk="1" fontAlgn="auto" latinLnBrk="0" hangingPunct="1">
              <a:lnSpc>
                <a:spcPct val="90000"/>
              </a:lnSpc>
              <a:spcBef>
                <a:spcPct val="20000"/>
              </a:spcBef>
              <a:spcAft>
                <a:spcPts val="0"/>
              </a:spcAft>
              <a:buClrTx/>
              <a:buSzPct val="90000"/>
              <a:buFont typeface="Arial" pitchFamily="34" charset="0"/>
              <a:buChar char="•"/>
              <a:tabLst/>
              <a:defRPr sz="2000" kern="1200" spc="0" baseline="0">
                <a:gradFill>
                  <a:gsLst>
                    <a:gs pos="1250">
                      <a:schemeClr val="tx1"/>
                    </a:gs>
                    <a:gs pos="100000">
                      <a:schemeClr val="tx1"/>
                    </a:gs>
                  </a:gsLst>
                  <a:lin ang="5400000" scaled="0"/>
                </a:gradFill>
                <a:latin typeface="+mn-lt"/>
                <a:ea typeface="+mn-ea"/>
                <a:cs typeface="+mn-cs"/>
              </a:defRPr>
            </a:lvl4pPr>
            <a:lvl5pPr marL="1257300" marR="0" indent="-228600" algn="l" defTabSz="932742" rtl="0" eaLnBrk="1" fontAlgn="auto" latinLnBrk="0" hangingPunct="1">
              <a:lnSpc>
                <a:spcPct val="90000"/>
              </a:lnSpc>
              <a:spcBef>
                <a:spcPct val="20000"/>
              </a:spcBef>
              <a:spcAft>
                <a:spcPts val="0"/>
              </a:spcAft>
              <a:buClrTx/>
              <a:buSzPct val="90000"/>
              <a:buFont typeface="Arial" pitchFamily="34" charset="0"/>
              <a:buChar char="•"/>
              <a:tabLst/>
              <a:defRPr sz="20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defTabSz="903827">
              <a:lnSpc>
                <a:spcPct val="100000"/>
              </a:lnSpc>
              <a:spcBef>
                <a:spcPts val="1163"/>
              </a:spcBef>
              <a:buNone/>
              <a:defRPr/>
            </a:pPr>
            <a:r>
              <a:rPr lang="en-US" sz="1200" b="1" dirty="0">
                <a:solidFill>
                  <a:schemeClr val="tx1"/>
                </a:solidFill>
                <a:latin typeface="Segoe UI" panose="020B0502040204020203" pitchFamily="34" charset="0"/>
                <a:cs typeface="Segoe UI" panose="020B0502040204020203" pitchFamily="34" charset="0"/>
              </a:rPr>
              <a:t>Color Contrast Analyzer</a:t>
            </a:r>
          </a:p>
          <a:p>
            <a:pPr marL="0" indent="0" defTabSz="903827">
              <a:lnSpc>
                <a:spcPct val="110000"/>
              </a:lnSpc>
              <a:spcBef>
                <a:spcPts val="581"/>
              </a:spcBef>
              <a:buNone/>
              <a:defRPr/>
            </a:pPr>
            <a:r>
              <a:rPr lang="en-US" sz="1000" dirty="0">
                <a:solidFill>
                  <a:schemeClr val="tx1"/>
                </a:solidFill>
                <a:latin typeface="Segoe UI" panose="020B0502040204020203" pitchFamily="34" charset="0"/>
                <a:cs typeface="Segoe UI" panose="020B0502040204020203" pitchFamily="34" charset="0"/>
              </a:rPr>
              <a:t>Download this tool to determine the legibility of text and the contrast of visual elements</a:t>
            </a:r>
          </a:p>
        </p:txBody>
      </p:sp>
      <p:grpSp>
        <p:nvGrpSpPr>
          <p:cNvPr id="57" name="Download Button" descr="A blue block with the download symbol and text that reads &quot;Download&quot;. This is object has a link to http://www.paciellogroup.com/resources/contrastAnalyser" title="Color Contrast Analyzer link">
            <a:extLst>
              <a:ext uri="{FF2B5EF4-FFF2-40B4-BE49-F238E27FC236}">
                <a16:creationId xmlns:a16="http://schemas.microsoft.com/office/drawing/2014/main" id="{5DB1FF77-B404-417B-83F7-3CF7D11966A9}"/>
              </a:ext>
            </a:extLst>
          </p:cNvPr>
          <p:cNvGrpSpPr/>
          <p:nvPr/>
        </p:nvGrpSpPr>
        <p:grpSpPr>
          <a:xfrm>
            <a:off x="597535" y="4340436"/>
            <a:ext cx="1950402" cy="450327"/>
            <a:chOff x="490358" y="4875348"/>
            <a:chExt cx="2144219" cy="464743"/>
          </a:xfrm>
        </p:grpSpPr>
        <p:sp>
          <p:nvSpPr>
            <p:cNvPr id="58" name="Download label">
              <a:hlinkClick r:id="rId4"/>
              <a:extLst>
                <a:ext uri="{FF2B5EF4-FFF2-40B4-BE49-F238E27FC236}">
                  <a16:creationId xmlns:a16="http://schemas.microsoft.com/office/drawing/2014/main" id="{3815550E-8A48-41BD-A79B-0954654B269F}"/>
                </a:ext>
              </a:extLst>
            </p:cNvPr>
            <p:cNvSpPr txBox="1">
              <a:spLocks/>
            </p:cNvSpPr>
            <p:nvPr/>
          </p:nvSpPr>
          <p:spPr>
            <a:xfrm>
              <a:off x="490358" y="4875348"/>
              <a:ext cx="2144219" cy="464743"/>
            </a:xfrm>
            <a:prstGeom prst="rect">
              <a:avLst/>
            </a:prstGeom>
            <a:solidFill>
              <a:srgbClr val="0078D4"/>
            </a:solidFill>
          </p:spPr>
          <p:txBody>
            <a:bodyPr wrap="square" lIns="141766" tIns="141766" rIns="141766" bIns="141766" anchor="ctr">
              <a:spAutoFit/>
            </a:bodyPr>
            <a:lstStyle>
              <a:lvl1pPr marL="342900" marR="0" indent="-342900" algn="l" defTabSz="932742" rtl="0" eaLnBrk="1" fontAlgn="auto" latinLnBrk="0" hangingPunct="1">
                <a:lnSpc>
                  <a:spcPct val="90000"/>
                </a:lnSpc>
                <a:spcBef>
                  <a:spcPct val="20000"/>
                </a:spcBef>
                <a:spcAft>
                  <a:spcPts val="0"/>
                </a:spcAft>
                <a:buClrTx/>
                <a:buSzPct val="90000"/>
                <a:buFont typeface="Arial" pitchFamily="34" charset="0"/>
                <a:buChar char="•"/>
                <a:tabLst/>
                <a:defRPr sz="4000" kern="1200" spc="0" baseline="0">
                  <a:gradFill>
                    <a:gsLst>
                      <a:gs pos="1250">
                        <a:schemeClr val="tx1"/>
                      </a:gs>
                      <a:gs pos="100000">
                        <a:schemeClr val="tx1"/>
                      </a:gs>
                    </a:gsLst>
                    <a:lin ang="5400000" scaled="0"/>
                  </a:gradFill>
                  <a:latin typeface="+mj-lt"/>
                  <a:ea typeface="+mn-ea"/>
                  <a:cs typeface="+mn-cs"/>
                </a:defRPr>
              </a:lvl1pPr>
              <a:lvl2pPr marL="584200" marR="0" indent="-241300" algn="l" defTabSz="932742" rtl="0" eaLnBrk="1" fontAlgn="auto" latinLnBrk="0" hangingPunct="1">
                <a:lnSpc>
                  <a:spcPct val="90000"/>
                </a:lnSpc>
                <a:spcBef>
                  <a:spcPct val="20000"/>
                </a:spcBef>
                <a:spcAft>
                  <a:spcPts val="0"/>
                </a:spcAft>
                <a:buClrTx/>
                <a:buSzPct val="90000"/>
                <a:buFont typeface="Arial" pitchFamily="34" charset="0"/>
                <a:buChar char="•"/>
                <a:tabLst/>
                <a:defRPr sz="2400" kern="1200" spc="0" baseline="0">
                  <a:gradFill>
                    <a:gsLst>
                      <a:gs pos="1250">
                        <a:schemeClr val="tx1"/>
                      </a:gs>
                      <a:gs pos="100000">
                        <a:schemeClr val="tx1"/>
                      </a:gs>
                    </a:gsLst>
                    <a:lin ang="5400000" scaled="0"/>
                  </a:gradFill>
                  <a:latin typeface="+mn-lt"/>
                  <a:ea typeface="+mn-ea"/>
                  <a:cs typeface="+mn-cs"/>
                </a:defRPr>
              </a:lvl2pPr>
              <a:lvl3pPr marL="800100" marR="0" indent="-228600" algn="l" defTabSz="932742" rtl="0" eaLnBrk="1" fontAlgn="auto" latinLnBrk="0" hangingPunct="1">
                <a:lnSpc>
                  <a:spcPct val="90000"/>
                </a:lnSpc>
                <a:spcBef>
                  <a:spcPct val="20000"/>
                </a:spcBef>
                <a:spcAft>
                  <a:spcPts val="0"/>
                </a:spcAft>
                <a:buClrTx/>
                <a:buSzPct val="90000"/>
                <a:buFont typeface="Arial" pitchFamily="34" charset="0"/>
                <a:buChar char="•"/>
                <a:tabLst/>
                <a:defRPr sz="2400" kern="1200" spc="0" baseline="0">
                  <a:gradFill>
                    <a:gsLst>
                      <a:gs pos="1250">
                        <a:schemeClr val="tx1"/>
                      </a:gs>
                      <a:gs pos="100000">
                        <a:schemeClr val="tx1"/>
                      </a:gs>
                    </a:gsLst>
                    <a:lin ang="5400000" scaled="0"/>
                  </a:gradFill>
                  <a:latin typeface="+mn-lt"/>
                  <a:ea typeface="+mn-ea"/>
                  <a:cs typeface="+mn-cs"/>
                </a:defRPr>
              </a:lvl3pPr>
              <a:lvl4pPr marL="1028700" marR="0" indent="-228600" algn="l" defTabSz="932742" rtl="0" eaLnBrk="1" fontAlgn="auto" latinLnBrk="0" hangingPunct="1">
                <a:lnSpc>
                  <a:spcPct val="90000"/>
                </a:lnSpc>
                <a:spcBef>
                  <a:spcPct val="20000"/>
                </a:spcBef>
                <a:spcAft>
                  <a:spcPts val="0"/>
                </a:spcAft>
                <a:buClrTx/>
                <a:buSzPct val="90000"/>
                <a:buFont typeface="Arial" pitchFamily="34" charset="0"/>
                <a:buChar char="•"/>
                <a:tabLst/>
                <a:defRPr sz="2000" kern="1200" spc="0" baseline="0">
                  <a:gradFill>
                    <a:gsLst>
                      <a:gs pos="1250">
                        <a:schemeClr val="tx1"/>
                      </a:gs>
                      <a:gs pos="100000">
                        <a:schemeClr val="tx1"/>
                      </a:gs>
                    </a:gsLst>
                    <a:lin ang="5400000" scaled="0"/>
                  </a:gradFill>
                  <a:latin typeface="+mn-lt"/>
                  <a:ea typeface="+mn-ea"/>
                  <a:cs typeface="+mn-cs"/>
                </a:defRPr>
              </a:lvl4pPr>
              <a:lvl5pPr marL="1257300" marR="0" indent="-228600" algn="l" defTabSz="932742" rtl="0" eaLnBrk="1" fontAlgn="auto" latinLnBrk="0" hangingPunct="1">
                <a:lnSpc>
                  <a:spcPct val="90000"/>
                </a:lnSpc>
                <a:spcBef>
                  <a:spcPct val="20000"/>
                </a:spcBef>
                <a:spcAft>
                  <a:spcPts val="0"/>
                </a:spcAft>
                <a:buClrTx/>
                <a:buSzPct val="90000"/>
                <a:buFont typeface="Arial" pitchFamily="34" charset="0"/>
                <a:buChar char="•"/>
                <a:tabLst/>
                <a:defRPr sz="20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defTabSz="903827">
                <a:lnSpc>
                  <a:spcPct val="100000"/>
                </a:lnSpc>
                <a:spcBef>
                  <a:spcPts val="0"/>
                </a:spcBef>
                <a:spcAft>
                  <a:spcPts val="581"/>
                </a:spcAft>
                <a:buNone/>
                <a:defRPr/>
              </a:pPr>
              <a:r>
                <a:rPr lang="en-US" sz="1066" b="1" dirty="0">
                  <a:solidFill>
                    <a:srgbClr val="FFFFFF"/>
                  </a:solidFill>
                  <a:latin typeface="Segoe UI" panose="020B0502040204020203" pitchFamily="34" charset="0"/>
                </a:rPr>
                <a:t>Download</a:t>
              </a:r>
            </a:p>
          </p:txBody>
        </p:sp>
        <p:sp>
          <p:nvSpPr>
            <p:cNvPr id="59" name="Download button">
              <a:extLst>
                <a:ext uri="{FF2B5EF4-FFF2-40B4-BE49-F238E27FC236}">
                  <a16:creationId xmlns:a16="http://schemas.microsoft.com/office/drawing/2014/main" id="{D9423BB1-426F-43D9-8EFE-F86CBCF6E146}"/>
                </a:ext>
              </a:extLst>
            </p:cNvPr>
            <p:cNvSpPr>
              <a:spLocks noChangeAspect="1" noEditPoints="1"/>
            </p:cNvSpPr>
            <p:nvPr/>
          </p:nvSpPr>
          <p:spPr bwMode="auto">
            <a:xfrm>
              <a:off x="950966" y="5020486"/>
              <a:ext cx="93930" cy="161766"/>
            </a:xfrm>
            <a:custGeom>
              <a:avLst/>
              <a:gdLst>
                <a:gd name="T0" fmla="*/ 144 w 144"/>
                <a:gd name="T1" fmla="*/ 132 h 248"/>
                <a:gd name="T2" fmla="*/ 72 w 144"/>
                <a:gd name="T3" fmla="*/ 203 h 248"/>
                <a:gd name="T4" fmla="*/ 0 w 144"/>
                <a:gd name="T5" fmla="*/ 132 h 248"/>
                <a:gd name="T6" fmla="*/ 72 w 144"/>
                <a:gd name="T7" fmla="*/ 203 h 248"/>
                <a:gd name="T8" fmla="*/ 72 w 144"/>
                <a:gd name="T9" fmla="*/ 0 h 248"/>
                <a:gd name="T10" fmla="*/ 0 w 144"/>
                <a:gd name="T11" fmla="*/ 248 h 248"/>
                <a:gd name="T12" fmla="*/ 144 w 144"/>
                <a:gd name="T13" fmla="*/ 248 h 248"/>
              </a:gdLst>
              <a:ahLst/>
              <a:cxnLst>
                <a:cxn ang="0">
                  <a:pos x="T0" y="T1"/>
                </a:cxn>
                <a:cxn ang="0">
                  <a:pos x="T2" y="T3"/>
                </a:cxn>
                <a:cxn ang="0">
                  <a:pos x="T4" y="T5"/>
                </a:cxn>
                <a:cxn ang="0">
                  <a:pos x="T6" y="T7"/>
                </a:cxn>
                <a:cxn ang="0">
                  <a:pos x="T8" y="T9"/>
                </a:cxn>
                <a:cxn ang="0">
                  <a:pos x="T10" y="T11"/>
                </a:cxn>
                <a:cxn ang="0">
                  <a:pos x="T12" y="T13"/>
                </a:cxn>
              </a:cxnLst>
              <a:rect l="0" t="0" r="r" b="b"/>
              <a:pathLst>
                <a:path w="144" h="248">
                  <a:moveTo>
                    <a:pt x="144" y="132"/>
                  </a:moveTo>
                  <a:lnTo>
                    <a:pt x="72" y="203"/>
                  </a:lnTo>
                  <a:lnTo>
                    <a:pt x="0" y="132"/>
                  </a:lnTo>
                  <a:moveTo>
                    <a:pt x="72" y="203"/>
                  </a:moveTo>
                  <a:lnTo>
                    <a:pt x="72" y="0"/>
                  </a:lnTo>
                  <a:moveTo>
                    <a:pt x="0" y="248"/>
                  </a:moveTo>
                  <a:lnTo>
                    <a:pt x="144" y="248"/>
                  </a:lnTo>
                </a:path>
              </a:pathLst>
            </a:custGeom>
            <a:noFill/>
            <a:ln w="19050" cap="flat">
              <a:solidFill>
                <a:srgbClr val="FFFFFF"/>
              </a:solidFill>
              <a:prstDash val="solid"/>
              <a:miter lim="800000"/>
              <a:headEnd/>
              <a:tailEnd/>
            </a:ln>
          </p:spPr>
          <p:txBody>
            <a:bodyPr vert="horz" wrap="square" lIns="88604" tIns="44302" rIns="88604" bIns="44302" numCol="1" anchor="t" anchorCtr="0" compatLnSpc="1">
              <a:prstTxWarp prst="textNoShape">
                <a:avLst/>
              </a:prstTxWarp>
            </a:bodyPr>
            <a:lstStyle/>
            <a:p>
              <a:pPr defTabSz="886022"/>
              <a:endParaRPr lang="en-US" sz="872" dirty="0">
                <a:gradFill>
                  <a:gsLst>
                    <a:gs pos="15356">
                      <a:srgbClr val="1A1A1A"/>
                    </a:gs>
                    <a:gs pos="56000">
                      <a:srgbClr val="1A1A1A"/>
                    </a:gs>
                  </a:gsLst>
                  <a:lin ang="5400000" scaled="0"/>
                </a:gradFill>
                <a:latin typeface="Segoe UI" panose="020B0502040204020203" pitchFamily="34" charset="0"/>
              </a:endParaRPr>
            </a:p>
          </p:txBody>
        </p:sp>
      </p:grpSp>
      <p:sp>
        <p:nvSpPr>
          <p:cNvPr id="60" name="Shape &amp; color instruciton text box">
            <a:extLst>
              <a:ext uri="{FF2B5EF4-FFF2-40B4-BE49-F238E27FC236}">
                <a16:creationId xmlns:a16="http://schemas.microsoft.com/office/drawing/2014/main" id="{C2360DC8-3A46-4137-A4F2-FDA24265CA9D}"/>
              </a:ext>
            </a:extLst>
          </p:cNvPr>
          <p:cNvSpPr txBox="1">
            <a:spLocks/>
          </p:cNvSpPr>
          <p:nvPr/>
        </p:nvSpPr>
        <p:spPr>
          <a:xfrm>
            <a:off x="2843458" y="1435100"/>
            <a:ext cx="1965960" cy="1717714"/>
          </a:xfrm>
          <a:prstGeom prst="rect">
            <a:avLst/>
          </a:prstGeom>
        </p:spPr>
        <p:txBody>
          <a:bodyPr lIns="0" tIns="0" rIns="0" bIns="0">
            <a:spAutoFit/>
          </a:bodyPr>
          <a:lstStyle>
            <a:lvl1pPr marL="342900" marR="0" indent="-342900" algn="l" defTabSz="932742" rtl="0" eaLnBrk="1" fontAlgn="auto" latinLnBrk="0" hangingPunct="1">
              <a:lnSpc>
                <a:spcPct val="90000"/>
              </a:lnSpc>
              <a:spcBef>
                <a:spcPct val="20000"/>
              </a:spcBef>
              <a:spcAft>
                <a:spcPts val="0"/>
              </a:spcAft>
              <a:buClrTx/>
              <a:buSzPct val="90000"/>
              <a:buFont typeface="Arial" pitchFamily="34" charset="0"/>
              <a:buChar char="•"/>
              <a:tabLst/>
              <a:defRPr sz="4000" kern="1200" spc="0" baseline="0">
                <a:gradFill>
                  <a:gsLst>
                    <a:gs pos="1250">
                      <a:schemeClr val="tx1"/>
                    </a:gs>
                    <a:gs pos="100000">
                      <a:schemeClr val="tx1"/>
                    </a:gs>
                  </a:gsLst>
                  <a:lin ang="5400000" scaled="0"/>
                </a:gradFill>
                <a:latin typeface="+mj-lt"/>
                <a:ea typeface="+mn-ea"/>
                <a:cs typeface="+mn-cs"/>
              </a:defRPr>
            </a:lvl1pPr>
            <a:lvl2pPr marL="584200" marR="0" indent="-241300" algn="l" defTabSz="932742" rtl="0" eaLnBrk="1" fontAlgn="auto" latinLnBrk="0" hangingPunct="1">
              <a:lnSpc>
                <a:spcPct val="90000"/>
              </a:lnSpc>
              <a:spcBef>
                <a:spcPct val="20000"/>
              </a:spcBef>
              <a:spcAft>
                <a:spcPts val="0"/>
              </a:spcAft>
              <a:buClrTx/>
              <a:buSzPct val="90000"/>
              <a:buFont typeface="Arial" pitchFamily="34" charset="0"/>
              <a:buChar char="•"/>
              <a:tabLst/>
              <a:defRPr sz="2400" kern="1200" spc="0" baseline="0">
                <a:gradFill>
                  <a:gsLst>
                    <a:gs pos="1250">
                      <a:schemeClr val="tx1"/>
                    </a:gs>
                    <a:gs pos="100000">
                      <a:schemeClr val="tx1"/>
                    </a:gs>
                  </a:gsLst>
                  <a:lin ang="5400000" scaled="0"/>
                </a:gradFill>
                <a:latin typeface="+mn-lt"/>
                <a:ea typeface="+mn-ea"/>
                <a:cs typeface="+mn-cs"/>
              </a:defRPr>
            </a:lvl2pPr>
            <a:lvl3pPr marL="800100" marR="0" indent="-228600" algn="l" defTabSz="932742" rtl="0" eaLnBrk="1" fontAlgn="auto" latinLnBrk="0" hangingPunct="1">
              <a:lnSpc>
                <a:spcPct val="90000"/>
              </a:lnSpc>
              <a:spcBef>
                <a:spcPct val="20000"/>
              </a:spcBef>
              <a:spcAft>
                <a:spcPts val="0"/>
              </a:spcAft>
              <a:buClrTx/>
              <a:buSzPct val="90000"/>
              <a:buFont typeface="Arial" pitchFamily="34" charset="0"/>
              <a:buChar char="•"/>
              <a:tabLst/>
              <a:defRPr sz="2400" kern="1200" spc="0" baseline="0">
                <a:gradFill>
                  <a:gsLst>
                    <a:gs pos="1250">
                      <a:schemeClr val="tx1"/>
                    </a:gs>
                    <a:gs pos="100000">
                      <a:schemeClr val="tx1"/>
                    </a:gs>
                  </a:gsLst>
                  <a:lin ang="5400000" scaled="0"/>
                </a:gradFill>
                <a:latin typeface="+mn-lt"/>
                <a:ea typeface="+mn-ea"/>
                <a:cs typeface="+mn-cs"/>
              </a:defRPr>
            </a:lvl3pPr>
            <a:lvl4pPr marL="1028700" marR="0" indent="-228600" algn="l" defTabSz="932742" rtl="0" eaLnBrk="1" fontAlgn="auto" latinLnBrk="0" hangingPunct="1">
              <a:lnSpc>
                <a:spcPct val="90000"/>
              </a:lnSpc>
              <a:spcBef>
                <a:spcPct val="20000"/>
              </a:spcBef>
              <a:spcAft>
                <a:spcPts val="0"/>
              </a:spcAft>
              <a:buClrTx/>
              <a:buSzPct val="90000"/>
              <a:buFont typeface="Arial" pitchFamily="34" charset="0"/>
              <a:buChar char="•"/>
              <a:tabLst/>
              <a:defRPr sz="2000" kern="1200" spc="0" baseline="0">
                <a:gradFill>
                  <a:gsLst>
                    <a:gs pos="1250">
                      <a:schemeClr val="tx1"/>
                    </a:gs>
                    <a:gs pos="100000">
                      <a:schemeClr val="tx1"/>
                    </a:gs>
                  </a:gsLst>
                  <a:lin ang="5400000" scaled="0"/>
                </a:gradFill>
                <a:latin typeface="+mn-lt"/>
                <a:ea typeface="+mn-ea"/>
                <a:cs typeface="+mn-cs"/>
              </a:defRPr>
            </a:lvl4pPr>
            <a:lvl5pPr marL="1257300" marR="0" indent="-228600" algn="l" defTabSz="932742" rtl="0" eaLnBrk="1" fontAlgn="auto" latinLnBrk="0" hangingPunct="1">
              <a:lnSpc>
                <a:spcPct val="90000"/>
              </a:lnSpc>
              <a:spcBef>
                <a:spcPct val="20000"/>
              </a:spcBef>
              <a:spcAft>
                <a:spcPts val="0"/>
              </a:spcAft>
              <a:buClrTx/>
              <a:buSzPct val="90000"/>
              <a:buFont typeface="Arial" pitchFamily="34" charset="0"/>
              <a:buChar char="•"/>
              <a:tabLst/>
              <a:defRPr sz="20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defTabSz="914367">
              <a:lnSpc>
                <a:spcPct val="100000"/>
              </a:lnSpc>
              <a:spcBef>
                <a:spcPts val="0"/>
              </a:spcBef>
              <a:spcAft>
                <a:spcPts val="600"/>
              </a:spcAft>
              <a:buNone/>
              <a:defRPr/>
            </a:pPr>
            <a:r>
              <a:rPr lang="en-US" sz="1600" b="1" dirty="0">
                <a:solidFill>
                  <a:schemeClr val="tx1"/>
                </a:solidFill>
                <a:latin typeface="+mn-lt"/>
                <a:cs typeface="Segoe UI Semibold" panose="020B0702040204020203" pitchFamily="34" charset="0"/>
              </a:rPr>
              <a:t>Shape and color</a:t>
            </a:r>
          </a:p>
          <a:p>
            <a:pPr marL="0" indent="0" defTabSz="903827">
              <a:lnSpc>
                <a:spcPct val="100000"/>
              </a:lnSpc>
              <a:spcBef>
                <a:spcPts val="775"/>
              </a:spcBef>
              <a:buNone/>
              <a:defRPr/>
            </a:pPr>
            <a:r>
              <a:rPr lang="en-US" sz="1200" dirty="0">
                <a:solidFill>
                  <a:schemeClr val="tx1"/>
                </a:solidFill>
                <a:latin typeface="Segoe UI" panose="020B0502040204020203" pitchFamily="34" charset="0"/>
                <a:cs typeface="Segoe UI" panose="020B0502040204020203" pitchFamily="34" charset="0"/>
              </a:rPr>
              <a:t>Use different shapes with a legend to indicate statuses to accommodate for color blindness</a:t>
            </a:r>
          </a:p>
          <a:p>
            <a:pPr marL="0" indent="0" defTabSz="903827">
              <a:lnSpc>
                <a:spcPct val="100000"/>
              </a:lnSpc>
              <a:spcBef>
                <a:spcPts val="1163"/>
              </a:spcBef>
              <a:buNone/>
              <a:defRPr/>
            </a:pPr>
            <a:r>
              <a:rPr lang="en-US" sz="1200" b="1" dirty="0">
                <a:solidFill>
                  <a:schemeClr val="tx1"/>
                </a:solidFill>
                <a:latin typeface="Segoe UI" panose="020B0502040204020203" pitchFamily="34" charset="0"/>
                <a:cs typeface="Segoe UI" panose="020B0502040204020203" pitchFamily="34" charset="0"/>
              </a:rPr>
              <a:t>Example: </a:t>
            </a:r>
          </a:p>
          <a:p>
            <a:pPr marL="0" indent="0" defTabSz="903827">
              <a:lnSpc>
                <a:spcPct val="100000"/>
              </a:lnSpc>
              <a:buNone/>
              <a:defRPr/>
            </a:pPr>
            <a:endParaRPr lang="en-US" sz="1163" dirty="0">
              <a:gradFill>
                <a:gsLst>
                  <a:gs pos="15356">
                    <a:srgbClr val="1A1A1A"/>
                  </a:gs>
                  <a:gs pos="56000">
                    <a:srgbClr val="1A1A1A"/>
                  </a:gs>
                </a:gsLst>
                <a:lin ang="5400000" scaled="0"/>
              </a:gradFill>
              <a:latin typeface="Segoe UI" panose="020B0502040204020203" pitchFamily="34" charset="0"/>
            </a:endParaRPr>
          </a:p>
        </p:txBody>
      </p:sp>
      <p:grpSp>
        <p:nvGrpSpPr>
          <p:cNvPr id="61" name="Shape usage example" descr="Demonstration of using both shape and color to identify different entities. &#10;&#10;This is a light grey box with three lines of text that read Subject 1 with a green circle next to it, Subject 2 with a yellow triangle, and Subject 3 with a red X. Each shape has a corresponding category assigned in a key at the bottom of the graphic. The green circle is titled C1, yellow triangle titled C2, and red X titled C3.">
            <a:extLst>
              <a:ext uri="{FF2B5EF4-FFF2-40B4-BE49-F238E27FC236}">
                <a16:creationId xmlns:a16="http://schemas.microsoft.com/office/drawing/2014/main" id="{3870E2D4-BB05-4292-8B2C-684463A840EA}"/>
              </a:ext>
            </a:extLst>
          </p:cNvPr>
          <p:cNvGrpSpPr/>
          <p:nvPr/>
        </p:nvGrpSpPr>
        <p:grpSpPr>
          <a:xfrm>
            <a:off x="2835881" y="3026393"/>
            <a:ext cx="1969570" cy="1878339"/>
            <a:chOff x="2835115" y="4084309"/>
            <a:chExt cx="2012787" cy="1919555"/>
          </a:xfrm>
        </p:grpSpPr>
        <p:sp>
          <p:nvSpPr>
            <p:cNvPr id="62" name="Background and text">
              <a:hlinkClick r:id="rId4"/>
              <a:extLst>
                <a:ext uri="{FF2B5EF4-FFF2-40B4-BE49-F238E27FC236}">
                  <a16:creationId xmlns:a16="http://schemas.microsoft.com/office/drawing/2014/main" id="{6A4B7AA5-AB2E-45C8-9D8A-BDE9E243F04F}"/>
                </a:ext>
              </a:extLst>
            </p:cNvPr>
            <p:cNvSpPr txBox="1">
              <a:spLocks/>
            </p:cNvSpPr>
            <p:nvPr/>
          </p:nvSpPr>
          <p:spPr>
            <a:xfrm>
              <a:off x="2835115" y="4084309"/>
              <a:ext cx="2012787" cy="1919555"/>
            </a:xfrm>
            <a:prstGeom prst="rect">
              <a:avLst/>
            </a:prstGeom>
            <a:solidFill>
              <a:srgbClr val="FFFFFF"/>
            </a:solidFill>
            <a:ln>
              <a:solidFill>
                <a:schemeClr val="tx1"/>
              </a:solidFill>
            </a:ln>
          </p:spPr>
          <p:txBody>
            <a:bodyPr wrap="square" lIns="177207" tIns="141766" rIns="177207" bIns="141766" anchor="t">
              <a:noAutofit/>
            </a:bodyPr>
            <a:lstStyle>
              <a:lvl1pPr marL="342900" marR="0" indent="-342900" algn="l" defTabSz="932742" rtl="0" eaLnBrk="1" fontAlgn="auto" latinLnBrk="0" hangingPunct="1">
                <a:lnSpc>
                  <a:spcPct val="90000"/>
                </a:lnSpc>
                <a:spcBef>
                  <a:spcPct val="20000"/>
                </a:spcBef>
                <a:spcAft>
                  <a:spcPts val="0"/>
                </a:spcAft>
                <a:buClrTx/>
                <a:buSzPct val="90000"/>
                <a:buFont typeface="Arial" pitchFamily="34" charset="0"/>
                <a:buChar char="•"/>
                <a:tabLst/>
                <a:defRPr sz="4000" kern="1200" spc="0" baseline="0">
                  <a:gradFill>
                    <a:gsLst>
                      <a:gs pos="1250">
                        <a:schemeClr val="tx1"/>
                      </a:gs>
                      <a:gs pos="100000">
                        <a:schemeClr val="tx1"/>
                      </a:gs>
                    </a:gsLst>
                    <a:lin ang="5400000" scaled="0"/>
                  </a:gradFill>
                  <a:latin typeface="+mj-lt"/>
                  <a:ea typeface="+mn-ea"/>
                  <a:cs typeface="+mn-cs"/>
                </a:defRPr>
              </a:lvl1pPr>
              <a:lvl2pPr marL="584200" marR="0" indent="-241300" algn="l" defTabSz="932742" rtl="0" eaLnBrk="1" fontAlgn="auto" latinLnBrk="0" hangingPunct="1">
                <a:lnSpc>
                  <a:spcPct val="90000"/>
                </a:lnSpc>
                <a:spcBef>
                  <a:spcPct val="20000"/>
                </a:spcBef>
                <a:spcAft>
                  <a:spcPts val="0"/>
                </a:spcAft>
                <a:buClrTx/>
                <a:buSzPct val="90000"/>
                <a:buFont typeface="Arial" pitchFamily="34" charset="0"/>
                <a:buChar char="•"/>
                <a:tabLst/>
                <a:defRPr sz="2400" kern="1200" spc="0" baseline="0">
                  <a:gradFill>
                    <a:gsLst>
                      <a:gs pos="1250">
                        <a:schemeClr val="tx1"/>
                      </a:gs>
                      <a:gs pos="100000">
                        <a:schemeClr val="tx1"/>
                      </a:gs>
                    </a:gsLst>
                    <a:lin ang="5400000" scaled="0"/>
                  </a:gradFill>
                  <a:latin typeface="+mn-lt"/>
                  <a:ea typeface="+mn-ea"/>
                  <a:cs typeface="+mn-cs"/>
                </a:defRPr>
              </a:lvl2pPr>
              <a:lvl3pPr marL="800100" marR="0" indent="-228600" algn="l" defTabSz="932742" rtl="0" eaLnBrk="1" fontAlgn="auto" latinLnBrk="0" hangingPunct="1">
                <a:lnSpc>
                  <a:spcPct val="90000"/>
                </a:lnSpc>
                <a:spcBef>
                  <a:spcPct val="20000"/>
                </a:spcBef>
                <a:spcAft>
                  <a:spcPts val="0"/>
                </a:spcAft>
                <a:buClrTx/>
                <a:buSzPct val="90000"/>
                <a:buFont typeface="Arial" pitchFamily="34" charset="0"/>
                <a:buChar char="•"/>
                <a:tabLst/>
                <a:defRPr sz="2400" kern="1200" spc="0" baseline="0">
                  <a:gradFill>
                    <a:gsLst>
                      <a:gs pos="1250">
                        <a:schemeClr val="tx1"/>
                      </a:gs>
                      <a:gs pos="100000">
                        <a:schemeClr val="tx1"/>
                      </a:gs>
                    </a:gsLst>
                    <a:lin ang="5400000" scaled="0"/>
                  </a:gradFill>
                  <a:latin typeface="+mn-lt"/>
                  <a:ea typeface="+mn-ea"/>
                  <a:cs typeface="+mn-cs"/>
                </a:defRPr>
              </a:lvl3pPr>
              <a:lvl4pPr marL="1028700" marR="0" indent="-228600" algn="l" defTabSz="932742" rtl="0" eaLnBrk="1" fontAlgn="auto" latinLnBrk="0" hangingPunct="1">
                <a:lnSpc>
                  <a:spcPct val="90000"/>
                </a:lnSpc>
                <a:spcBef>
                  <a:spcPct val="20000"/>
                </a:spcBef>
                <a:spcAft>
                  <a:spcPts val="0"/>
                </a:spcAft>
                <a:buClrTx/>
                <a:buSzPct val="90000"/>
                <a:buFont typeface="Arial" pitchFamily="34" charset="0"/>
                <a:buChar char="•"/>
                <a:tabLst/>
                <a:defRPr sz="2000" kern="1200" spc="0" baseline="0">
                  <a:gradFill>
                    <a:gsLst>
                      <a:gs pos="1250">
                        <a:schemeClr val="tx1"/>
                      </a:gs>
                      <a:gs pos="100000">
                        <a:schemeClr val="tx1"/>
                      </a:gs>
                    </a:gsLst>
                    <a:lin ang="5400000" scaled="0"/>
                  </a:gradFill>
                  <a:latin typeface="+mn-lt"/>
                  <a:ea typeface="+mn-ea"/>
                  <a:cs typeface="+mn-cs"/>
                </a:defRPr>
              </a:lvl4pPr>
              <a:lvl5pPr marL="1257300" marR="0" indent="-228600" algn="l" defTabSz="932742" rtl="0" eaLnBrk="1" fontAlgn="auto" latinLnBrk="0" hangingPunct="1">
                <a:lnSpc>
                  <a:spcPct val="90000"/>
                </a:lnSpc>
                <a:spcBef>
                  <a:spcPct val="20000"/>
                </a:spcBef>
                <a:spcAft>
                  <a:spcPts val="0"/>
                </a:spcAft>
                <a:buClrTx/>
                <a:buSzPct val="90000"/>
                <a:buFont typeface="Arial" pitchFamily="34" charset="0"/>
                <a:buChar char="•"/>
                <a:tabLst/>
                <a:defRPr sz="20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defTabSz="903827">
                <a:lnSpc>
                  <a:spcPct val="200000"/>
                </a:lnSpc>
                <a:spcBef>
                  <a:spcPts val="0"/>
                </a:spcBef>
                <a:spcAft>
                  <a:spcPts val="581"/>
                </a:spcAft>
                <a:buNone/>
                <a:defRPr/>
              </a:pPr>
              <a:r>
                <a:rPr lang="en-US" sz="1066" b="1" dirty="0">
                  <a:gradFill>
                    <a:gsLst>
                      <a:gs pos="15356">
                        <a:srgbClr val="1A1A1A"/>
                      </a:gs>
                      <a:gs pos="56000">
                        <a:srgbClr val="1A1A1A"/>
                      </a:gs>
                    </a:gsLst>
                    <a:lin ang="5400000" scaled="0"/>
                  </a:gradFill>
                  <a:latin typeface="Segoe UI" panose="020B0502040204020203" pitchFamily="34" charset="0"/>
                </a:rPr>
                <a:t>Subject 1</a:t>
              </a:r>
            </a:p>
            <a:p>
              <a:pPr marL="0" indent="0" defTabSz="903827">
                <a:lnSpc>
                  <a:spcPct val="200000"/>
                </a:lnSpc>
                <a:spcBef>
                  <a:spcPts val="0"/>
                </a:spcBef>
                <a:spcAft>
                  <a:spcPts val="581"/>
                </a:spcAft>
                <a:buNone/>
                <a:defRPr/>
              </a:pPr>
              <a:r>
                <a:rPr lang="en-US" sz="1066" b="1" dirty="0">
                  <a:gradFill>
                    <a:gsLst>
                      <a:gs pos="15356">
                        <a:srgbClr val="1A1A1A"/>
                      </a:gs>
                      <a:gs pos="56000">
                        <a:srgbClr val="1A1A1A"/>
                      </a:gs>
                    </a:gsLst>
                    <a:lin ang="5400000" scaled="0"/>
                  </a:gradFill>
                  <a:latin typeface="Segoe UI" panose="020B0502040204020203" pitchFamily="34" charset="0"/>
                </a:rPr>
                <a:t>Subject 2</a:t>
              </a:r>
            </a:p>
            <a:p>
              <a:pPr marL="0" indent="0" defTabSz="903827">
                <a:lnSpc>
                  <a:spcPct val="200000"/>
                </a:lnSpc>
                <a:spcBef>
                  <a:spcPts val="0"/>
                </a:spcBef>
                <a:spcAft>
                  <a:spcPts val="581"/>
                </a:spcAft>
                <a:buNone/>
                <a:defRPr/>
              </a:pPr>
              <a:r>
                <a:rPr lang="en-US" sz="1066" b="1" dirty="0">
                  <a:gradFill>
                    <a:gsLst>
                      <a:gs pos="15356">
                        <a:srgbClr val="1A1A1A"/>
                      </a:gs>
                      <a:gs pos="56000">
                        <a:srgbClr val="1A1A1A"/>
                      </a:gs>
                    </a:gsLst>
                    <a:lin ang="5400000" scaled="0"/>
                  </a:gradFill>
                  <a:latin typeface="Segoe UI" panose="020B0502040204020203" pitchFamily="34" charset="0"/>
                </a:rPr>
                <a:t>Subject 3</a:t>
              </a:r>
            </a:p>
          </p:txBody>
        </p:sp>
        <p:grpSp>
          <p:nvGrpSpPr>
            <p:cNvPr id="63" name="Group 62">
              <a:extLst>
                <a:ext uri="{FF2B5EF4-FFF2-40B4-BE49-F238E27FC236}">
                  <a16:creationId xmlns:a16="http://schemas.microsoft.com/office/drawing/2014/main" id="{44044DA5-FA1B-4F48-9EAA-783D9941E3F6}"/>
                </a:ext>
              </a:extLst>
            </p:cNvPr>
            <p:cNvGrpSpPr/>
            <p:nvPr/>
          </p:nvGrpSpPr>
          <p:grpSpPr>
            <a:xfrm>
              <a:off x="3016089" y="4633595"/>
              <a:ext cx="1603535" cy="830385"/>
              <a:chOff x="3016090" y="4740275"/>
              <a:chExt cx="1578136" cy="830385"/>
            </a:xfrm>
          </p:grpSpPr>
          <p:cxnSp>
            <p:nvCxnSpPr>
              <p:cNvPr id="75" name="Top horizontal seperator">
                <a:extLst>
                  <a:ext uri="{FF2B5EF4-FFF2-40B4-BE49-F238E27FC236}">
                    <a16:creationId xmlns:a16="http://schemas.microsoft.com/office/drawing/2014/main" id="{AEA6491A-6412-48D9-9472-A6770D45F5C2}"/>
                  </a:ext>
                  <a:ext uri="{C183D7F6-B498-43B3-948B-1728B52AA6E4}">
                    <adec:decorative xmlns:adec="http://schemas.microsoft.com/office/drawing/2017/decorative" val="1"/>
                  </a:ext>
                </a:extLst>
              </p:cNvPr>
              <p:cNvCxnSpPr>
                <a:cxnSpLocks/>
              </p:cNvCxnSpPr>
              <p:nvPr/>
            </p:nvCxnSpPr>
            <p:spPr>
              <a:xfrm>
                <a:off x="3016090" y="4740275"/>
                <a:ext cx="1578136" cy="0"/>
              </a:xfrm>
              <a:prstGeom prst="line">
                <a:avLst/>
              </a:prstGeom>
              <a:ln>
                <a:solidFill>
                  <a:srgbClr val="969696"/>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74" name="Middle horizontal seperator">
                <a:extLst>
                  <a:ext uri="{FF2B5EF4-FFF2-40B4-BE49-F238E27FC236}">
                    <a16:creationId xmlns:a16="http://schemas.microsoft.com/office/drawing/2014/main" id="{4DC437DA-FE75-4947-B72F-FAA661F5E200}"/>
                  </a:ext>
                  <a:ext uri="{C183D7F6-B498-43B3-948B-1728B52AA6E4}">
                    <adec:decorative xmlns:adec="http://schemas.microsoft.com/office/drawing/2017/decorative" val="1"/>
                  </a:ext>
                </a:extLst>
              </p:cNvPr>
              <p:cNvCxnSpPr>
                <a:cxnSpLocks/>
              </p:cNvCxnSpPr>
              <p:nvPr/>
            </p:nvCxnSpPr>
            <p:spPr>
              <a:xfrm>
                <a:off x="3016090" y="5155467"/>
                <a:ext cx="1578136" cy="0"/>
              </a:xfrm>
              <a:prstGeom prst="line">
                <a:avLst/>
              </a:prstGeom>
              <a:ln>
                <a:solidFill>
                  <a:srgbClr val="969696"/>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73" name="Bottom horizontal seperator">
                <a:extLst>
                  <a:ext uri="{FF2B5EF4-FFF2-40B4-BE49-F238E27FC236}">
                    <a16:creationId xmlns:a16="http://schemas.microsoft.com/office/drawing/2014/main" id="{8DE5CF51-EC88-4552-AD5F-23FB8B8AA45E}"/>
                  </a:ext>
                  <a:ext uri="{C183D7F6-B498-43B3-948B-1728B52AA6E4}">
                    <adec:decorative xmlns:adec="http://schemas.microsoft.com/office/drawing/2017/decorative" val="1"/>
                  </a:ext>
                </a:extLst>
              </p:cNvPr>
              <p:cNvCxnSpPr>
                <a:cxnSpLocks/>
              </p:cNvCxnSpPr>
              <p:nvPr/>
            </p:nvCxnSpPr>
            <p:spPr>
              <a:xfrm>
                <a:off x="3016090" y="5570660"/>
                <a:ext cx="1578136" cy="0"/>
              </a:xfrm>
              <a:prstGeom prst="line">
                <a:avLst/>
              </a:prstGeom>
              <a:ln>
                <a:solidFill>
                  <a:srgbClr val="969696"/>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72" name="Example green circle">
              <a:extLst>
                <a:ext uri="{FF2B5EF4-FFF2-40B4-BE49-F238E27FC236}">
                  <a16:creationId xmlns:a16="http://schemas.microsoft.com/office/drawing/2014/main" id="{5CB610F4-9E39-4351-9E1D-639078FFA23D}"/>
                </a:ext>
              </a:extLst>
            </p:cNvPr>
            <p:cNvSpPr/>
            <p:nvPr/>
          </p:nvSpPr>
          <p:spPr bwMode="auto">
            <a:xfrm>
              <a:off x="4363877" y="4379595"/>
              <a:ext cx="111286" cy="111286"/>
            </a:xfrm>
            <a:prstGeom prst="ellipse">
              <a:avLst/>
            </a:prstGeom>
            <a:solidFill>
              <a:srgbClr val="107C10"/>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7207" tIns="141766" rIns="177207" bIns="141766" numCol="1" spcCol="0" rtlCol="0" fromWordArt="0" anchor="t" anchorCtr="0" forceAA="0" compatLnSpc="1">
              <a:prstTxWarp prst="textNoShape">
                <a:avLst/>
              </a:prstTxWarp>
              <a:noAutofit/>
            </a:bodyPr>
            <a:lstStyle/>
            <a:p>
              <a:pPr algn="ctr" defTabSz="903565" fontAlgn="base">
                <a:lnSpc>
                  <a:spcPct val="90000"/>
                </a:lnSpc>
                <a:spcBef>
                  <a:spcPct val="0"/>
                </a:spcBef>
                <a:spcAft>
                  <a:spcPct val="0"/>
                </a:spcAft>
              </a:pPr>
              <a:endParaRPr lang="en-US" sz="2326" dirty="0">
                <a:gradFill>
                  <a:gsLst>
                    <a:gs pos="15356">
                      <a:srgbClr val="1A1A1A"/>
                    </a:gs>
                    <a:gs pos="56000">
                      <a:srgbClr val="1A1A1A"/>
                    </a:gs>
                  </a:gsLst>
                  <a:lin ang="5400000" scaled="0"/>
                </a:gradFill>
                <a:latin typeface="Segoe UI" panose="020B0502040204020203" pitchFamily="34" charset="0"/>
                <a:ea typeface="Segoe UI" pitchFamily="34" charset="0"/>
                <a:cs typeface="Segoe UI" pitchFamily="34" charset="0"/>
              </a:endParaRPr>
            </a:p>
          </p:txBody>
        </p:sp>
        <p:sp>
          <p:nvSpPr>
            <p:cNvPr id="71" name="Example blue triangle">
              <a:extLst>
                <a:ext uri="{FF2B5EF4-FFF2-40B4-BE49-F238E27FC236}">
                  <a16:creationId xmlns:a16="http://schemas.microsoft.com/office/drawing/2014/main" id="{EFD9DC73-1A5E-4EF5-A699-3B02680761FA}"/>
                </a:ext>
              </a:extLst>
            </p:cNvPr>
            <p:cNvSpPr/>
            <p:nvPr/>
          </p:nvSpPr>
          <p:spPr bwMode="auto">
            <a:xfrm>
              <a:off x="4363877" y="4785548"/>
              <a:ext cx="111286" cy="111286"/>
            </a:xfrm>
            <a:prstGeom prst="triangle">
              <a:avLst/>
            </a:prstGeom>
            <a:solidFill>
              <a:srgbClr val="0078D4"/>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7207" tIns="141766" rIns="177207" bIns="141766" numCol="1" spcCol="0" rtlCol="0" fromWordArt="0" anchor="t" anchorCtr="0" forceAA="0" compatLnSpc="1">
              <a:prstTxWarp prst="textNoShape">
                <a:avLst/>
              </a:prstTxWarp>
              <a:noAutofit/>
            </a:bodyPr>
            <a:lstStyle/>
            <a:p>
              <a:pPr algn="ctr" defTabSz="903565" fontAlgn="base">
                <a:lnSpc>
                  <a:spcPct val="90000"/>
                </a:lnSpc>
                <a:spcBef>
                  <a:spcPct val="0"/>
                </a:spcBef>
                <a:spcAft>
                  <a:spcPct val="0"/>
                </a:spcAft>
              </a:pPr>
              <a:endParaRPr lang="en-US" sz="2326" dirty="0">
                <a:gradFill>
                  <a:gsLst>
                    <a:gs pos="15356">
                      <a:srgbClr val="1A1A1A"/>
                    </a:gs>
                    <a:gs pos="56000">
                      <a:srgbClr val="1A1A1A"/>
                    </a:gs>
                  </a:gsLst>
                  <a:lin ang="5400000" scaled="0"/>
                </a:gradFill>
                <a:latin typeface="Segoe UI" panose="020B0502040204020203" pitchFamily="34" charset="0"/>
                <a:ea typeface="Segoe UI" pitchFamily="34" charset="0"/>
                <a:cs typeface="Segoe UI" pitchFamily="34" charset="0"/>
              </a:endParaRPr>
            </a:p>
          </p:txBody>
        </p:sp>
        <p:sp>
          <p:nvSpPr>
            <p:cNvPr id="70" name="Example red X">
              <a:extLst>
                <a:ext uri="{FF2B5EF4-FFF2-40B4-BE49-F238E27FC236}">
                  <a16:creationId xmlns:a16="http://schemas.microsoft.com/office/drawing/2014/main" id="{3E1E1946-154C-47E3-86A8-1553499C78A8}"/>
                </a:ext>
              </a:extLst>
            </p:cNvPr>
            <p:cNvSpPr/>
            <p:nvPr/>
          </p:nvSpPr>
          <p:spPr bwMode="auto">
            <a:xfrm rot="2700000">
              <a:off x="4363877" y="5200740"/>
              <a:ext cx="111286" cy="111286"/>
            </a:xfrm>
            <a:prstGeom prst="plus">
              <a:avLst>
                <a:gd name="adj" fmla="val 37839"/>
              </a:avLst>
            </a:prstGeom>
            <a:solidFill>
              <a:srgbClr val="C00000"/>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7207" tIns="141766" rIns="177207" bIns="141766" numCol="1" spcCol="0" rtlCol="0" fromWordArt="0" anchor="t" anchorCtr="0" forceAA="0" compatLnSpc="1">
              <a:prstTxWarp prst="textNoShape">
                <a:avLst/>
              </a:prstTxWarp>
              <a:noAutofit/>
            </a:bodyPr>
            <a:lstStyle/>
            <a:p>
              <a:pPr algn="ctr" defTabSz="903565" fontAlgn="base">
                <a:lnSpc>
                  <a:spcPct val="90000"/>
                </a:lnSpc>
                <a:spcBef>
                  <a:spcPct val="0"/>
                </a:spcBef>
                <a:spcAft>
                  <a:spcPct val="0"/>
                </a:spcAft>
              </a:pPr>
              <a:endParaRPr lang="en-US" sz="2326" dirty="0">
                <a:gradFill>
                  <a:gsLst>
                    <a:gs pos="15356">
                      <a:srgbClr val="1A1A1A"/>
                    </a:gs>
                    <a:gs pos="56000">
                      <a:srgbClr val="1A1A1A"/>
                    </a:gs>
                  </a:gsLst>
                  <a:lin ang="5400000" scaled="0"/>
                </a:gradFill>
                <a:latin typeface="Segoe UI" panose="020B0502040204020203" pitchFamily="34" charset="0"/>
                <a:ea typeface="Segoe UI" pitchFamily="34" charset="0"/>
                <a:cs typeface="Segoe UI" pitchFamily="34" charset="0"/>
              </a:endParaRPr>
            </a:p>
          </p:txBody>
        </p:sp>
        <p:sp>
          <p:nvSpPr>
            <p:cNvPr id="69" name="Legend green circle">
              <a:extLst>
                <a:ext uri="{FF2B5EF4-FFF2-40B4-BE49-F238E27FC236}">
                  <a16:creationId xmlns:a16="http://schemas.microsoft.com/office/drawing/2014/main" id="{457BB82C-CE20-4597-88E3-60F2DAF3D41E}"/>
                </a:ext>
              </a:extLst>
            </p:cNvPr>
            <p:cNvSpPr/>
            <p:nvPr/>
          </p:nvSpPr>
          <p:spPr bwMode="auto">
            <a:xfrm>
              <a:off x="3025614" y="5661498"/>
              <a:ext cx="111286" cy="111286"/>
            </a:xfrm>
            <a:prstGeom prst="ellipse">
              <a:avLst/>
            </a:prstGeom>
            <a:solidFill>
              <a:srgbClr val="107C10"/>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7207" tIns="141766" rIns="177207" bIns="141766" numCol="1" spcCol="0" rtlCol="0" fromWordArt="0" anchor="t" anchorCtr="0" forceAA="0" compatLnSpc="1">
              <a:prstTxWarp prst="textNoShape">
                <a:avLst/>
              </a:prstTxWarp>
              <a:noAutofit/>
            </a:bodyPr>
            <a:lstStyle/>
            <a:p>
              <a:pPr algn="ctr" defTabSz="903565" fontAlgn="base">
                <a:lnSpc>
                  <a:spcPct val="90000"/>
                </a:lnSpc>
                <a:spcBef>
                  <a:spcPct val="0"/>
                </a:spcBef>
                <a:spcAft>
                  <a:spcPct val="0"/>
                </a:spcAft>
              </a:pPr>
              <a:endParaRPr lang="en-US" sz="2326" dirty="0">
                <a:gradFill>
                  <a:gsLst>
                    <a:gs pos="15356">
                      <a:srgbClr val="1A1A1A"/>
                    </a:gs>
                    <a:gs pos="56000">
                      <a:srgbClr val="1A1A1A"/>
                    </a:gs>
                  </a:gsLst>
                  <a:lin ang="5400000" scaled="0"/>
                </a:gradFill>
                <a:latin typeface="Segoe UI" panose="020B0502040204020203" pitchFamily="34" charset="0"/>
                <a:ea typeface="Segoe UI" pitchFamily="34" charset="0"/>
                <a:cs typeface="Segoe UI" pitchFamily="34" charset="0"/>
              </a:endParaRPr>
            </a:p>
          </p:txBody>
        </p:sp>
        <p:sp>
          <p:nvSpPr>
            <p:cNvPr id="68" name="Legend green circle label">
              <a:extLst>
                <a:ext uri="{FF2B5EF4-FFF2-40B4-BE49-F238E27FC236}">
                  <a16:creationId xmlns:a16="http://schemas.microsoft.com/office/drawing/2014/main" id="{53BDBD52-F752-4F48-9135-3E49279B23BC}"/>
                </a:ext>
              </a:extLst>
            </p:cNvPr>
            <p:cNvSpPr txBox="1">
              <a:spLocks/>
            </p:cNvSpPr>
            <p:nvPr/>
          </p:nvSpPr>
          <p:spPr>
            <a:xfrm>
              <a:off x="3025614" y="5490006"/>
              <a:ext cx="652731" cy="454270"/>
            </a:xfrm>
            <a:prstGeom prst="rect">
              <a:avLst/>
            </a:prstGeom>
          </p:spPr>
          <p:txBody>
            <a:bodyPr lIns="177207" tIns="141766" rIns="177207" bIns="141766"/>
            <a:lstStyle>
              <a:lvl1pPr marL="342900" marR="0" indent="-342900" algn="l" defTabSz="932742" rtl="0" eaLnBrk="1" fontAlgn="auto" latinLnBrk="0" hangingPunct="1">
                <a:lnSpc>
                  <a:spcPct val="90000"/>
                </a:lnSpc>
                <a:spcBef>
                  <a:spcPct val="20000"/>
                </a:spcBef>
                <a:spcAft>
                  <a:spcPts val="0"/>
                </a:spcAft>
                <a:buClrTx/>
                <a:buSzPct val="90000"/>
                <a:buFont typeface="Arial" pitchFamily="34" charset="0"/>
                <a:buChar char="•"/>
                <a:tabLst/>
                <a:defRPr sz="4000" kern="1200" spc="0" baseline="0">
                  <a:gradFill>
                    <a:gsLst>
                      <a:gs pos="1250">
                        <a:schemeClr val="tx1"/>
                      </a:gs>
                      <a:gs pos="100000">
                        <a:schemeClr val="tx1"/>
                      </a:gs>
                    </a:gsLst>
                    <a:lin ang="5400000" scaled="0"/>
                  </a:gradFill>
                  <a:latin typeface="+mj-lt"/>
                  <a:ea typeface="+mn-ea"/>
                  <a:cs typeface="+mn-cs"/>
                </a:defRPr>
              </a:lvl1pPr>
              <a:lvl2pPr marL="584200" marR="0" indent="-241300" algn="l" defTabSz="932742" rtl="0" eaLnBrk="1" fontAlgn="auto" latinLnBrk="0" hangingPunct="1">
                <a:lnSpc>
                  <a:spcPct val="90000"/>
                </a:lnSpc>
                <a:spcBef>
                  <a:spcPct val="20000"/>
                </a:spcBef>
                <a:spcAft>
                  <a:spcPts val="0"/>
                </a:spcAft>
                <a:buClrTx/>
                <a:buSzPct val="90000"/>
                <a:buFont typeface="Arial" pitchFamily="34" charset="0"/>
                <a:buChar char="•"/>
                <a:tabLst/>
                <a:defRPr sz="2400" kern="1200" spc="0" baseline="0">
                  <a:gradFill>
                    <a:gsLst>
                      <a:gs pos="1250">
                        <a:schemeClr val="tx1"/>
                      </a:gs>
                      <a:gs pos="100000">
                        <a:schemeClr val="tx1"/>
                      </a:gs>
                    </a:gsLst>
                    <a:lin ang="5400000" scaled="0"/>
                  </a:gradFill>
                  <a:latin typeface="+mn-lt"/>
                  <a:ea typeface="+mn-ea"/>
                  <a:cs typeface="+mn-cs"/>
                </a:defRPr>
              </a:lvl2pPr>
              <a:lvl3pPr marL="800100" marR="0" indent="-228600" algn="l" defTabSz="932742" rtl="0" eaLnBrk="1" fontAlgn="auto" latinLnBrk="0" hangingPunct="1">
                <a:lnSpc>
                  <a:spcPct val="90000"/>
                </a:lnSpc>
                <a:spcBef>
                  <a:spcPct val="20000"/>
                </a:spcBef>
                <a:spcAft>
                  <a:spcPts val="0"/>
                </a:spcAft>
                <a:buClrTx/>
                <a:buSzPct val="90000"/>
                <a:buFont typeface="Arial" pitchFamily="34" charset="0"/>
                <a:buChar char="•"/>
                <a:tabLst/>
                <a:defRPr sz="2400" kern="1200" spc="0" baseline="0">
                  <a:gradFill>
                    <a:gsLst>
                      <a:gs pos="1250">
                        <a:schemeClr val="tx1"/>
                      </a:gs>
                      <a:gs pos="100000">
                        <a:schemeClr val="tx1"/>
                      </a:gs>
                    </a:gsLst>
                    <a:lin ang="5400000" scaled="0"/>
                  </a:gradFill>
                  <a:latin typeface="+mn-lt"/>
                  <a:ea typeface="+mn-ea"/>
                  <a:cs typeface="+mn-cs"/>
                </a:defRPr>
              </a:lvl3pPr>
              <a:lvl4pPr marL="1028700" marR="0" indent="-228600" algn="l" defTabSz="932742" rtl="0" eaLnBrk="1" fontAlgn="auto" latinLnBrk="0" hangingPunct="1">
                <a:lnSpc>
                  <a:spcPct val="90000"/>
                </a:lnSpc>
                <a:spcBef>
                  <a:spcPct val="20000"/>
                </a:spcBef>
                <a:spcAft>
                  <a:spcPts val="0"/>
                </a:spcAft>
                <a:buClrTx/>
                <a:buSzPct val="90000"/>
                <a:buFont typeface="Arial" pitchFamily="34" charset="0"/>
                <a:buChar char="•"/>
                <a:tabLst/>
                <a:defRPr sz="2000" kern="1200" spc="0" baseline="0">
                  <a:gradFill>
                    <a:gsLst>
                      <a:gs pos="1250">
                        <a:schemeClr val="tx1"/>
                      </a:gs>
                      <a:gs pos="100000">
                        <a:schemeClr val="tx1"/>
                      </a:gs>
                    </a:gsLst>
                    <a:lin ang="5400000" scaled="0"/>
                  </a:gradFill>
                  <a:latin typeface="+mn-lt"/>
                  <a:ea typeface="+mn-ea"/>
                  <a:cs typeface="+mn-cs"/>
                </a:defRPr>
              </a:lvl4pPr>
              <a:lvl5pPr marL="1257300" marR="0" indent="-228600" algn="l" defTabSz="932742" rtl="0" eaLnBrk="1" fontAlgn="auto" latinLnBrk="0" hangingPunct="1">
                <a:lnSpc>
                  <a:spcPct val="90000"/>
                </a:lnSpc>
                <a:spcBef>
                  <a:spcPct val="20000"/>
                </a:spcBef>
                <a:spcAft>
                  <a:spcPts val="0"/>
                </a:spcAft>
                <a:buClrTx/>
                <a:buSzPct val="90000"/>
                <a:buFont typeface="Arial" pitchFamily="34" charset="0"/>
                <a:buChar char="•"/>
                <a:tabLst/>
                <a:defRPr sz="20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defTabSz="903827">
                <a:lnSpc>
                  <a:spcPct val="100000"/>
                </a:lnSpc>
                <a:spcBef>
                  <a:spcPts val="0"/>
                </a:spcBef>
                <a:spcAft>
                  <a:spcPts val="581"/>
                </a:spcAft>
                <a:buNone/>
                <a:defRPr/>
              </a:pPr>
              <a:r>
                <a:rPr lang="en-US" sz="1017" dirty="0">
                  <a:gradFill>
                    <a:gsLst>
                      <a:gs pos="15356">
                        <a:srgbClr val="1A1A1A"/>
                      </a:gs>
                      <a:gs pos="56000">
                        <a:srgbClr val="1A1A1A"/>
                      </a:gs>
                    </a:gsLst>
                    <a:lin ang="5400000" scaled="0"/>
                  </a:gradFill>
                  <a:latin typeface="Segoe UI" panose="020B0502040204020203" pitchFamily="34" charset="0"/>
                </a:rPr>
                <a:t>C1</a:t>
              </a:r>
            </a:p>
          </p:txBody>
        </p:sp>
        <p:sp>
          <p:nvSpPr>
            <p:cNvPr id="67" name="Legend blue triangle">
              <a:extLst>
                <a:ext uri="{FF2B5EF4-FFF2-40B4-BE49-F238E27FC236}">
                  <a16:creationId xmlns:a16="http://schemas.microsoft.com/office/drawing/2014/main" id="{DFF4A861-C7D3-44A7-AAE6-AC402265A3A4}"/>
                </a:ext>
              </a:extLst>
            </p:cNvPr>
            <p:cNvSpPr/>
            <p:nvPr/>
          </p:nvSpPr>
          <p:spPr bwMode="auto">
            <a:xfrm>
              <a:off x="3645474" y="5661498"/>
              <a:ext cx="111286" cy="111286"/>
            </a:xfrm>
            <a:prstGeom prst="triangle">
              <a:avLst/>
            </a:prstGeom>
            <a:solidFill>
              <a:srgbClr val="0078D4"/>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7207" tIns="141766" rIns="177207" bIns="141766" numCol="1" spcCol="0" rtlCol="0" fromWordArt="0" anchor="t" anchorCtr="0" forceAA="0" compatLnSpc="1">
              <a:prstTxWarp prst="textNoShape">
                <a:avLst/>
              </a:prstTxWarp>
              <a:noAutofit/>
            </a:bodyPr>
            <a:lstStyle/>
            <a:p>
              <a:pPr algn="ctr" defTabSz="903565" fontAlgn="base">
                <a:lnSpc>
                  <a:spcPct val="90000"/>
                </a:lnSpc>
                <a:spcBef>
                  <a:spcPct val="0"/>
                </a:spcBef>
                <a:spcAft>
                  <a:spcPct val="0"/>
                </a:spcAft>
              </a:pPr>
              <a:endParaRPr lang="en-US" sz="2326" dirty="0">
                <a:gradFill>
                  <a:gsLst>
                    <a:gs pos="15356">
                      <a:srgbClr val="1A1A1A"/>
                    </a:gs>
                    <a:gs pos="56000">
                      <a:srgbClr val="1A1A1A"/>
                    </a:gs>
                  </a:gsLst>
                  <a:lin ang="5400000" scaled="0"/>
                </a:gradFill>
                <a:latin typeface="Segoe UI" panose="020B0502040204020203" pitchFamily="34" charset="0"/>
                <a:ea typeface="Segoe UI" pitchFamily="34" charset="0"/>
                <a:cs typeface="Segoe UI" pitchFamily="34" charset="0"/>
              </a:endParaRPr>
            </a:p>
          </p:txBody>
        </p:sp>
        <p:sp>
          <p:nvSpPr>
            <p:cNvPr id="66" name="Legend blue triangle label">
              <a:extLst>
                <a:ext uri="{FF2B5EF4-FFF2-40B4-BE49-F238E27FC236}">
                  <a16:creationId xmlns:a16="http://schemas.microsoft.com/office/drawing/2014/main" id="{6225911D-5A72-47CA-98E8-0D988191A3B6}"/>
                </a:ext>
              </a:extLst>
            </p:cNvPr>
            <p:cNvSpPr txBox="1">
              <a:spLocks/>
            </p:cNvSpPr>
            <p:nvPr/>
          </p:nvSpPr>
          <p:spPr>
            <a:xfrm>
              <a:off x="3638569" y="5490006"/>
              <a:ext cx="652731" cy="454270"/>
            </a:xfrm>
            <a:prstGeom prst="rect">
              <a:avLst/>
            </a:prstGeom>
          </p:spPr>
          <p:txBody>
            <a:bodyPr lIns="177207" tIns="141766" rIns="177207" bIns="141766"/>
            <a:lstStyle>
              <a:lvl1pPr marL="342900" marR="0" indent="-342900" algn="l" defTabSz="932742" rtl="0" eaLnBrk="1" fontAlgn="auto" latinLnBrk="0" hangingPunct="1">
                <a:lnSpc>
                  <a:spcPct val="90000"/>
                </a:lnSpc>
                <a:spcBef>
                  <a:spcPct val="20000"/>
                </a:spcBef>
                <a:spcAft>
                  <a:spcPts val="0"/>
                </a:spcAft>
                <a:buClrTx/>
                <a:buSzPct val="90000"/>
                <a:buFont typeface="Arial" pitchFamily="34" charset="0"/>
                <a:buChar char="•"/>
                <a:tabLst/>
                <a:defRPr sz="4000" kern="1200" spc="0" baseline="0">
                  <a:gradFill>
                    <a:gsLst>
                      <a:gs pos="1250">
                        <a:schemeClr val="tx1"/>
                      </a:gs>
                      <a:gs pos="100000">
                        <a:schemeClr val="tx1"/>
                      </a:gs>
                    </a:gsLst>
                    <a:lin ang="5400000" scaled="0"/>
                  </a:gradFill>
                  <a:latin typeface="+mj-lt"/>
                  <a:ea typeface="+mn-ea"/>
                  <a:cs typeface="+mn-cs"/>
                </a:defRPr>
              </a:lvl1pPr>
              <a:lvl2pPr marL="584200" marR="0" indent="-241300" algn="l" defTabSz="932742" rtl="0" eaLnBrk="1" fontAlgn="auto" latinLnBrk="0" hangingPunct="1">
                <a:lnSpc>
                  <a:spcPct val="90000"/>
                </a:lnSpc>
                <a:spcBef>
                  <a:spcPct val="20000"/>
                </a:spcBef>
                <a:spcAft>
                  <a:spcPts val="0"/>
                </a:spcAft>
                <a:buClrTx/>
                <a:buSzPct val="90000"/>
                <a:buFont typeface="Arial" pitchFamily="34" charset="0"/>
                <a:buChar char="•"/>
                <a:tabLst/>
                <a:defRPr sz="2400" kern="1200" spc="0" baseline="0">
                  <a:gradFill>
                    <a:gsLst>
                      <a:gs pos="1250">
                        <a:schemeClr val="tx1"/>
                      </a:gs>
                      <a:gs pos="100000">
                        <a:schemeClr val="tx1"/>
                      </a:gs>
                    </a:gsLst>
                    <a:lin ang="5400000" scaled="0"/>
                  </a:gradFill>
                  <a:latin typeface="+mn-lt"/>
                  <a:ea typeface="+mn-ea"/>
                  <a:cs typeface="+mn-cs"/>
                </a:defRPr>
              </a:lvl2pPr>
              <a:lvl3pPr marL="800100" marR="0" indent="-228600" algn="l" defTabSz="932742" rtl="0" eaLnBrk="1" fontAlgn="auto" latinLnBrk="0" hangingPunct="1">
                <a:lnSpc>
                  <a:spcPct val="90000"/>
                </a:lnSpc>
                <a:spcBef>
                  <a:spcPct val="20000"/>
                </a:spcBef>
                <a:spcAft>
                  <a:spcPts val="0"/>
                </a:spcAft>
                <a:buClrTx/>
                <a:buSzPct val="90000"/>
                <a:buFont typeface="Arial" pitchFamily="34" charset="0"/>
                <a:buChar char="•"/>
                <a:tabLst/>
                <a:defRPr sz="2400" kern="1200" spc="0" baseline="0">
                  <a:gradFill>
                    <a:gsLst>
                      <a:gs pos="1250">
                        <a:schemeClr val="tx1"/>
                      </a:gs>
                      <a:gs pos="100000">
                        <a:schemeClr val="tx1"/>
                      </a:gs>
                    </a:gsLst>
                    <a:lin ang="5400000" scaled="0"/>
                  </a:gradFill>
                  <a:latin typeface="+mn-lt"/>
                  <a:ea typeface="+mn-ea"/>
                  <a:cs typeface="+mn-cs"/>
                </a:defRPr>
              </a:lvl3pPr>
              <a:lvl4pPr marL="1028700" marR="0" indent="-228600" algn="l" defTabSz="932742" rtl="0" eaLnBrk="1" fontAlgn="auto" latinLnBrk="0" hangingPunct="1">
                <a:lnSpc>
                  <a:spcPct val="90000"/>
                </a:lnSpc>
                <a:spcBef>
                  <a:spcPct val="20000"/>
                </a:spcBef>
                <a:spcAft>
                  <a:spcPts val="0"/>
                </a:spcAft>
                <a:buClrTx/>
                <a:buSzPct val="90000"/>
                <a:buFont typeface="Arial" pitchFamily="34" charset="0"/>
                <a:buChar char="•"/>
                <a:tabLst/>
                <a:defRPr sz="2000" kern="1200" spc="0" baseline="0">
                  <a:gradFill>
                    <a:gsLst>
                      <a:gs pos="1250">
                        <a:schemeClr val="tx1"/>
                      </a:gs>
                      <a:gs pos="100000">
                        <a:schemeClr val="tx1"/>
                      </a:gs>
                    </a:gsLst>
                    <a:lin ang="5400000" scaled="0"/>
                  </a:gradFill>
                  <a:latin typeface="+mn-lt"/>
                  <a:ea typeface="+mn-ea"/>
                  <a:cs typeface="+mn-cs"/>
                </a:defRPr>
              </a:lvl4pPr>
              <a:lvl5pPr marL="1257300" marR="0" indent="-228600" algn="l" defTabSz="932742" rtl="0" eaLnBrk="1" fontAlgn="auto" latinLnBrk="0" hangingPunct="1">
                <a:lnSpc>
                  <a:spcPct val="90000"/>
                </a:lnSpc>
                <a:spcBef>
                  <a:spcPct val="20000"/>
                </a:spcBef>
                <a:spcAft>
                  <a:spcPts val="0"/>
                </a:spcAft>
                <a:buClrTx/>
                <a:buSzPct val="90000"/>
                <a:buFont typeface="Arial" pitchFamily="34" charset="0"/>
                <a:buChar char="•"/>
                <a:tabLst/>
                <a:defRPr sz="20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defTabSz="903827">
                <a:lnSpc>
                  <a:spcPct val="100000"/>
                </a:lnSpc>
                <a:spcBef>
                  <a:spcPts val="0"/>
                </a:spcBef>
                <a:spcAft>
                  <a:spcPts val="581"/>
                </a:spcAft>
                <a:buNone/>
                <a:defRPr/>
              </a:pPr>
              <a:r>
                <a:rPr lang="en-US" sz="1017" dirty="0">
                  <a:gradFill>
                    <a:gsLst>
                      <a:gs pos="15356">
                        <a:srgbClr val="1A1A1A"/>
                      </a:gs>
                      <a:gs pos="56000">
                        <a:srgbClr val="1A1A1A"/>
                      </a:gs>
                    </a:gsLst>
                    <a:lin ang="5400000" scaled="0"/>
                  </a:gradFill>
                  <a:latin typeface="Segoe UI" panose="020B0502040204020203" pitchFamily="34" charset="0"/>
                </a:rPr>
                <a:t>C2</a:t>
              </a:r>
            </a:p>
          </p:txBody>
        </p:sp>
        <p:sp>
          <p:nvSpPr>
            <p:cNvPr id="65" name="Legend red X">
              <a:extLst>
                <a:ext uri="{FF2B5EF4-FFF2-40B4-BE49-F238E27FC236}">
                  <a16:creationId xmlns:a16="http://schemas.microsoft.com/office/drawing/2014/main" id="{7CF09216-6727-4F12-A814-68F2639285D4}"/>
                </a:ext>
              </a:extLst>
            </p:cNvPr>
            <p:cNvSpPr/>
            <p:nvPr/>
          </p:nvSpPr>
          <p:spPr bwMode="auto">
            <a:xfrm rot="2700000">
              <a:off x="4276563" y="5661498"/>
              <a:ext cx="111286" cy="111286"/>
            </a:xfrm>
            <a:prstGeom prst="plus">
              <a:avLst>
                <a:gd name="adj" fmla="val 37839"/>
              </a:avLst>
            </a:prstGeom>
            <a:solidFill>
              <a:srgbClr val="C00000"/>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7207" tIns="141766" rIns="177207" bIns="141766" numCol="1" spcCol="0" rtlCol="0" fromWordArt="0" anchor="t" anchorCtr="0" forceAA="0" compatLnSpc="1">
              <a:prstTxWarp prst="textNoShape">
                <a:avLst/>
              </a:prstTxWarp>
              <a:noAutofit/>
            </a:bodyPr>
            <a:lstStyle/>
            <a:p>
              <a:pPr algn="ctr" defTabSz="903565" fontAlgn="base">
                <a:lnSpc>
                  <a:spcPct val="90000"/>
                </a:lnSpc>
                <a:spcBef>
                  <a:spcPct val="0"/>
                </a:spcBef>
                <a:spcAft>
                  <a:spcPct val="0"/>
                </a:spcAft>
              </a:pPr>
              <a:endParaRPr lang="en-US" sz="2326" dirty="0">
                <a:gradFill>
                  <a:gsLst>
                    <a:gs pos="15356">
                      <a:srgbClr val="1A1A1A"/>
                    </a:gs>
                    <a:gs pos="56000">
                      <a:srgbClr val="1A1A1A"/>
                    </a:gs>
                  </a:gsLst>
                  <a:lin ang="5400000" scaled="0"/>
                </a:gradFill>
                <a:latin typeface="Segoe UI" panose="020B0502040204020203" pitchFamily="34" charset="0"/>
                <a:ea typeface="Segoe UI" pitchFamily="34" charset="0"/>
                <a:cs typeface="Segoe UI" pitchFamily="34" charset="0"/>
              </a:endParaRPr>
            </a:p>
          </p:txBody>
        </p:sp>
        <p:sp>
          <p:nvSpPr>
            <p:cNvPr id="64" name="Legend red X label">
              <a:extLst>
                <a:ext uri="{FF2B5EF4-FFF2-40B4-BE49-F238E27FC236}">
                  <a16:creationId xmlns:a16="http://schemas.microsoft.com/office/drawing/2014/main" id="{0EE6D2B5-5EDE-47FF-BD37-3CD823588424}"/>
                </a:ext>
              </a:extLst>
            </p:cNvPr>
            <p:cNvSpPr txBox="1">
              <a:spLocks/>
            </p:cNvSpPr>
            <p:nvPr/>
          </p:nvSpPr>
          <p:spPr>
            <a:xfrm>
              <a:off x="4287555" y="5490006"/>
              <a:ext cx="560347" cy="454270"/>
            </a:xfrm>
            <a:prstGeom prst="rect">
              <a:avLst/>
            </a:prstGeom>
          </p:spPr>
          <p:txBody>
            <a:bodyPr lIns="177207" tIns="141766" rIns="177207" bIns="141766"/>
            <a:lstStyle>
              <a:lvl1pPr marL="342900" marR="0" indent="-342900" algn="l" defTabSz="932742" rtl="0" eaLnBrk="1" fontAlgn="auto" latinLnBrk="0" hangingPunct="1">
                <a:lnSpc>
                  <a:spcPct val="90000"/>
                </a:lnSpc>
                <a:spcBef>
                  <a:spcPct val="20000"/>
                </a:spcBef>
                <a:spcAft>
                  <a:spcPts val="0"/>
                </a:spcAft>
                <a:buClrTx/>
                <a:buSzPct val="90000"/>
                <a:buFont typeface="Arial" pitchFamily="34" charset="0"/>
                <a:buChar char="•"/>
                <a:tabLst/>
                <a:defRPr sz="4000" kern="1200" spc="0" baseline="0">
                  <a:gradFill>
                    <a:gsLst>
                      <a:gs pos="1250">
                        <a:schemeClr val="tx1"/>
                      </a:gs>
                      <a:gs pos="100000">
                        <a:schemeClr val="tx1"/>
                      </a:gs>
                    </a:gsLst>
                    <a:lin ang="5400000" scaled="0"/>
                  </a:gradFill>
                  <a:latin typeface="+mj-lt"/>
                  <a:ea typeface="+mn-ea"/>
                  <a:cs typeface="+mn-cs"/>
                </a:defRPr>
              </a:lvl1pPr>
              <a:lvl2pPr marL="584200" marR="0" indent="-241300" algn="l" defTabSz="932742" rtl="0" eaLnBrk="1" fontAlgn="auto" latinLnBrk="0" hangingPunct="1">
                <a:lnSpc>
                  <a:spcPct val="90000"/>
                </a:lnSpc>
                <a:spcBef>
                  <a:spcPct val="20000"/>
                </a:spcBef>
                <a:spcAft>
                  <a:spcPts val="0"/>
                </a:spcAft>
                <a:buClrTx/>
                <a:buSzPct val="90000"/>
                <a:buFont typeface="Arial" pitchFamily="34" charset="0"/>
                <a:buChar char="•"/>
                <a:tabLst/>
                <a:defRPr sz="2400" kern="1200" spc="0" baseline="0">
                  <a:gradFill>
                    <a:gsLst>
                      <a:gs pos="1250">
                        <a:schemeClr val="tx1"/>
                      </a:gs>
                      <a:gs pos="100000">
                        <a:schemeClr val="tx1"/>
                      </a:gs>
                    </a:gsLst>
                    <a:lin ang="5400000" scaled="0"/>
                  </a:gradFill>
                  <a:latin typeface="+mn-lt"/>
                  <a:ea typeface="+mn-ea"/>
                  <a:cs typeface="+mn-cs"/>
                </a:defRPr>
              </a:lvl2pPr>
              <a:lvl3pPr marL="800100" marR="0" indent="-228600" algn="l" defTabSz="932742" rtl="0" eaLnBrk="1" fontAlgn="auto" latinLnBrk="0" hangingPunct="1">
                <a:lnSpc>
                  <a:spcPct val="90000"/>
                </a:lnSpc>
                <a:spcBef>
                  <a:spcPct val="20000"/>
                </a:spcBef>
                <a:spcAft>
                  <a:spcPts val="0"/>
                </a:spcAft>
                <a:buClrTx/>
                <a:buSzPct val="90000"/>
                <a:buFont typeface="Arial" pitchFamily="34" charset="0"/>
                <a:buChar char="•"/>
                <a:tabLst/>
                <a:defRPr sz="2400" kern="1200" spc="0" baseline="0">
                  <a:gradFill>
                    <a:gsLst>
                      <a:gs pos="1250">
                        <a:schemeClr val="tx1"/>
                      </a:gs>
                      <a:gs pos="100000">
                        <a:schemeClr val="tx1"/>
                      </a:gs>
                    </a:gsLst>
                    <a:lin ang="5400000" scaled="0"/>
                  </a:gradFill>
                  <a:latin typeface="+mn-lt"/>
                  <a:ea typeface="+mn-ea"/>
                  <a:cs typeface="+mn-cs"/>
                </a:defRPr>
              </a:lvl3pPr>
              <a:lvl4pPr marL="1028700" marR="0" indent="-228600" algn="l" defTabSz="932742" rtl="0" eaLnBrk="1" fontAlgn="auto" latinLnBrk="0" hangingPunct="1">
                <a:lnSpc>
                  <a:spcPct val="90000"/>
                </a:lnSpc>
                <a:spcBef>
                  <a:spcPct val="20000"/>
                </a:spcBef>
                <a:spcAft>
                  <a:spcPts val="0"/>
                </a:spcAft>
                <a:buClrTx/>
                <a:buSzPct val="90000"/>
                <a:buFont typeface="Arial" pitchFamily="34" charset="0"/>
                <a:buChar char="•"/>
                <a:tabLst/>
                <a:defRPr sz="2000" kern="1200" spc="0" baseline="0">
                  <a:gradFill>
                    <a:gsLst>
                      <a:gs pos="1250">
                        <a:schemeClr val="tx1"/>
                      </a:gs>
                      <a:gs pos="100000">
                        <a:schemeClr val="tx1"/>
                      </a:gs>
                    </a:gsLst>
                    <a:lin ang="5400000" scaled="0"/>
                  </a:gradFill>
                  <a:latin typeface="+mn-lt"/>
                  <a:ea typeface="+mn-ea"/>
                  <a:cs typeface="+mn-cs"/>
                </a:defRPr>
              </a:lvl4pPr>
              <a:lvl5pPr marL="1257300" marR="0" indent="-228600" algn="l" defTabSz="932742" rtl="0" eaLnBrk="1" fontAlgn="auto" latinLnBrk="0" hangingPunct="1">
                <a:lnSpc>
                  <a:spcPct val="90000"/>
                </a:lnSpc>
                <a:spcBef>
                  <a:spcPct val="20000"/>
                </a:spcBef>
                <a:spcAft>
                  <a:spcPts val="0"/>
                </a:spcAft>
                <a:buClrTx/>
                <a:buSzPct val="90000"/>
                <a:buFont typeface="Arial" pitchFamily="34" charset="0"/>
                <a:buChar char="•"/>
                <a:tabLst/>
                <a:defRPr sz="20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defTabSz="903827">
                <a:lnSpc>
                  <a:spcPct val="100000"/>
                </a:lnSpc>
                <a:spcBef>
                  <a:spcPts val="0"/>
                </a:spcBef>
                <a:spcAft>
                  <a:spcPts val="581"/>
                </a:spcAft>
                <a:buNone/>
                <a:defRPr/>
              </a:pPr>
              <a:r>
                <a:rPr lang="en-US" sz="1017" dirty="0">
                  <a:gradFill>
                    <a:gsLst>
                      <a:gs pos="15356">
                        <a:srgbClr val="1A1A1A"/>
                      </a:gs>
                      <a:gs pos="56000">
                        <a:srgbClr val="1A1A1A"/>
                      </a:gs>
                    </a:gsLst>
                    <a:lin ang="5400000" scaled="0"/>
                  </a:gradFill>
                  <a:latin typeface="Segoe UI" panose="020B0502040204020203" pitchFamily="34" charset="0"/>
                </a:rPr>
                <a:t>C3</a:t>
              </a:r>
            </a:p>
          </p:txBody>
        </p:sp>
      </p:grpSp>
      <p:sp>
        <p:nvSpPr>
          <p:cNvPr id="76" name="Alt Text instruction text box">
            <a:extLst>
              <a:ext uri="{FF2B5EF4-FFF2-40B4-BE49-F238E27FC236}">
                <a16:creationId xmlns:a16="http://schemas.microsoft.com/office/drawing/2014/main" id="{025BF72B-ABAB-457D-8CA8-6EB737BCD263}"/>
              </a:ext>
              <a:ext uri="{C183D7F6-B498-43B3-948B-1728B52AA6E4}">
                <adec:decorative xmlns:adec="http://schemas.microsoft.com/office/drawing/2017/decorative" val="0"/>
              </a:ext>
            </a:extLst>
          </p:cNvPr>
          <p:cNvSpPr txBox="1">
            <a:spLocks/>
          </p:cNvSpPr>
          <p:nvPr/>
        </p:nvSpPr>
        <p:spPr>
          <a:xfrm>
            <a:off x="5115917" y="1435100"/>
            <a:ext cx="1965960" cy="3544147"/>
          </a:xfrm>
          <a:prstGeom prst="rect">
            <a:avLst/>
          </a:prstGeom>
        </p:spPr>
        <p:txBody>
          <a:bodyPr lIns="0" tIns="0" rIns="0" bIns="0"/>
          <a:lstStyle>
            <a:lvl1pPr marL="342900" marR="0" indent="-342900" algn="l" defTabSz="932742" rtl="0" eaLnBrk="1" fontAlgn="auto" latinLnBrk="0" hangingPunct="1">
              <a:lnSpc>
                <a:spcPct val="90000"/>
              </a:lnSpc>
              <a:spcBef>
                <a:spcPct val="20000"/>
              </a:spcBef>
              <a:spcAft>
                <a:spcPts val="0"/>
              </a:spcAft>
              <a:buClrTx/>
              <a:buSzPct val="90000"/>
              <a:buFont typeface="Arial" pitchFamily="34" charset="0"/>
              <a:buChar char="•"/>
              <a:tabLst/>
              <a:defRPr sz="4000" kern="1200" spc="0" baseline="0">
                <a:gradFill>
                  <a:gsLst>
                    <a:gs pos="1250">
                      <a:schemeClr val="tx1"/>
                    </a:gs>
                    <a:gs pos="100000">
                      <a:schemeClr val="tx1"/>
                    </a:gs>
                  </a:gsLst>
                  <a:lin ang="5400000" scaled="0"/>
                </a:gradFill>
                <a:latin typeface="+mj-lt"/>
                <a:ea typeface="+mn-ea"/>
                <a:cs typeface="+mn-cs"/>
              </a:defRPr>
            </a:lvl1pPr>
            <a:lvl2pPr marL="584200" marR="0" indent="-241300" algn="l" defTabSz="932742" rtl="0" eaLnBrk="1" fontAlgn="auto" latinLnBrk="0" hangingPunct="1">
              <a:lnSpc>
                <a:spcPct val="90000"/>
              </a:lnSpc>
              <a:spcBef>
                <a:spcPct val="20000"/>
              </a:spcBef>
              <a:spcAft>
                <a:spcPts val="0"/>
              </a:spcAft>
              <a:buClrTx/>
              <a:buSzPct val="90000"/>
              <a:buFont typeface="Arial" pitchFamily="34" charset="0"/>
              <a:buChar char="•"/>
              <a:tabLst/>
              <a:defRPr sz="2400" kern="1200" spc="0" baseline="0">
                <a:gradFill>
                  <a:gsLst>
                    <a:gs pos="1250">
                      <a:schemeClr val="tx1"/>
                    </a:gs>
                    <a:gs pos="100000">
                      <a:schemeClr val="tx1"/>
                    </a:gs>
                  </a:gsLst>
                  <a:lin ang="5400000" scaled="0"/>
                </a:gradFill>
                <a:latin typeface="+mn-lt"/>
                <a:ea typeface="+mn-ea"/>
                <a:cs typeface="+mn-cs"/>
              </a:defRPr>
            </a:lvl2pPr>
            <a:lvl3pPr marL="800100" marR="0" indent="-228600" algn="l" defTabSz="932742" rtl="0" eaLnBrk="1" fontAlgn="auto" latinLnBrk="0" hangingPunct="1">
              <a:lnSpc>
                <a:spcPct val="90000"/>
              </a:lnSpc>
              <a:spcBef>
                <a:spcPct val="20000"/>
              </a:spcBef>
              <a:spcAft>
                <a:spcPts val="0"/>
              </a:spcAft>
              <a:buClrTx/>
              <a:buSzPct val="90000"/>
              <a:buFont typeface="Arial" pitchFamily="34" charset="0"/>
              <a:buChar char="•"/>
              <a:tabLst/>
              <a:defRPr sz="2400" kern="1200" spc="0" baseline="0">
                <a:gradFill>
                  <a:gsLst>
                    <a:gs pos="1250">
                      <a:schemeClr val="tx1"/>
                    </a:gs>
                    <a:gs pos="100000">
                      <a:schemeClr val="tx1"/>
                    </a:gs>
                  </a:gsLst>
                  <a:lin ang="5400000" scaled="0"/>
                </a:gradFill>
                <a:latin typeface="+mn-lt"/>
                <a:ea typeface="+mn-ea"/>
                <a:cs typeface="+mn-cs"/>
              </a:defRPr>
            </a:lvl3pPr>
            <a:lvl4pPr marL="1028700" marR="0" indent="-228600" algn="l" defTabSz="932742" rtl="0" eaLnBrk="1" fontAlgn="auto" latinLnBrk="0" hangingPunct="1">
              <a:lnSpc>
                <a:spcPct val="90000"/>
              </a:lnSpc>
              <a:spcBef>
                <a:spcPct val="20000"/>
              </a:spcBef>
              <a:spcAft>
                <a:spcPts val="0"/>
              </a:spcAft>
              <a:buClrTx/>
              <a:buSzPct val="90000"/>
              <a:buFont typeface="Arial" pitchFamily="34" charset="0"/>
              <a:buChar char="•"/>
              <a:tabLst/>
              <a:defRPr sz="2000" kern="1200" spc="0" baseline="0">
                <a:gradFill>
                  <a:gsLst>
                    <a:gs pos="1250">
                      <a:schemeClr val="tx1"/>
                    </a:gs>
                    <a:gs pos="100000">
                      <a:schemeClr val="tx1"/>
                    </a:gs>
                  </a:gsLst>
                  <a:lin ang="5400000" scaled="0"/>
                </a:gradFill>
                <a:latin typeface="+mn-lt"/>
                <a:ea typeface="+mn-ea"/>
                <a:cs typeface="+mn-cs"/>
              </a:defRPr>
            </a:lvl4pPr>
            <a:lvl5pPr marL="1257300" marR="0" indent="-228600" algn="l" defTabSz="932742" rtl="0" eaLnBrk="1" fontAlgn="auto" latinLnBrk="0" hangingPunct="1">
              <a:lnSpc>
                <a:spcPct val="90000"/>
              </a:lnSpc>
              <a:spcBef>
                <a:spcPct val="20000"/>
              </a:spcBef>
              <a:spcAft>
                <a:spcPts val="0"/>
              </a:spcAft>
              <a:buClrTx/>
              <a:buSzPct val="90000"/>
              <a:buFont typeface="Arial" pitchFamily="34" charset="0"/>
              <a:buChar char="•"/>
              <a:tabLst/>
              <a:defRPr sz="20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defTabSz="914367">
              <a:lnSpc>
                <a:spcPct val="100000"/>
              </a:lnSpc>
              <a:spcBef>
                <a:spcPts val="0"/>
              </a:spcBef>
              <a:spcAft>
                <a:spcPts val="600"/>
              </a:spcAft>
              <a:buNone/>
              <a:defRPr/>
            </a:pPr>
            <a:r>
              <a:rPr lang="en-US" sz="1600" b="1" dirty="0">
                <a:solidFill>
                  <a:schemeClr val="tx1"/>
                </a:solidFill>
                <a:latin typeface="+mn-lt"/>
                <a:cs typeface="Segoe UI Semibold" panose="020B0702040204020203" pitchFamily="34" charset="0"/>
              </a:rPr>
              <a:t>Alt text</a:t>
            </a:r>
          </a:p>
          <a:p>
            <a:pPr marL="0" indent="0" defTabSz="903827">
              <a:lnSpc>
                <a:spcPct val="100000"/>
              </a:lnSpc>
              <a:spcBef>
                <a:spcPts val="775"/>
              </a:spcBef>
              <a:buNone/>
              <a:defRPr/>
            </a:pPr>
            <a:r>
              <a:rPr lang="en-US" sz="1200" dirty="0">
                <a:solidFill>
                  <a:schemeClr val="tx1"/>
                </a:solidFill>
                <a:latin typeface="Segoe UI" panose="020B0502040204020203" pitchFamily="34" charset="0"/>
                <a:cs typeface="Segoe UI" panose="020B0502040204020203" pitchFamily="34" charset="0"/>
              </a:rPr>
              <a:t>Alt text helps people with screen readers understand the content of slides</a:t>
            </a:r>
          </a:p>
          <a:p>
            <a:pPr marL="0" indent="0" defTabSz="903827">
              <a:lnSpc>
                <a:spcPct val="100000"/>
              </a:lnSpc>
              <a:spcBef>
                <a:spcPts val="291"/>
              </a:spcBef>
              <a:buNone/>
              <a:defRPr/>
            </a:pPr>
            <a:r>
              <a:rPr lang="en-US" sz="1200" dirty="0">
                <a:solidFill>
                  <a:schemeClr val="tx1"/>
                </a:solidFill>
                <a:latin typeface="Segoe UI" panose="020B0502040204020203" pitchFamily="34" charset="0"/>
                <a:cs typeface="Segoe UI" panose="020B0502040204020203" pitchFamily="34" charset="0"/>
              </a:rPr>
              <a:t>You should create alternative text for shapes, pictures, charts, tables, SmartArt graphics, or other objects</a:t>
            </a:r>
            <a:endParaRPr lang="en-US" sz="1200" b="1" dirty="0">
              <a:solidFill>
                <a:schemeClr val="tx1"/>
              </a:solidFill>
              <a:latin typeface="Segoe UI" panose="020B0502040204020203" pitchFamily="34" charset="0"/>
              <a:cs typeface="Segoe UI" panose="020B0502040204020203" pitchFamily="34" charset="0"/>
            </a:endParaRPr>
          </a:p>
          <a:p>
            <a:pPr marL="0" indent="0" defTabSz="903827">
              <a:lnSpc>
                <a:spcPct val="100000"/>
              </a:lnSpc>
              <a:spcBef>
                <a:spcPts val="1163"/>
              </a:spcBef>
              <a:buNone/>
              <a:defRPr/>
            </a:pPr>
            <a:r>
              <a:rPr lang="en-US" sz="1200" b="1" dirty="0">
                <a:solidFill>
                  <a:schemeClr val="tx1"/>
                </a:solidFill>
                <a:latin typeface="Segoe UI" panose="020B0502040204020203" pitchFamily="34" charset="0"/>
                <a:cs typeface="Segoe UI" panose="020B0502040204020203" pitchFamily="34" charset="0"/>
              </a:rPr>
              <a:t>Here’s how:</a:t>
            </a:r>
          </a:p>
          <a:p>
            <a:pPr marL="0" indent="0" defTabSz="903827">
              <a:lnSpc>
                <a:spcPct val="100000"/>
              </a:lnSpc>
              <a:spcBef>
                <a:spcPts val="581"/>
              </a:spcBef>
              <a:buNone/>
              <a:defRPr/>
            </a:pPr>
            <a:r>
              <a:rPr lang="en-US" sz="1000" dirty="0">
                <a:solidFill>
                  <a:schemeClr val="tx1"/>
                </a:solidFill>
                <a:latin typeface="Segoe UI" panose="020B0502040204020203" pitchFamily="34" charset="0"/>
                <a:cs typeface="Segoe UI" panose="020B0502040204020203" pitchFamily="34" charset="0"/>
              </a:rPr>
              <a:t>Right click on item</a:t>
            </a:r>
          </a:p>
          <a:p>
            <a:pPr marL="0" indent="0" defTabSz="903827">
              <a:lnSpc>
                <a:spcPct val="100000"/>
              </a:lnSpc>
              <a:spcBef>
                <a:spcPts val="581"/>
              </a:spcBef>
              <a:buNone/>
              <a:defRPr/>
            </a:pPr>
            <a:r>
              <a:rPr lang="en-US" sz="1000" dirty="0">
                <a:solidFill>
                  <a:schemeClr val="tx1"/>
                </a:solidFill>
                <a:latin typeface="Segoe UI" panose="020B0502040204020203" pitchFamily="34" charset="0"/>
                <a:cs typeface="Segoe UI" panose="020B0502040204020203" pitchFamily="34" charset="0"/>
              </a:rPr>
              <a:t>Select </a:t>
            </a:r>
            <a:r>
              <a:rPr lang="en-US" sz="1000" dirty="0">
                <a:solidFill>
                  <a:schemeClr val="tx1"/>
                </a:solidFill>
                <a:latin typeface="Segoe UI Semibold" panose="020B0702040204020203" pitchFamily="34" charset="0"/>
                <a:cs typeface="Segoe UI Semibold" panose="020B0702040204020203" pitchFamily="34" charset="0"/>
              </a:rPr>
              <a:t>Edit Alt Text</a:t>
            </a:r>
          </a:p>
          <a:p>
            <a:pPr marL="0" indent="0" defTabSz="903827">
              <a:lnSpc>
                <a:spcPct val="100000"/>
              </a:lnSpc>
              <a:spcBef>
                <a:spcPts val="581"/>
              </a:spcBef>
              <a:buNone/>
              <a:defRPr/>
            </a:pPr>
            <a:r>
              <a:rPr lang="en-US" sz="1000" dirty="0">
                <a:solidFill>
                  <a:schemeClr val="tx1"/>
                </a:solidFill>
                <a:latin typeface="Segoe UI" panose="020B0502040204020203" pitchFamily="34" charset="0"/>
                <a:cs typeface="Segoe UI" panose="020B0502040204020203" pitchFamily="34" charset="0"/>
              </a:rPr>
              <a:t>Enter a </a:t>
            </a:r>
            <a:r>
              <a:rPr lang="en-US" sz="1000" dirty="0">
                <a:solidFill>
                  <a:schemeClr val="tx1"/>
                </a:solidFill>
                <a:latin typeface="Segoe UI Semibold" panose="020B0702040204020203" pitchFamily="34" charset="0"/>
                <a:cs typeface="Segoe UI Semibold" panose="020B0702040204020203" pitchFamily="34" charset="0"/>
              </a:rPr>
              <a:t>Description</a:t>
            </a:r>
            <a:r>
              <a:rPr lang="en-US" sz="1000" dirty="0">
                <a:solidFill>
                  <a:schemeClr val="tx1"/>
                </a:solidFill>
                <a:latin typeface="Segoe UI" panose="020B0502040204020203" pitchFamily="34" charset="0"/>
                <a:cs typeface="Segoe UI" panose="020B0502040204020203" pitchFamily="34" charset="0"/>
              </a:rPr>
              <a:t> </a:t>
            </a:r>
          </a:p>
          <a:p>
            <a:pPr marL="0" indent="0" defTabSz="903827">
              <a:lnSpc>
                <a:spcPct val="100000"/>
              </a:lnSpc>
              <a:spcBef>
                <a:spcPts val="581"/>
              </a:spcBef>
              <a:buNone/>
              <a:defRPr/>
            </a:pPr>
            <a:r>
              <a:rPr lang="en-US" sz="1000" dirty="0">
                <a:solidFill>
                  <a:schemeClr val="tx1"/>
                </a:solidFill>
                <a:latin typeface="Segoe UI" panose="020B0502040204020203" pitchFamily="34" charset="0"/>
                <a:cs typeface="Segoe UI" panose="020B0502040204020203" pitchFamily="34" charset="0"/>
              </a:rPr>
              <a:t>If an object is meant to add visual styling and doesn’t contain meaning (</a:t>
            </a:r>
            <a:r>
              <a:rPr lang="en-US" sz="1000" i="1" dirty="0">
                <a:solidFill>
                  <a:schemeClr val="tx1"/>
                </a:solidFill>
                <a:latin typeface="Segoe UI" panose="020B0502040204020203" pitchFamily="34" charset="0"/>
                <a:cs typeface="Segoe UI" panose="020B0502040204020203" pitchFamily="34" charset="0"/>
              </a:rPr>
              <a:t>e.g. </a:t>
            </a:r>
            <a:r>
              <a:rPr lang="en-US" sz="1000" dirty="0">
                <a:solidFill>
                  <a:schemeClr val="tx1"/>
                </a:solidFill>
                <a:latin typeface="Segoe UI" panose="020B0502040204020203" pitchFamily="34" charset="0"/>
                <a:cs typeface="Segoe UI" panose="020B0502040204020203" pitchFamily="34" charset="0"/>
              </a:rPr>
              <a:t>stylistic borders), do not add alt text and instead check </a:t>
            </a:r>
            <a:r>
              <a:rPr lang="en-US" sz="1000" dirty="0">
                <a:solidFill>
                  <a:schemeClr val="tx1"/>
                </a:solidFill>
                <a:latin typeface="Segoe UI Semibold" panose="020B0702040204020203" pitchFamily="34" charset="0"/>
                <a:cs typeface="Segoe UI Semibold" panose="020B0702040204020203" pitchFamily="34" charset="0"/>
              </a:rPr>
              <a:t>Mark as decorative</a:t>
            </a:r>
          </a:p>
        </p:txBody>
      </p:sp>
      <p:sp>
        <p:nvSpPr>
          <p:cNvPr id="77" name="Slide layouts text box">
            <a:extLst>
              <a:ext uri="{FF2B5EF4-FFF2-40B4-BE49-F238E27FC236}">
                <a16:creationId xmlns:a16="http://schemas.microsoft.com/office/drawing/2014/main" id="{5F8C91B6-75EF-4AEA-A867-5311E5777535}"/>
              </a:ext>
            </a:extLst>
          </p:cNvPr>
          <p:cNvSpPr txBox="1">
            <a:spLocks/>
          </p:cNvSpPr>
          <p:nvPr/>
        </p:nvSpPr>
        <p:spPr>
          <a:xfrm>
            <a:off x="7377113" y="1435100"/>
            <a:ext cx="1965960" cy="2349361"/>
          </a:xfrm>
          <a:prstGeom prst="rect">
            <a:avLst/>
          </a:prstGeom>
        </p:spPr>
        <p:txBody>
          <a:bodyPr lIns="0" tIns="0" rIns="0" bIns="0">
            <a:spAutoFit/>
          </a:bodyPr>
          <a:lstStyle>
            <a:lvl1pPr marL="342900" marR="0" indent="-342900" algn="l" defTabSz="932742" rtl="0" eaLnBrk="1" fontAlgn="auto" latinLnBrk="0" hangingPunct="1">
              <a:lnSpc>
                <a:spcPct val="90000"/>
              </a:lnSpc>
              <a:spcBef>
                <a:spcPct val="20000"/>
              </a:spcBef>
              <a:spcAft>
                <a:spcPts val="0"/>
              </a:spcAft>
              <a:buClrTx/>
              <a:buSzPct val="90000"/>
              <a:buFont typeface="Arial" pitchFamily="34" charset="0"/>
              <a:buChar char="•"/>
              <a:tabLst/>
              <a:defRPr sz="4000" kern="1200" spc="0" baseline="0">
                <a:gradFill>
                  <a:gsLst>
                    <a:gs pos="1250">
                      <a:schemeClr val="tx1"/>
                    </a:gs>
                    <a:gs pos="100000">
                      <a:schemeClr val="tx1"/>
                    </a:gs>
                  </a:gsLst>
                  <a:lin ang="5400000" scaled="0"/>
                </a:gradFill>
                <a:latin typeface="+mj-lt"/>
                <a:ea typeface="+mn-ea"/>
                <a:cs typeface="+mn-cs"/>
              </a:defRPr>
            </a:lvl1pPr>
            <a:lvl2pPr marL="584200" marR="0" indent="-241300" algn="l" defTabSz="932742" rtl="0" eaLnBrk="1" fontAlgn="auto" latinLnBrk="0" hangingPunct="1">
              <a:lnSpc>
                <a:spcPct val="90000"/>
              </a:lnSpc>
              <a:spcBef>
                <a:spcPct val="20000"/>
              </a:spcBef>
              <a:spcAft>
                <a:spcPts val="0"/>
              </a:spcAft>
              <a:buClrTx/>
              <a:buSzPct val="90000"/>
              <a:buFont typeface="Arial" pitchFamily="34" charset="0"/>
              <a:buChar char="•"/>
              <a:tabLst/>
              <a:defRPr sz="2400" kern="1200" spc="0" baseline="0">
                <a:gradFill>
                  <a:gsLst>
                    <a:gs pos="1250">
                      <a:schemeClr val="tx1"/>
                    </a:gs>
                    <a:gs pos="100000">
                      <a:schemeClr val="tx1"/>
                    </a:gs>
                  </a:gsLst>
                  <a:lin ang="5400000" scaled="0"/>
                </a:gradFill>
                <a:latin typeface="+mn-lt"/>
                <a:ea typeface="+mn-ea"/>
                <a:cs typeface="+mn-cs"/>
              </a:defRPr>
            </a:lvl2pPr>
            <a:lvl3pPr marL="800100" marR="0" indent="-228600" algn="l" defTabSz="932742" rtl="0" eaLnBrk="1" fontAlgn="auto" latinLnBrk="0" hangingPunct="1">
              <a:lnSpc>
                <a:spcPct val="90000"/>
              </a:lnSpc>
              <a:spcBef>
                <a:spcPct val="20000"/>
              </a:spcBef>
              <a:spcAft>
                <a:spcPts val="0"/>
              </a:spcAft>
              <a:buClrTx/>
              <a:buSzPct val="90000"/>
              <a:buFont typeface="Arial" pitchFamily="34" charset="0"/>
              <a:buChar char="•"/>
              <a:tabLst/>
              <a:defRPr sz="2400" kern="1200" spc="0" baseline="0">
                <a:gradFill>
                  <a:gsLst>
                    <a:gs pos="1250">
                      <a:schemeClr val="tx1"/>
                    </a:gs>
                    <a:gs pos="100000">
                      <a:schemeClr val="tx1"/>
                    </a:gs>
                  </a:gsLst>
                  <a:lin ang="5400000" scaled="0"/>
                </a:gradFill>
                <a:latin typeface="+mn-lt"/>
                <a:ea typeface="+mn-ea"/>
                <a:cs typeface="+mn-cs"/>
              </a:defRPr>
            </a:lvl3pPr>
            <a:lvl4pPr marL="1028700" marR="0" indent="-228600" algn="l" defTabSz="932742" rtl="0" eaLnBrk="1" fontAlgn="auto" latinLnBrk="0" hangingPunct="1">
              <a:lnSpc>
                <a:spcPct val="90000"/>
              </a:lnSpc>
              <a:spcBef>
                <a:spcPct val="20000"/>
              </a:spcBef>
              <a:spcAft>
                <a:spcPts val="0"/>
              </a:spcAft>
              <a:buClrTx/>
              <a:buSzPct val="90000"/>
              <a:buFont typeface="Arial" pitchFamily="34" charset="0"/>
              <a:buChar char="•"/>
              <a:tabLst/>
              <a:defRPr sz="2000" kern="1200" spc="0" baseline="0">
                <a:gradFill>
                  <a:gsLst>
                    <a:gs pos="1250">
                      <a:schemeClr val="tx1"/>
                    </a:gs>
                    <a:gs pos="100000">
                      <a:schemeClr val="tx1"/>
                    </a:gs>
                  </a:gsLst>
                  <a:lin ang="5400000" scaled="0"/>
                </a:gradFill>
                <a:latin typeface="+mn-lt"/>
                <a:ea typeface="+mn-ea"/>
                <a:cs typeface="+mn-cs"/>
              </a:defRPr>
            </a:lvl4pPr>
            <a:lvl5pPr marL="1257300" marR="0" indent="-228600" algn="l" defTabSz="932742" rtl="0" eaLnBrk="1" fontAlgn="auto" latinLnBrk="0" hangingPunct="1">
              <a:lnSpc>
                <a:spcPct val="90000"/>
              </a:lnSpc>
              <a:spcBef>
                <a:spcPct val="20000"/>
              </a:spcBef>
              <a:spcAft>
                <a:spcPts val="0"/>
              </a:spcAft>
              <a:buClrTx/>
              <a:buSzPct val="90000"/>
              <a:buFont typeface="Arial" pitchFamily="34" charset="0"/>
              <a:buChar char="•"/>
              <a:tabLst/>
              <a:defRPr sz="20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defTabSz="914367">
              <a:lnSpc>
                <a:spcPct val="100000"/>
              </a:lnSpc>
              <a:spcBef>
                <a:spcPts val="0"/>
              </a:spcBef>
              <a:spcAft>
                <a:spcPts val="600"/>
              </a:spcAft>
              <a:buNone/>
              <a:defRPr/>
            </a:pPr>
            <a:r>
              <a:rPr lang="en-US" sz="1600" b="1" dirty="0">
                <a:solidFill>
                  <a:schemeClr val="tx1"/>
                </a:solidFill>
                <a:latin typeface="+mn-lt"/>
                <a:cs typeface="Segoe UI Semibold" panose="020B0702040204020203" pitchFamily="34" charset="0"/>
              </a:rPr>
              <a:t>Slide layouts</a:t>
            </a:r>
          </a:p>
          <a:p>
            <a:pPr marL="0" indent="0" defTabSz="903827">
              <a:lnSpc>
                <a:spcPct val="100000"/>
              </a:lnSpc>
              <a:spcBef>
                <a:spcPts val="775"/>
              </a:spcBef>
              <a:buNone/>
              <a:defRPr/>
            </a:pPr>
            <a:r>
              <a:rPr lang="en-US" sz="1200" dirty="0">
                <a:solidFill>
                  <a:schemeClr val="tx1"/>
                </a:solidFill>
                <a:latin typeface="Segoe UI" panose="020B0502040204020203" pitchFamily="34" charset="0"/>
                <a:cs typeface="Segoe UI" panose="020B0502040204020203" pitchFamily="34" charset="0"/>
              </a:rPr>
              <a:t>Using a built-in slide layout that matches your content ensures a hierarchical reading order of text blocks</a:t>
            </a:r>
          </a:p>
          <a:p>
            <a:pPr marL="0" indent="0" defTabSz="903827">
              <a:lnSpc>
                <a:spcPct val="100000"/>
              </a:lnSpc>
              <a:spcBef>
                <a:spcPts val="1163"/>
              </a:spcBef>
              <a:buNone/>
              <a:defRPr/>
            </a:pPr>
            <a:r>
              <a:rPr lang="en-US" sz="1200" b="1" dirty="0">
                <a:solidFill>
                  <a:schemeClr val="tx1"/>
                </a:solidFill>
                <a:latin typeface="Segoe UI" panose="020B0502040204020203" pitchFamily="34" charset="0"/>
                <a:cs typeface="Segoe UI" panose="020B0502040204020203" pitchFamily="34" charset="0"/>
              </a:rPr>
              <a:t>Example: </a:t>
            </a:r>
          </a:p>
          <a:p>
            <a:pPr marL="0" indent="0" defTabSz="903827">
              <a:lnSpc>
                <a:spcPct val="100000"/>
              </a:lnSpc>
              <a:spcBef>
                <a:spcPts val="581"/>
              </a:spcBef>
              <a:buNone/>
              <a:defRPr/>
            </a:pPr>
            <a:r>
              <a:rPr lang="en-US" sz="1000" dirty="0">
                <a:solidFill>
                  <a:schemeClr val="tx1"/>
                </a:solidFill>
                <a:latin typeface="Segoe UI" panose="020B0502040204020203" pitchFamily="34" charset="0"/>
                <a:cs typeface="Segoe UI" panose="020B0502040204020203" pitchFamily="34" charset="0"/>
              </a:rPr>
              <a:t>If a new slide will have a title, rather than starting with a blank layout and adding a text block for the title, choose one of the built-in layouts with a title placeholder</a:t>
            </a:r>
          </a:p>
        </p:txBody>
      </p:sp>
      <p:pic>
        <p:nvPicPr>
          <p:cNvPr id="4" name="Title only layout" descr="Title only layout">
            <a:extLst>
              <a:ext uri="{FF2B5EF4-FFF2-40B4-BE49-F238E27FC236}">
                <a16:creationId xmlns:a16="http://schemas.microsoft.com/office/drawing/2014/main" id="{E97A695E-63F5-4C68-816E-58CCA5FF3002}"/>
              </a:ext>
            </a:extLst>
          </p:cNvPr>
          <p:cNvPicPr>
            <a:picLocks noChangeAspect="1"/>
          </p:cNvPicPr>
          <p:nvPr/>
        </p:nvPicPr>
        <p:blipFill rotWithShape="1">
          <a:blip r:embed="rId5"/>
          <a:srcRect b="9687"/>
          <a:stretch/>
        </p:blipFill>
        <p:spPr>
          <a:xfrm>
            <a:off x="7380756" y="3908221"/>
            <a:ext cx="1965960" cy="996512"/>
          </a:xfrm>
          <a:prstGeom prst="rect">
            <a:avLst/>
          </a:prstGeom>
          <a:ln>
            <a:solidFill>
              <a:schemeClr val="tx1"/>
            </a:solidFill>
          </a:ln>
        </p:spPr>
      </p:pic>
      <p:sp>
        <p:nvSpPr>
          <p:cNvPr id="78" name="Reading order text box">
            <a:extLst>
              <a:ext uri="{FF2B5EF4-FFF2-40B4-BE49-F238E27FC236}">
                <a16:creationId xmlns:a16="http://schemas.microsoft.com/office/drawing/2014/main" id="{9F406E1D-7257-4083-BB72-5A97505EB9C4}"/>
              </a:ext>
            </a:extLst>
          </p:cNvPr>
          <p:cNvSpPr txBox="1">
            <a:spLocks/>
          </p:cNvSpPr>
          <p:nvPr/>
        </p:nvSpPr>
        <p:spPr>
          <a:xfrm>
            <a:off x="9650469" y="1435100"/>
            <a:ext cx="1965960" cy="3544147"/>
          </a:xfrm>
          <a:prstGeom prst="rect">
            <a:avLst/>
          </a:prstGeom>
        </p:spPr>
        <p:txBody>
          <a:bodyPr lIns="0" tIns="0" rIns="0" bIns="0"/>
          <a:lstStyle>
            <a:lvl1pPr marL="342900" marR="0" indent="-342900" algn="l" defTabSz="932742" rtl="0" eaLnBrk="1" fontAlgn="auto" latinLnBrk="0" hangingPunct="1">
              <a:lnSpc>
                <a:spcPct val="90000"/>
              </a:lnSpc>
              <a:spcBef>
                <a:spcPct val="20000"/>
              </a:spcBef>
              <a:spcAft>
                <a:spcPts val="0"/>
              </a:spcAft>
              <a:buClrTx/>
              <a:buSzPct val="90000"/>
              <a:buFont typeface="Arial" pitchFamily="34" charset="0"/>
              <a:buChar char="•"/>
              <a:tabLst/>
              <a:defRPr sz="4000" kern="1200" spc="0" baseline="0">
                <a:gradFill>
                  <a:gsLst>
                    <a:gs pos="1250">
                      <a:schemeClr val="tx1"/>
                    </a:gs>
                    <a:gs pos="100000">
                      <a:schemeClr val="tx1"/>
                    </a:gs>
                  </a:gsLst>
                  <a:lin ang="5400000" scaled="0"/>
                </a:gradFill>
                <a:latin typeface="+mj-lt"/>
                <a:ea typeface="+mn-ea"/>
                <a:cs typeface="+mn-cs"/>
              </a:defRPr>
            </a:lvl1pPr>
            <a:lvl2pPr marL="584200" marR="0" indent="-241300" algn="l" defTabSz="932742" rtl="0" eaLnBrk="1" fontAlgn="auto" latinLnBrk="0" hangingPunct="1">
              <a:lnSpc>
                <a:spcPct val="90000"/>
              </a:lnSpc>
              <a:spcBef>
                <a:spcPct val="20000"/>
              </a:spcBef>
              <a:spcAft>
                <a:spcPts val="0"/>
              </a:spcAft>
              <a:buClrTx/>
              <a:buSzPct val="90000"/>
              <a:buFont typeface="Arial" pitchFamily="34" charset="0"/>
              <a:buChar char="•"/>
              <a:tabLst/>
              <a:defRPr sz="2400" kern="1200" spc="0" baseline="0">
                <a:gradFill>
                  <a:gsLst>
                    <a:gs pos="1250">
                      <a:schemeClr val="tx1"/>
                    </a:gs>
                    <a:gs pos="100000">
                      <a:schemeClr val="tx1"/>
                    </a:gs>
                  </a:gsLst>
                  <a:lin ang="5400000" scaled="0"/>
                </a:gradFill>
                <a:latin typeface="+mn-lt"/>
                <a:ea typeface="+mn-ea"/>
                <a:cs typeface="+mn-cs"/>
              </a:defRPr>
            </a:lvl2pPr>
            <a:lvl3pPr marL="800100" marR="0" indent="-228600" algn="l" defTabSz="932742" rtl="0" eaLnBrk="1" fontAlgn="auto" latinLnBrk="0" hangingPunct="1">
              <a:lnSpc>
                <a:spcPct val="90000"/>
              </a:lnSpc>
              <a:spcBef>
                <a:spcPct val="20000"/>
              </a:spcBef>
              <a:spcAft>
                <a:spcPts val="0"/>
              </a:spcAft>
              <a:buClrTx/>
              <a:buSzPct val="90000"/>
              <a:buFont typeface="Arial" pitchFamily="34" charset="0"/>
              <a:buChar char="•"/>
              <a:tabLst/>
              <a:defRPr sz="2400" kern="1200" spc="0" baseline="0">
                <a:gradFill>
                  <a:gsLst>
                    <a:gs pos="1250">
                      <a:schemeClr val="tx1"/>
                    </a:gs>
                    <a:gs pos="100000">
                      <a:schemeClr val="tx1"/>
                    </a:gs>
                  </a:gsLst>
                  <a:lin ang="5400000" scaled="0"/>
                </a:gradFill>
                <a:latin typeface="+mn-lt"/>
                <a:ea typeface="+mn-ea"/>
                <a:cs typeface="+mn-cs"/>
              </a:defRPr>
            </a:lvl3pPr>
            <a:lvl4pPr marL="1028700" marR="0" indent="-228600" algn="l" defTabSz="932742" rtl="0" eaLnBrk="1" fontAlgn="auto" latinLnBrk="0" hangingPunct="1">
              <a:lnSpc>
                <a:spcPct val="90000"/>
              </a:lnSpc>
              <a:spcBef>
                <a:spcPct val="20000"/>
              </a:spcBef>
              <a:spcAft>
                <a:spcPts val="0"/>
              </a:spcAft>
              <a:buClrTx/>
              <a:buSzPct val="90000"/>
              <a:buFont typeface="Arial" pitchFamily="34" charset="0"/>
              <a:buChar char="•"/>
              <a:tabLst/>
              <a:defRPr sz="2000" kern="1200" spc="0" baseline="0">
                <a:gradFill>
                  <a:gsLst>
                    <a:gs pos="1250">
                      <a:schemeClr val="tx1"/>
                    </a:gs>
                    <a:gs pos="100000">
                      <a:schemeClr val="tx1"/>
                    </a:gs>
                  </a:gsLst>
                  <a:lin ang="5400000" scaled="0"/>
                </a:gradFill>
                <a:latin typeface="+mn-lt"/>
                <a:ea typeface="+mn-ea"/>
                <a:cs typeface="+mn-cs"/>
              </a:defRPr>
            </a:lvl4pPr>
            <a:lvl5pPr marL="1257300" marR="0" indent="-228600" algn="l" defTabSz="932742" rtl="0" eaLnBrk="1" fontAlgn="auto" latinLnBrk="0" hangingPunct="1">
              <a:lnSpc>
                <a:spcPct val="90000"/>
              </a:lnSpc>
              <a:spcBef>
                <a:spcPct val="20000"/>
              </a:spcBef>
              <a:spcAft>
                <a:spcPts val="0"/>
              </a:spcAft>
              <a:buClrTx/>
              <a:buSzPct val="90000"/>
              <a:buFont typeface="Arial" pitchFamily="34" charset="0"/>
              <a:buChar char="•"/>
              <a:tabLst/>
              <a:defRPr sz="20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defTabSz="914367">
              <a:lnSpc>
                <a:spcPct val="100000"/>
              </a:lnSpc>
              <a:spcBef>
                <a:spcPts val="0"/>
              </a:spcBef>
              <a:spcAft>
                <a:spcPts val="600"/>
              </a:spcAft>
              <a:buNone/>
              <a:defRPr/>
            </a:pPr>
            <a:r>
              <a:rPr lang="en-US" sz="1600" b="1" dirty="0">
                <a:solidFill>
                  <a:schemeClr val="tx1"/>
                </a:solidFill>
                <a:latin typeface="+mn-lt"/>
                <a:cs typeface="Segoe UI Semibold" panose="020B0702040204020203" pitchFamily="34" charset="0"/>
              </a:rPr>
              <a:t>Reading order</a:t>
            </a:r>
          </a:p>
          <a:p>
            <a:pPr marL="0" indent="0" defTabSz="903827">
              <a:lnSpc>
                <a:spcPct val="100000"/>
              </a:lnSpc>
              <a:spcBef>
                <a:spcPts val="775"/>
              </a:spcBef>
              <a:buNone/>
              <a:defRPr/>
            </a:pPr>
            <a:r>
              <a:rPr lang="en-US" sz="1200" dirty="0">
                <a:solidFill>
                  <a:schemeClr val="tx1"/>
                </a:solidFill>
                <a:latin typeface="Segoe UI" panose="020B0502040204020203" pitchFamily="34" charset="0"/>
                <a:cs typeface="Segoe UI" panose="020B0502040204020203" pitchFamily="34" charset="0"/>
              </a:rPr>
              <a:t>Screen readers describe content on the screen in the order it was created</a:t>
            </a:r>
          </a:p>
          <a:p>
            <a:pPr marL="0" indent="0" defTabSz="903827">
              <a:lnSpc>
                <a:spcPct val="100000"/>
              </a:lnSpc>
              <a:spcBef>
                <a:spcPts val="581"/>
              </a:spcBef>
              <a:buNone/>
              <a:defRPr/>
            </a:pPr>
            <a:r>
              <a:rPr lang="en-US" sz="1200" dirty="0">
                <a:solidFill>
                  <a:schemeClr val="tx1"/>
                </a:solidFill>
                <a:latin typeface="Segoe UI" panose="020B0502040204020203" pitchFamily="34" charset="0"/>
                <a:cs typeface="Segoe UI" panose="020B0502040204020203" pitchFamily="34" charset="0"/>
              </a:rPr>
              <a:t>To ensure your content is read back in the order you prefer, arrange your objects in the Selection Pane appropriately. Objects on the bottom of the selection pane are read first</a:t>
            </a:r>
          </a:p>
          <a:p>
            <a:pPr marL="0" indent="0" defTabSz="903827">
              <a:lnSpc>
                <a:spcPct val="100000"/>
              </a:lnSpc>
              <a:spcBef>
                <a:spcPts val="1163"/>
              </a:spcBef>
              <a:buNone/>
              <a:defRPr/>
            </a:pPr>
            <a:r>
              <a:rPr lang="en-US" sz="1200" b="1" dirty="0">
                <a:solidFill>
                  <a:schemeClr val="tx1"/>
                </a:solidFill>
                <a:latin typeface="Segoe UI" panose="020B0502040204020203" pitchFamily="34" charset="0"/>
                <a:cs typeface="Segoe UI" panose="020B0502040204020203" pitchFamily="34" charset="0"/>
              </a:rPr>
              <a:t>Here’s how:</a:t>
            </a:r>
          </a:p>
          <a:p>
            <a:pPr marL="0" indent="0" defTabSz="903827">
              <a:lnSpc>
                <a:spcPct val="100000"/>
              </a:lnSpc>
              <a:spcBef>
                <a:spcPts val="581"/>
              </a:spcBef>
              <a:buNone/>
              <a:defRPr/>
            </a:pPr>
            <a:r>
              <a:rPr lang="en-US" sz="1000" dirty="0">
                <a:solidFill>
                  <a:schemeClr val="tx1"/>
                </a:solidFill>
                <a:latin typeface="Segoe UI" panose="020B0502040204020203" pitchFamily="34" charset="0"/>
                <a:cs typeface="Segoe UI" panose="020B0502040204020203" pitchFamily="34" charset="0"/>
              </a:rPr>
              <a:t>Click the </a:t>
            </a:r>
            <a:r>
              <a:rPr lang="en-US" sz="1000" dirty="0">
                <a:solidFill>
                  <a:schemeClr val="tx1"/>
                </a:solidFill>
                <a:latin typeface="Segoe UI Semibold" panose="020B0702040204020203" pitchFamily="34" charset="0"/>
                <a:cs typeface="Segoe UI Semibold" panose="020B0702040204020203" pitchFamily="34" charset="0"/>
              </a:rPr>
              <a:t>Home</a:t>
            </a:r>
            <a:r>
              <a:rPr lang="en-US" sz="1000" dirty="0">
                <a:solidFill>
                  <a:schemeClr val="tx1"/>
                </a:solidFill>
                <a:latin typeface="Segoe UI" panose="020B0502040204020203" pitchFamily="34" charset="0"/>
                <a:cs typeface="Segoe UI" panose="020B0502040204020203" pitchFamily="34" charset="0"/>
              </a:rPr>
              <a:t> tab</a:t>
            </a:r>
          </a:p>
          <a:p>
            <a:pPr marL="0" indent="0" defTabSz="903827">
              <a:lnSpc>
                <a:spcPct val="100000"/>
              </a:lnSpc>
              <a:spcBef>
                <a:spcPts val="581"/>
              </a:spcBef>
              <a:buNone/>
              <a:defRPr/>
            </a:pPr>
            <a:r>
              <a:rPr lang="en-US" sz="1000" dirty="0">
                <a:solidFill>
                  <a:schemeClr val="tx1"/>
                </a:solidFill>
                <a:latin typeface="Segoe UI" panose="020B0502040204020203" pitchFamily="34" charset="0"/>
                <a:cs typeface="Segoe UI" panose="020B0502040204020203" pitchFamily="34" charset="0"/>
              </a:rPr>
              <a:t>In the </a:t>
            </a:r>
            <a:r>
              <a:rPr lang="en-US" sz="1000" dirty="0">
                <a:solidFill>
                  <a:schemeClr val="tx1"/>
                </a:solidFill>
                <a:latin typeface="Segoe UI Semibold" panose="020B0702040204020203" pitchFamily="34" charset="0"/>
                <a:cs typeface="Segoe UI Semibold" panose="020B0702040204020203" pitchFamily="34" charset="0"/>
              </a:rPr>
              <a:t>Drawing</a:t>
            </a:r>
            <a:r>
              <a:rPr lang="en-US" sz="1000" dirty="0">
                <a:solidFill>
                  <a:schemeClr val="tx1"/>
                </a:solidFill>
                <a:latin typeface="Segoe UI" panose="020B0502040204020203" pitchFamily="34" charset="0"/>
                <a:cs typeface="Segoe UI" panose="020B0502040204020203" pitchFamily="34" charset="0"/>
              </a:rPr>
              <a:t> group, select the </a:t>
            </a:r>
            <a:r>
              <a:rPr lang="en-US" sz="1000" dirty="0">
                <a:solidFill>
                  <a:schemeClr val="tx1"/>
                </a:solidFill>
                <a:latin typeface="Segoe UI Semibold" panose="020B0702040204020203" pitchFamily="34" charset="0"/>
                <a:cs typeface="Segoe UI Semibold" panose="020B0702040204020203" pitchFamily="34" charset="0"/>
              </a:rPr>
              <a:t>Arrange</a:t>
            </a:r>
            <a:r>
              <a:rPr lang="en-US" sz="1000" dirty="0">
                <a:solidFill>
                  <a:schemeClr val="tx1"/>
                </a:solidFill>
                <a:latin typeface="Segoe UI" panose="020B0502040204020203" pitchFamily="34" charset="0"/>
                <a:cs typeface="Segoe UI" panose="020B0502040204020203" pitchFamily="34" charset="0"/>
              </a:rPr>
              <a:t> drop-down menu</a:t>
            </a:r>
          </a:p>
          <a:p>
            <a:pPr marL="0" indent="0" defTabSz="903827">
              <a:lnSpc>
                <a:spcPct val="100000"/>
              </a:lnSpc>
              <a:spcBef>
                <a:spcPts val="581"/>
              </a:spcBef>
              <a:buNone/>
              <a:defRPr/>
            </a:pPr>
            <a:r>
              <a:rPr lang="en-US" sz="1000" dirty="0">
                <a:solidFill>
                  <a:schemeClr val="tx1"/>
                </a:solidFill>
                <a:latin typeface="Segoe UI" panose="020B0502040204020203" pitchFamily="34" charset="0"/>
                <a:cs typeface="Segoe UI" panose="020B0502040204020203" pitchFamily="34" charset="0"/>
              </a:rPr>
              <a:t>Click </a:t>
            </a:r>
            <a:r>
              <a:rPr lang="en-US" sz="1000" dirty="0">
                <a:solidFill>
                  <a:schemeClr val="tx1"/>
                </a:solidFill>
                <a:latin typeface="Segoe UI Semibold" panose="020B0702040204020203" pitchFamily="34" charset="0"/>
                <a:cs typeface="Segoe UI Semibold" panose="020B0702040204020203" pitchFamily="34" charset="0"/>
              </a:rPr>
              <a:t>Selection Pane…</a:t>
            </a:r>
          </a:p>
          <a:p>
            <a:pPr marL="0" indent="0" defTabSz="903827">
              <a:lnSpc>
                <a:spcPct val="100000"/>
              </a:lnSpc>
              <a:buNone/>
              <a:defRPr/>
            </a:pPr>
            <a:endParaRPr lang="en-US" sz="1163" dirty="0">
              <a:solidFill>
                <a:schemeClr val="tx1"/>
              </a:solidFill>
              <a:latin typeface="Segoe UI" panose="020B0502040204020203" pitchFamily="34" charset="0"/>
            </a:endParaRPr>
          </a:p>
        </p:txBody>
      </p:sp>
      <p:sp>
        <p:nvSpPr>
          <p:cNvPr id="36" name="TextBox 35">
            <a:extLst>
              <a:ext uri="{FF2B5EF4-FFF2-40B4-BE49-F238E27FC236}">
                <a16:creationId xmlns:a16="http://schemas.microsoft.com/office/drawing/2014/main" id="{7B9BDECC-D62F-449D-AA5A-A5F28D0E2BCC}"/>
              </a:ext>
            </a:extLst>
          </p:cNvPr>
          <p:cNvSpPr txBox="1"/>
          <p:nvPr/>
        </p:nvSpPr>
        <p:spPr>
          <a:xfrm>
            <a:off x="597535" y="5232468"/>
            <a:ext cx="11013441" cy="1133644"/>
          </a:xfrm>
          <a:prstGeom prst="rect">
            <a:avLst/>
          </a:prstGeom>
          <a:noFill/>
        </p:spPr>
        <p:txBody>
          <a:bodyPr wrap="square" lIns="0" tIns="0" rIns="0" bIns="0" rtlCol="0">
            <a:spAutoFit/>
          </a:bodyPr>
          <a:lstStyle/>
          <a:p>
            <a:pPr>
              <a:spcAft>
                <a:spcPts val="600"/>
              </a:spcAft>
              <a:buSzPct val="90000"/>
              <a:defRPr/>
            </a:pPr>
            <a:r>
              <a:rPr lang="en-US" sz="1600" b="1" dirty="0">
                <a:cs typeface="Segoe UI Semibold" panose="020B0702040204020203" pitchFamily="34" charset="0"/>
              </a:rPr>
              <a:t>Additional tips</a:t>
            </a:r>
          </a:p>
          <a:p>
            <a:pPr defTabSz="886022">
              <a:spcBef>
                <a:spcPts val="775"/>
              </a:spcBef>
              <a:buSzPct val="90000"/>
              <a:defRPr/>
            </a:pPr>
            <a:r>
              <a:rPr lang="en-US" sz="1200" dirty="0">
                <a:cs typeface="Segoe UI Semibold" panose="020B0702040204020203" pitchFamily="34" charset="0"/>
              </a:rPr>
              <a:t>Be sure to run the </a:t>
            </a:r>
            <a:r>
              <a:rPr lang="en-US" sz="1200" b="1" dirty="0">
                <a:cs typeface="Segoe UI Semibold" panose="020B0702040204020203" pitchFamily="34" charset="0"/>
              </a:rPr>
              <a:t>Accessibility Checker</a:t>
            </a:r>
            <a:r>
              <a:rPr lang="en-US" sz="1200" dirty="0">
                <a:cs typeface="Segoe UI Semibold" panose="020B0702040204020203" pitchFamily="34" charset="0"/>
              </a:rPr>
              <a:t>! </a:t>
            </a:r>
            <a:r>
              <a:rPr lang="en-US" sz="1200" dirty="0">
                <a:cs typeface="Segoe UI" panose="020B0502040204020203" pitchFamily="34" charset="0"/>
              </a:rPr>
              <a:t>Go to </a:t>
            </a:r>
            <a:r>
              <a:rPr lang="en-US" sz="1200" b="1" dirty="0">
                <a:cs typeface="Segoe UI Semibold" panose="020B0702040204020203" pitchFamily="34" charset="0"/>
              </a:rPr>
              <a:t>File</a:t>
            </a:r>
            <a:r>
              <a:rPr lang="en-US" sz="1200" dirty="0">
                <a:cs typeface="Segoe UI" panose="020B0502040204020203" pitchFamily="34" charset="0"/>
              </a:rPr>
              <a:t>      click the </a:t>
            </a:r>
            <a:r>
              <a:rPr lang="en-US" sz="1200" b="1" dirty="0">
                <a:cs typeface="Segoe UI Semibold" panose="020B0702040204020203" pitchFamily="34" charset="0"/>
              </a:rPr>
              <a:t>Check for Issues </a:t>
            </a:r>
            <a:r>
              <a:rPr lang="en-US" sz="1200" dirty="0">
                <a:cs typeface="Segoe UI" panose="020B0502040204020203" pitchFamily="34" charset="0"/>
              </a:rPr>
              <a:t>drop down menu      click </a:t>
            </a:r>
            <a:r>
              <a:rPr lang="en-US" sz="1200" b="1" dirty="0">
                <a:cs typeface="Segoe UI Semibold" panose="020B0702040204020203" pitchFamily="34" charset="0"/>
              </a:rPr>
              <a:t>Check Accessibility</a:t>
            </a:r>
          </a:p>
          <a:p>
            <a:pPr defTabSz="886022">
              <a:spcBef>
                <a:spcPts val="581"/>
              </a:spcBef>
              <a:buSzPct val="90000"/>
              <a:defRPr/>
            </a:pPr>
            <a:r>
              <a:rPr lang="en-US" sz="1200" b="1" dirty="0">
                <a:cs typeface="Segoe UI Semibold" panose="020B0702040204020203" pitchFamily="34" charset="0"/>
              </a:rPr>
              <a:t>Videos need to be accessible: </a:t>
            </a:r>
            <a:r>
              <a:rPr lang="en-US" sz="1200" dirty="0">
                <a:cs typeface="Segoe UI" panose="020B0502040204020203" pitchFamily="34" charset="0"/>
              </a:rPr>
              <a:t>If your presentation includes a video, ensure it is captioned and audio described (if appropriate)</a:t>
            </a:r>
          </a:p>
          <a:p>
            <a:pPr defTabSz="886022">
              <a:spcBef>
                <a:spcPts val="581"/>
              </a:spcBef>
              <a:buSzPct val="90000"/>
              <a:defRPr/>
            </a:pPr>
            <a:r>
              <a:rPr lang="en-US" sz="1200" b="1" dirty="0">
                <a:cs typeface="Segoe UI Semibold" panose="020B0702040204020203" pitchFamily="34" charset="0"/>
              </a:rPr>
              <a:t>Visit the </a:t>
            </a:r>
            <a:r>
              <a:rPr lang="en-US" sz="1200" b="1" dirty="0">
                <a:cs typeface="Segoe UI Semibold" panose="020B0702040204020203" pitchFamily="34" charset="0"/>
                <a:hlinkClick r:id="rId6"/>
              </a:rPr>
              <a:t>Office Accessibility Center</a:t>
            </a:r>
            <a:r>
              <a:rPr lang="en-US" sz="1200" b="1" dirty="0">
                <a:cs typeface="Segoe UI Semibold" panose="020B0702040204020203" pitchFamily="34" charset="0"/>
              </a:rPr>
              <a:t> </a:t>
            </a:r>
            <a:r>
              <a:rPr lang="en-US" sz="1200" dirty="0">
                <a:cs typeface="Segoe UI" panose="020B0502040204020203" pitchFamily="34" charset="0"/>
              </a:rPr>
              <a:t>to learn more about accessibility in PowerPoint</a:t>
            </a:r>
          </a:p>
        </p:txBody>
      </p:sp>
      <p:cxnSp>
        <p:nvCxnSpPr>
          <p:cNvPr id="80" name="Straight Arrow Connector 79">
            <a:extLst>
              <a:ext uri="{FF2B5EF4-FFF2-40B4-BE49-F238E27FC236}">
                <a16:creationId xmlns:a16="http://schemas.microsoft.com/office/drawing/2014/main" id="{4004316C-A172-4666-9087-AA99DD600ABB}"/>
              </a:ext>
              <a:ext uri="{C183D7F6-B498-43B3-948B-1728B52AA6E4}">
                <adec:decorative xmlns:adec="http://schemas.microsoft.com/office/drawing/2017/decorative" val="1"/>
              </a:ext>
            </a:extLst>
          </p:cNvPr>
          <p:cNvCxnSpPr>
            <a:cxnSpLocks/>
          </p:cNvCxnSpPr>
          <p:nvPr/>
        </p:nvCxnSpPr>
        <p:spPr>
          <a:xfrm>
            <a:off x="4136325" y="5758337"/>
            <a:ext cx="132495" cy="0"/>
          </a:xfrm>
          <a:prstGeom prst="straightConnector1">
            <a:avLst/>
          </a:prstGeom>
          <a:ln w="19050">
            <a:solidFill>
              <a:schemeClr val="tx1"/>
            </a:solidFill>
            <a:headEnd type="none"/>
            <a:tailEnd type="arrow" w="med" len="sm"/>
          </a:ln>
        </p:spPr>
        <p:style>
          <a:lnRef idx="1">
            <a:schemeClr val="accent1"/>
          </a:lnRef>
          <a:fillRef idx="0">
            <a:schemeClr val="accent1"/>
          </a:fillRef>
          <a:effectRef idx="0">
            <a:schemeClr val="accent1"/>
          </a:effectRef>
          <a:fontRef idx="minor">
            <a:schemeClr val="tx1"/>
          </a:fontRef>
        </p:style>
      </p:cxnSp>
      <p:cxnSp>
        <p:nvCxnSpPr>
          <p:cNvPr id="79" name="Straight Arrow Connector 78">
            <a:extLst>
              <a:ext uri="{FF2B5EF4-FFF2-40B4-BE49-F238E27FC236}">
                <a16:creationId xmlns:a16="http://schemas.microsoft.com/office/drawing/2014/main" id="{CF41BA70-AA85-4D92-AA87-689DAB76DD7F}"/>
              </a:ext>
              <a:ext uri="{C183D7F6-B498-43B3-948B-1728B52AA6E4}">
                <adec:decorative xmlns:adec="http://schemas.microsoft.com/office/drawing/2017/decorative" val="1"/>
              </a:ext>
            </a:extLst>
          </p:cNvPr>
          <p:cNvCxnSpPr>
            <a:cxnSpLocks/>
          </p:cNvCxnSpPr>
          <p:nvPr/>
        </p:nvCxnSpPr>
        <p:spPr>
          <a:xfrm>
            <a:off x="7323080" y="5758337"/>
            <a:ext cx="132495" cy="0"/>
          </a:xfrm>
          <a:prstGeom prst="straightConnector1">
            <a:avLst/>
          </a:prstGeom>
          <a:ln w="19050">
            <a:solidFill>
              <a:schemeClr val="tx1"/>
            </a:solidFill>
            <a:headEnd type="none"/>
            <a:tailEnd type="arrow" w="med" len="sm"/>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7375893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 name="Title 36">
            <a:extLst>
              <a:ext uri="{FF2B5EF4-FFF2-40B4-BE49-F238E27FC236}">
                <a16:creationId xmlns:a16="http://schemas.microsoft.com/office/drawing/2014/main" id="{4622A3A5-8FE5-44DD-B7B1-A05435F85799}"/>
              </a:ext>
            </a:extLst>
          </p:cNvPr>
          <p:cNvSpPr>
            <a:spLocks noGrp="1"/>
          </p:cNvSpPr>
          <p:nvPr>
            <p:ph type="title"/>
          </p:nvPr>
        </p:nvSpPr>
        <p:spPr/>
        <p:txBody>
          <a:bodyPr/>
          <a:lstStyle/>
          <a:p>
            <a:r>
              <a:rPr lang="en-US" dirty="0"/>
              <a:t>Brand and accent colors accessibility</a:t>
            </a:r>
          </a:p>
        </p:txBody>
      </p:sp>
      <p:sp>
        <p:nvSpPr>
          <p:cNvPr id="64" name="object 22">
            <a:extLst>
              <a:ext uri="{FF2B5EF4-FFF2-40B4-BE49-F238E27FC236}">
                <a16:creationId xmlns:a16="http://schemas.microsoft.com/office/drawing/2014/main" id="{1FEB76FB-7530-435F-9B12-395773EB3EB1}"/>
              </a:ext>
            </a:extLst>
          </p:cNvPr>
          <p:cNvSpPr txBox="1"/>
          <p:nvPr/>
        </p:nvSpPr>
        <p:spPr>
          <a:xfrm>
            <a:off x="575427" y="1436688"/>
            <a:ext cx="2547186" cy="2454945"/>
          </a:xfrm>
          <a:prstGeom prst="rect">
            <a:avLst/>
          </a:prstGeom>
        </p:spPr>
        <p:txBody>
          <a:bodyPr vert="horz" wrap="square" lIns="0" tIns="10583" rIns="0" bIns="0" rtlCol="0">
            <a:spAutoFit/>
          </a:bodyPr>
          <a:lstStyle/>
          <a:p>
            <a:pPr marL="10583">
              <a:spcBef>
                <a:spcPts val="800"/>
              </a:spcBef>
            </a:pPr>
            <a:r>
              <a:rPr lang="en-US" sz="1000" dirty="0">
                <a:cs typeface="Segoe UI"/>
              </a:rPr>
              <a:t>Type and background combinations must meet a minimum 4.5:1 contrast ratio to help ensure people of all abilities can access and understand our communications. </a:t>
            </a:r>
          </a:p>
          <a:p>
            <a:pPr marL="10583">
              <a:spcBef>
                <a:spcPts val="800"/>
              </a:spcBef>
            </a:pPr>
            <a:r>
              <a:rPr lang="en-US" sz="1000" dirty="0">
                <a:cs typeface="Segoe UI"/>
              </a:rPr>
              <a:t>Pick colors carefully and avoid relying on color alone to convey information. Always provide text or other graphical cues to guide customers to our message.</a:t>
            </a:r>
          </a:p>
          <a:p>
            <a:pPr marL="10583">
              <a:spcBef>
                <a:spcPts val="800"/>
              </a:spcBef>
            </a:pPr>
            <a:r>
              <a:rPr lang="en-US" sz="1000" dirty="0">
                <a:cs typeface="Segoe UI"/>
              </a:rPr>
              <a:t>Examples demonstrate correct color use </a:t>
            </a:r>
            <a:br>
              <a:rPr lang="en-US" sz="1000" dirty="0">
                <a:cs typeface="Segoe UI"/>
              </a:rPr>
            </a:br>
            <a:r>
              <a:rPr lang="en-US" sz="1000" dirty="0">
                <a:cs typeface="Segoe UI"/>
              </a:rPr>
              <a:t>for on-screen applications. </a:t>
            </a:r>
          </a:p>
          <a:p>
            <a:pPr>
              <a:spcBef>
                <a:spcPts val="600"/>
              </a:spcBef>
            </a:pPr>
            <a:r>
              <a:rPr lang="en-US" sz="1000" dirty="0">
                <a:latin typeface="+mj-lt"/>
                <a:hlinkClick r:id="rId3"/>
              </a:rPr>
              <a:t>Get the Color Contrast Analyzer</a:t>
            </a:r>
            <a:endParaRPr lang="en-US" sz="1000" dirty="0">
              <a:latin typeface="+mj-lt"/>
            </a:endParaRPr>
          </a:p>
          <a:p>
            <a:pPr>
              <a:spcBef>
                <a:spcPts val="600"/>
              </a:spcBef>
            </a:pPr>
            <a:r>
              <a:rPr lang="en-US" sz="1000" dirty="0">
                <a:latin typeface="+mj-lt"/>
                <a:hlinkClick r:id="rId4"/>
              </a:rPr>
              <a:t>Get more information on accessibility </a:t>
            </a:r>
            <a:endParaRPr lang="en-US" sz="1000" dirty="0">
              <a:latin typeface="+mj-lt"/>
            </a:endParaRPr>
          </a:p>
          <a:p>
            <a:pPr>
              <a:spcBef>
                <a:spcPts val="600"/>
              </a:spcBef>
            </a:pPr>
            <a:r>
              <a:rPr lang="en-US" sz="1000" dirty="0">
                <a:latin typeface="+mj-lt"/>
                <a:hlinkClick r:id="rId5"/>
              </a:rPr>
              <a:t>Get the Microsoft color guidelines PDF</a:t>
            </a:r>
            <a:endParaRPr lang="en-US" sz="1050" dirty="0">
              <a:latin typeface="+mj-lt"/>
            </a:endParaRPr>
          </a:p>
        </p:txBody>
      </p:sp>
      <p:grpSp>
        <p:nvGrpSpPr>
          <p:cNvPr id="7" name="Light Brand colors" descr="Light Microsoft Brand colors with text in accessible brand colors">
            <a:extLst>
              <a:ext uri="{FF2B5EF4-FFF2-40B4-BE49-F238E27FC236}">
                <a16:creationId xmlns:a16="http://schemas.microsoft.com/office/drawing/2014/main" id="{98B83FDE-41A8-4BD1-BC13-BE0A5C3C6335}"/>
              </a:ext>
            </a:extLst>
          </p:cNvPr>
          <p:cNvGrpSpPr/>
          <p:nvPr/>
        </p:nvGrpSpPr>
        <p:grpSpPr>
          <a:xfrm>
            <a:off x="4670306" y="1436687"/>
            <a:ext cx="6945151" cy="592860"/>
            <a:chOff x="4065588" y="1436688"/>
            <a:chExt cx="7549853" cy="598859"/>
          </a:xfrm>
        </p:grpSpPr>
        <p:sp>
          <p:nvSpPr>
            <p:cNvPr id="93" name="Freeform 121" descr="Light Orange shape">
              <a:extLst>
                <a:ext uri="{FF2B5EF4-FFF2-40B4-BE49-F238E27FC236}">
                  <a16:creationId xmlns:a16="http://schemas.microsoft.com/office/drawing/2014/main" id="{6BE88D42-9F26-4C16-8AB8-36C379B94707}"/>
                </a:ext>
              </a:extLst>
            </p:cNvPr>
            <p:cNvSpPr/>
            <p:nvPr/>
          </p:nvSpPr>
          <p:spPr bwMode="auto">
            <a:xfrm>
              <a:off x="4065588" y="1436688"/>
              <a:ext cx="1225097" cy="598859"/>
            </a:xfrm>
            <a:prstGeom prst="rect">
              <a:avLst/>
            </a:prstGeom>
            <a:solidFill>
              <a:srgbClr val="FF9349"/>
            </a:solidFill>
            <a:ln>
              <a:noFill/>
            </a:ln>
            <a:effectLst/>
          </p:spPr>
          <p:style>
            <a:lnRef idx="1">
              <a:schemeClr val="accent1"/>
            </a:lnRef>
            <a:fillRef idx="3">
              <a:schemeClr val="accent1"/>
            </a:fillRef>
            <a:effectRef idx="2">
              <a:schemeClr val="accent1"/>
            </a:effectRef>
            <a:fontRef idx="minor">
              <a:schemeClr val="lt1"/>
            </a:fontRef>
          </p:style>
          <p:txBody>
            <a:bodyPr wrap="square" lIns="49735" rIns="49735" rtlCol="0" anchor="t">
              <a:noAutofit/>
            </a:bodyPr>
            <a:lstStyle/>
            <a:p>
              <a:pPr defTabSz="746123"/>
              <a:r>
                <a:rPr lang="en-US" sz="800" b="1" dirty="0">
                  <a:solidFill>
                    <a:srgbClr val="6B2929"/>
                  </a:solidFill>
                  <a:latin typeface="Segoe UI" panose="020B0502040204020203" pitchFamily="34" charset="0"/>
                  <a:cs typeface="Segoe UI" panose="020B0502040204020203" pitchFamily="34" charset="0"/>
                </a:rPr>
                <a:t>Dark Orange</a:t>
              </a:r>
            </a:p>
            <a:p>
              <a:pPr defTabSz="746123"/>
              <a:r>
                <a:rPr lang="en-US" sz="800" b="1" dirty="0">
                  <a:solidFill>
                    <a:srgbClr val="000000"/>
                  </a:solidFill>
                  <a:latin typeface="Segoe UI" panose="020B0502040204020203" pitchFamily="34" charset="0"/>
                  <a:cs typeface="Segoe UI" panose="020B0502040204020203" pitchFamily="34" charset="0"/>
                </a:rPr>
                <a:t>Rich Black</a:t>
              </a:r>
            </a:p>
            <a:p>
              <a:pPr defTabSz="746123"/>
              <a:r>
                <a:rPr lang="pt-BR" sz="653" dirty="0">
                  <a:solidFill>
                    <a:srgbClr val="000000"/>
                  </a:solidFill>
                  <a:latin typeface="Segoe UI" panose="020B0502040204020203" pitchFamily="34" charset="0"/>
                  <a:cs typeface="Segoe UI" panose="020B0502040204020203" pitchFamily="34" charset="0"/>
                </a:rPr>
                <a:t>R255 G147 B73 </a:t>
              </a:r>
              <a:br>
                <a:rPr lang="pt-BR" sz="653" dirty="0">
                  <a:solidFill>
                    <a:srgbClr val="000000"/>
                  </a:solidFill>
                  <a:latin typeface="Segoe UI" panose="020B0502040204020203" pitchFamily="34" charset="0"/>
                  <a:cs typeface="Segoe UI" panose="020B0502040204020203" pitchFamily="34" charset="0"/>
                </a:rPr>
              </a:br>
              <a:r>
                <a:rPr lang="pt-BR" sz="653" dirty="0">
                  <a:solidFill>
                    <a:srgbClr val="000000"/>
                  </a:solidFill>
                  <a:latin typeface="Segoe UI" panose="020B0502040204020203" pitchFamily="34" charset="0"/>
                  <a:cs typeface="Segoe UI" panose="020B0502040204020203" pitchFamily="34" charset="0"/>
                </a:rPr>
                <a:t>Hex #FF9349 </a:t>
              </a:r>
              <a:endParaRPr lang="en-US" sz="653" dirty="0">
                <a:solidFill>
                  <a:srgbClr val="000000"/>
                </a:solidFill>
                <a:latin typeface="Segoe UI" panose="020B0502040204020203" pitchFamily="34" charset="0"/>
                <a:cs typeface="Segoe UI" panose="020B0502040204020203" pitchFamily="34" charset="0"/>
              </a:endParaRPr>
            </a:p>
          </p:txBody>
        </p:sp>
        <p:sp>
          <p:nvSpPr>
            <p:cNvPr id="98" name="Freeform 119" descr="Light Yellow shape">
              <a:extLst>
                <a:ext uri="{FF2B5EF4-FFF2-40B4-BE49-F238E27FC236}">
                  <a16:creationId xmlns:a16="http://schemas.microsoft.com/office/drawing/2014/main" id="{1B386A98-D1CB-473A-9E86-F6D304EBE772}"/>
                </a:ext>
              </a:extLst>
            </p:cNvPr>
            <p:cNvSpPr/>
            <p:nvPr/>
          </p:nvSpPr>
          <p:spPr bwMode="auto">
            <a:xfrm>
              <a:off x="5324151" y="1436688"/>
              <a:ext cx="1225097" cy="598859"/>
            </a:xfrm>
            <a:prstGeom prst="rect">
              <a:avLst/>
            </a:prstGeom>
            <a:solidFill>
              <a:srgbClr val="FEF000"/>
            </a:solidFill>
            <a:ln>
              <a:noFill/>
            </a:ln>
            <a:effectLst/>
          </p:spPr>
          <p:style>
            <a:lnRef idx="1">
              <a:schemeClr val="accent1"/>
            </a:lnRef>
            <a:fillRef idx="3">
              <a:schemeClr val="accent1"/>
            </a:fillRef>
            <a:effectRef idx="2">
              <a:schemeClr val="accent1"/>
            </a:effectRef>
            <a:fontRef idx="minor">
              <a:schemeClr val="lt1"/>
            </a:fontRef>
          </p:style>
          <p:txBody>
            <a:bodyPr wrap="square" lIns="49735" rIns="49735" rtlCol="0" anchor="t">
              <a:noAutofit/>
            </a:bodyPr>
            <a:lstStyle/>
            <a:p>
              <a:pPr defTabSz="746123"/>
              <a:r>
                <a:rPr lang="en-US" sz="800" b="1" dirty="0">
                  <a:solidFill>
                    <a:srgbClr val="6A4B16"/>
                  </a:solidFill>
                  <a:latin typeface="Segoe UI" panose="020B0502040204020203" pitchFamily="34" charset="0"/>
                  <a:cs typeface="Segoe UI" panose="020B0502040204020203" pitchFamily="34" charset="0"/>
                </a:rPr>
                <a:t>Dark Yellow</a:t>
              </a:r>
            </a:p>
            <a:p>
              <a:pPr defTabSz="746123"/>
              <a:r>
                <a:rPr lang="en-US" sz="800" b="1" dirty="0">
                  <a:solidFill>
                    <a:srgbClr val="000000"/>
                  </a:solidFill>
                  <a:latin typeface="Segoe UI" panose="020B0502040204020203" pitchFamily="34" charset="0"/>
                  <a:cs typeface="Segoe UI" panose="020B0502040204020203" pitchFamily="34" charset="0"/>
                </a:rPr>
                <a:t>Rich Black</a:t>
              </a:r>
            </a:p>
            <a:p>
              <a:pPr defTabSz="746123"/>
              <a:r>
                <a:rPr lang="pt-BR" sz="653" dirty="0">
                  <a:solidFill>
                    <a:srgbClr val="000000"/>
                  </a:solidFill>
                  <a:latin typeface="Segoe UI" panose="020B0502040204020203" pitchFamily="34" charset="0"/>
                  <a:cs typeface="Segoe UI" panose="020B0502040204020203" pitchFamily="34" charset="0"/>
                </a:rPr>
                <a:t>R254 G240 B0 </a:t>
              </a:r>
              <a:br>
                <a:rPr lang="pt-BR" sz="653" dirty="0">
                  <a:solidFill>
                    <a:srgbClr val="000000"/>
                  </a:solidFill>
                  <a:latin typeface="Segoe UI" panose="020B0502040204020203" pitchFamily="34" charset="0"/>
                  <a:cs typeface="Segoe UI" panose="020B0502040204020203" pitchFamily="34" charset="0"/>
                </a:rPr>
              </a:br>
              <a:r>
                <a:rPr lang="pt-BR" sz="653" dirty="0">
                  <a:solidFill>
                    <a:srgbClr val="000000"/>
                  </a:solidFill>
                  <a:latin typeface="Segoe UI" panose="020B0502040204020203" pitchFamily="34" charset="0"/>
                  <a:cs typeface="Segoe UI" panose="020B0502040204020203" pitchFamily="34" charset="0"/>
                </a:rPr>
                <a:t>Hex #FEF000 </a:t>
              </a:r>
              <a:endParaRPr lang="en-US" sz="653" dirty="0">
                <a:solidFill>
                  <a:srgbClr val="000000"/>
                </a:solidFill>
                <a:latin typeface="Segoe UI" panose="020B0502040204020203" pitchFamily="34" charset="0"/>
                <a:cs typeface="Segoe UI" panose="020B0502040204020203" pitchFamily="34" charset="0"/>
              </a:endParaRPr>
            </a:p>
          </p:txBody>
        </p:sp>
        <p:sp>
          <p:nvSpPr>
            <p:cNvPr id="97" name="Rectangle 96" descr="Light Green shape">
              <a:extLst>
                <a:ext uri="{FF2B5EF4-FFF2-40B4-BE49-F238E27FC236}">
                  <a16:creationId xmlns:a16="http://schemas.microsoft.com/office/drawing/2014/main" id="{6ADF17D6-4CD7-4EFE-95E0-A82C278F2F92}"/>
                </a:ext>
              </a:extLst>
            </p:cNvPr>
            <p:cNvSpPr/>
            <p:nvPr/>
          </p:nvSpPr>
          <p:spPr bwMode="auto">
            <a:xfrm>
              <a:off x="6590700" y="1436688"/>
              <a:ext cx="1225097" cy="598859"/>
            </a:xfrm>
            <a:prstGeom prst="rect">
              <a:avLst/>
            </a:prstGeom>
            <a:solidFill>
              <a:srgbClr val="9BF00B"/>
            </a:solidFill>
            <a:ln>
              <a:noFill/>
            </a:ln>
            <a:effectLst/>
          </p:spPr>
          <p:style>
            <a:lnRef idx="1">
              <a:schemeClr val="accent1"/>
            </a:lnRef>
            <a:fillRef idx="3">
              <a:schemeClr val="accent1"/>
            </a:fillRef>
            <a:effectRef idx="2">
              <a:schemeClr val="accent1"/>
            </a:effectRef>
            <a:fontRef idx="minor">
              <a:schemeClr val="lt1"/>
            </a:fontRef>
          </p:style>
          <p:txBody>
            <a:bodyPr lIns="45720" tIns="45720" rIns="45720" bIns="45720" rtlCol="0" anchor="t"/>
            <a:lstStyle/>
            <a:p>
              <a:pPr defTabSz="746123"/>
              <a:r>
                <a:rPr lang="en-US" sz="800" b="1" dirty="0">
                  <a:solidFill>
                    <a:srgbClr val="054B16"/>
                  </a:solidFill>
                  <a:latin typeface="Segoe UI" panose="020B0502040204020203" pitchFamily="34" charset="0"/>
                  <a:cs typeface="Segoe UI" panose="020B0502040204020203" pitchFamily="34" charset="0"/>
                </a:rPr>
                <a:t>Dark Green</a:t>
              </a:r>
            </a:p>
            <a:p>
              <a:pPr defTabSz="746123"/>
              <a:r>
                <a:rPr lang="en-US" sz="800" b="1" dirty="0">
                  <a:solidFill>
                    <a:srgbClr val="000000"/>
                  </a:solidFill>
                  <a:latin typeface="Segoe UI" panose="020B0502040204020203" pitchFamily="34" charset="0"/>
                  <a:cs typeface="Segoe UI" panose="020B0502040204020203" pitchFamily="34" charset="0"/>
                </a:rPr>
                <a:t>Rich Black</a:t>
              </a:r>
              <a:endParaRPr lang="en-US" sz="653" b="1" dirty="0">
                <a:solidFill>
                  <a:srgbClr val="FFFFFF"/>
                </a:solidFill>
                <a:latin typeface="Segoe UI" panose="020B0502040204020203" pitchFamily="34" charset="0"/>
                <a:cs typeface="Segoe UI" panose="020B0502040204020203" pitchFamily="34" charset="0"/>
              </a:endParaRPr>
            </a:p>
            <a:p>
              <a:pPr defTabSz="746123"/>
              <a:r>
                <a:rPr lang="pt-BR" sz="653" dirty="0">
                  <a:solidFill>
                    <a:srgbClr val="000000"/>
                  </a:solidFill>
                  <a:latin typeface="Segoe UI" panose="020B0502040204020203" pitchFamily="34" charset="0"/>
                  <a:cs typeface="Segoe UI" panose="020B0502040204020203" pitchFamily="34" charset="0"/>
                </a:rPr>
                <a:t>R155 G240 B11 </a:t>
              </a:r>
              <a:br>
                <a:rPr lang="pt-BR" sz="653" dirty="0">
                  <a:solidFill>
                    <a:srgbClr val="000000"/>
                  </a:solidFill>
                  <a:latin typeface="Segoe UI" panose="020B0502040204020203" pitchFamily="34" charset="0"/>
                  <a:cs typeface="Segoe UI" panose="020B0502040204020203" pitchFamily="34" charset="0"/>
                </a:rPr>
              </a:br>
              <a:r>
                <a:rPr lang="pt-BR" sz="653" dirty="0">
                  <a:solidFill>
                    <a:srgbClr val="000000"/>
                  </a:solidFill>
                  <a:latin typeface="Segoe UI" panose="020B0502040204020203" pitchFamily="34" charset="0"/>
                  <a:cs typeface="Segoe UI" panose="020B0502040204020203" pitchFamily="34" charset="0"/>
                </a:rPr>
                <a:t>Hex #9BF00B</a:t>
              </a:r>
              <a:endParaRPr lang="en-US" sz="653" dirty="0">
                <a:solidFill>
                  <a:srgbClr val="000000"/>
                </a:solidFill>
                <a:latin typeface="Segoe UI" panose="020B0502040204020203" pitchFamily="34" charset="0"/>
                <a:cs typeface="Segoe UI" panose="020B0502040204020203" pitchFamily="34" charset="0"/>
              </a:endParaRPr>
            </a:p>
          </p:txBody>
        </p:sp>
        <p:sp>
          <p:nvSpPr>
            <p:cNvPr id="96" name="Rectangle 95" descr="Light Teal shape">
              <a:extLst>
                <a:ext uri="{FF2B5EF4-FFF2-40B4-BE49-F238E27FC236}">
                  <a16:creationId xmlns:a16="http://schemas.microsoft.com/office/drawing/2014/main" id="{379C6FEB-1FFA-4797-82D6-106BABE574C8}"/>
                </a:ext>
              </a:extLst>
            </p:cNvPr>
            <p:cNvSpPr/>
            <p:nvPr/>
          </p:nvSpPr>
          <p:spPr bwMode="auto">
            <a:xfrm>
              <a:off x="7857249" y="1436688"/>
              <a:ext cx="1225097" cy="598859"/>
            </a:xfrm>
            <a:prstGeom prst="rect">
              <a:avLst/>
            </a:prstGeom>
            <a:solidFill>
              <a:srgbClr val="30E5D0"/>
            </a:solidFill>
            <a:ln>
              <a:noFill/>
            </a:ln>
            <a:effectLst/>
          </p:spPr>
          <p:style>
            <a:lnRef idx="1">
              <a:schemeClr val="accent1"/>
            </a:lnRef>
            <a:fillRef idx="3">
              <a:schemeClr val="accent1"/>
            </a:fillRef>
            <a:effectRef idx="2">
              <a:schemeClr val="accent1"/>
            </a:effectRef>
            <a:fontRef idx="minor">
              <a:schemeClr val="lt1"/>
            </a:fontRef>
          </p:style>
          <p:txBody>
            <a:bodyPr lIns="49735" rIns="49735" rtlCol="0" anchor="t"/>
            <a:lstStyle/>
            <a:p>
              <a:pPr defTabSz="746123"/>
              <a:r>
                <a:rPr lang="en-US" sz="800" b="1" dirty="0">
                  <a:solidFill>
                    <a:srgbClr val="274B47"/>
                  </a:solidFill>
                  <a:latin typeface="Segoe UI" panose="020B0502040204020203" pitchFamily="34" charset="0"/>
                  <a:cs typeface="Segoe UI" panose="020B0502040204020203" pitchFamily="34" charset="0"/>
                </a:rPr>
                <a:t>Dark Teal</a:t>
              </a:r>
            </a:p>
            <a:p>
              <a:pPr defTabSz="746123"/>
              <a:r>
                <a:rPr lang="en-US" sz="800" b="1" dirty="0">
                  <a:solidFill>
                    <a:srgbClr val="000000"/>
                  </a:solidFill>
                  <a:latin typeface="Segoe UI" panose="020B0502040204020203" pitchFamily="34" charset="0"/>
                  <a:cs typeface="Segoe UI" panose="020B0502040204020203" pitchFamily="34" charset="0"/>
                </a:rPr>
                <a:t>Rich Black</a:t>
              </a:r>
              <a:endParaRPr lang="en-US" sz="800" b="1" dirty="0">
                <a:solidFill>
                  <a:srgbClr val="FFFFFF"/>
                </a:solidFill>
                <a:latin typeface="Segoe UI" panose="020B0502040204020203" pitchFamily="34" charset="0"/>
                <a:cs typeface="Segoe UI" panose="020B0502040204020203" pitchFamily="34" charset="0"/>
              </a:endParaRPr>
            </a:p>
            <a:p>
              <a:pPr defTabSz="746123"/>
              <a:r>
                <a:rPr lang="pt-BR" sz="653" dirty="0">
                  <a:solidFill>
                    <a:srgbClr val="000000"/>
                  </a:solidFill>
                  <a:latin typeface="Segoe UI" panose="020B0502040204020203" pitchFamily="34" charset="0"/>
                  <a:cs typeface="Segoe UI" panose="020B0502040204020203" pitchFamily="34" charset="0"/>
                </a:rPr>
                <a:t>R48 G229 B208 </a:t>
              </a:r>
              <a:br>
                <a:rPr lang="pt-BR" sz="653" dirty="0">
                  <a:solidFill>
                    <a:srgbClr val="000000"/>
                  </a:solidFill>
                  <a:latin typeface="Segoe UI" panose="020B0502040204020203" pitchFamily="34" charset="0"/>
                  <a:cs typeface="Segoe UI" panose="020B0502040204020203" pitchFamily="34" charset="0"/>
                </a:rPr>
              </a:br>
              <a:r>
                <a:rPr lang="pt-BR" sz="653" dirty="0">
                  <a:solidFill>
                    <a:srgbClr val="000000"/>
                  </a:solidFill>
                  <a:latin typeface="Segoe UI" panose="020B0502040204020203" pitchFamily="34" charset="0"/>
                  <a:cs typeface="Segoe UI" panose="020B0502040204020203" pitchFamily="34" charset="0"/>
                </a:rPr>
                <a:t>Hex #30E5D0 </a:t>
              </a:r>
              <a:endParaRPr lang="en-US" sz="653" dirty="0">
                <a:solidFill>
                  <a:srgbClr val="000000"/>
                </a:solidFill>
                <a:latin typeface="Segoe UI" panose="020B0502040204020203" pitchFamily="34" charset="0"/>
                <a:cs typeface="Segoe UI" panose="020B0502040204020203" pitchFamily="34" charset="0"/>
              </a:endParaRPr>
            </a:p>
          </p:txBody>
        </p:sp>
        <p:sp>
          <p:nvSpPr>
            <p:cNvPr id="94" name="Freeform 130" descr="Light Blue shape">
              <a:extLst>
                <a:ext uri="{FF2B5EF4-FFF2-40B4-BE49-F238E27FC236}">
                  <a16:creationId xmlns:a16="http://schemas.microsoft.com/office/drawing/2014/main" id="{DF822311-1EF2-4365-B0BE-57536A2EF063}"/>
                </a:ext>
              </a:extLst>
            </p:cNvPr>
            <p:cNvSpPr/>
            <p:nvPr/>
          </p:nvSpPr>
          <p:spPr bwMode="auto">
            <a:xfrm>
              <a:off x="9123797" y="1436688"/>
              <a:ext cx="1225097" cy="598859"/>
            </a:xfrm>
            <a:prstGeom prst="rect">
              <a:avLst/>
            </a:prstGeom>
            <a:solidFill>
              <a:srgbClr val="50E6FF"/>
            </a:solidFill>
            <a:ln>
              <a:noFill/>
            </a:ln>
            <a:effectLst/>
          </p:spPr>
          <p:style>
            <a:lnRef idx="1">
              <a:schemeClr val="accent1"/>
            </a:lnRef>
            <a:fillRef idx="3">
              <a:schemeClr val="accent1"/>
            </a:fillRef>
            <a:effectRef idx="2">
              <a:schemeClr val="accent1"/>
            </a:effectRef>
            <a:fontRef idx="minor">
              <a:schemeClr val="lt1"/>
            </a:fontRef>
          </p:style>
          <p:txBody>
            <a:bodyPr wrap="square" lIns="49735" rIns="49735" rtlCol="0" anchor="t">
              <a:noAutofit/>
            </a:bodyPr>
            <a:lstStyle/>
            <a:p>
              <a:pPr defTabSz="746123"/>
              <a:r>
                <a:rPr lang="en-US" sz="800" b="1" dirty="0">
                  <a:solidFill>
                    <a:srgbClr val="243A5E"/>
                  </a:solidFill>
                  <a:latin typeface="Segoe UI" panose="020B0502040204020203" pitchFamily="34" charset="0"/>
                  <a:cs typeface="Segoe UI" panose="020B0502040204020203" pitchFamily="34" charset="0"/>
                </a:rPr>
                <a:t>Dark Blue</a:t>
              </a:r>
            </a:p>
            <a:p>
              <a:pPr defTabSz="746123"/>
              <a:r>
                <a:rPr lang="en-US" sz="800" b="1" dirty="0">
                  <a:solidFill>
                    <a:srgbClr val="000000"/>
                  </a:solidFill>
                  <a:latin typeface="Segoe UI" panose="020B0502040204020203" pitchFamily="34" charset="0"/>
                  <a:cs typeface="Segoe UI" panose="020B0502040204020203" pitchFamily="34" charset="0"/>
                </a:rPr>
                <a:t>Rich Black</a:t>
              </a:r>
            </a:p>
            <a:p>
              <a:pPr defTabSz="746123"/>
              <a:r>
                <a:rPr lang="pt-BR" sz="653" dirty="0">
                  <a:solidFill>
                    <a:srgbClr val="000000"/>
                  </a:solidFill>
                  <a:latin typeface="Segoe UI" panose="020B0502040204020203" pitchFamily="34" charset="0"/>
                  <a:cs typeface="Segoe UI" panose="020B0502040204020203" pitchFamily="34" charset="0"/>
                </a:rPr>
                <a:t>R80 G230 B255 </a:t>
              </a:r>
              <a:br>
                <a:rPr lang="pt-BR" sz="653" dirty="0">
                  <a:solidFill>
                    <a:srgbClr val="000000"/>
                  </a:solidFill>
                  <a:latin typeface="Segoe UI" panose="020B0502040204020203" pitchFamily="34" charset="0"/>
                  <a:cs typeface="Segoe UI" panose="020B0502040204020203" pitchFamily="34" charset="0"/>
                </a:rPr>
              </a:br>
              <a:r>
                <a:rPr lang="pt-BR" sz="653" dirty="0">
                  <a:solidFill>
                    <a:srgbClr val="000000"/>
                  </a:solidFill>
                  <a:latin typeface="Segoe UI" panose="020B0502040204020203" pitchFamily="34" charset="0"/>
                  <a:cs typeface="Segoe UI" panose="020B0502040204020203" pitchFamily="34" charset="0"/>
                </a:rPr>
                <a:t>Hex #50E6FF</a:t>
              </a:r>
              <a:endParaRPr lang="en-US" sz="653" dirty="0">
                <a:solidFill>
                  <a:srgbClr val="000000"/>
                </a:solidFill>
                <a:latin typeface="Segoe UI" panose="020B0502040204020203" pitchFamily="34" charset="0"/>
                <a:cs typeface="Segoe UI" panose="020B0502040204020203" pitchFamily="34" charset="0"/>
              </a:endParaRPr>
            </a:p>
          </p:txBody>
        </p:sp>
        <p:sp>
          <p:nvSpPr>
            <p:cNvPr id="95" name="Freeform 131" descr="Light Purple shape">
              <a:extLst>
                <a:ext uri="{FF2B5EF4-FFF2-40B4-BE49-F238E27FC236}">
                  <a16:creationId xmlns:a16="http://schemas.microsoft.com/office/drawing/2014/main" id="{B41A48F4-D1E8-4A21-A8B5-7EB0280E1691}"/>
                </a:ext>
              </a:extLst>
            </p:cNvPr>
            <p:cNvSpPr/>
            <p:nvPr/>
          </p:nvSpPr>
          <p:spPr bwMode="auto">
            <a:xfrm>
              <a:off x="10390344" y="1436688"/>
              <a:ext cx="1225097" cy="598859"/>
            </a:xfrm>
            <a:prstGeom prst="rect">
              <a:avLst/>
            </a:prstGeom>
            <a:solidFill>
              <a:srgbClr val="D59DFF"/>
            </a:solidFill>
            <a:ln>
              <a:noFill/>
            </a:ln>
            <a:effectLst/>
          </p:spPr>
          <p:style>
            <a:lnRef idx="1">
              <a:schemeClr val="accent1"/>
            </a:lnRef>
            <a:fillRef idx="3">
              <a:schemeClr val="accent1"/>
            </a:fillRef>
            <a:effectRef idx="2">
              <a:schemeClr val="accent1"/>
            </a:effectRef>
            <a:fontRef idx="minor">
              <a:schemeClr val="lt1"/>
            </a:fontRef>
          </p:style>
          <p:txBody>
            <a:bodyPr wrap="square" lIns="49735" rIns="49735" rtlCol="0" anchor="t">
              <a:noAutofit/>
            </a:bodyPr>
            <a:lstStyle/>
            <a:p>
              <a:pPr defTabSz="746123"/>
              <a:r>
                <a:rPr lang="en-US" sz="800" b="1" dirty="0">
                  <a:solidFill>
                    <a:srgbClr val="3B2E58"/>
                  </a:solidFill>
                  <a:latin typeface="Segoe UI" panose="020B0502040204020203" pitchFamily="34" charset="0"/>
                  <a:cs typeface="Segoe UI" panose="020B0502040204020203" pitchFamily="34" charset="0"/>
                </a:rPr>
                <a:t>Dark Purple</a:t>
              </a:r>
            </a:p>
            <a:p>
              <a:pPr defTabSz="746123"/>
              <a:r>
                <a:rPr lang="en-US" sz="800" b="1" dirty="0">
                  <a:solidFill>
                    <a:srgbClr val="000000"/>
                  </a:solidFill>
                  <a:latin typeface="Segoe UI" panose="020B0502040204020203" pitchFamily="34" charset="0"/>
                  <a:cs typeface="Segoe UI" panose="020B0502040204020203" pitchFamily="34" charset="0"/>
                </a:rPr>
                <a:t>Rich Black</a:t>
              </a:r>
            </a:p>
            <a:p>
              <a:pPr defTabSz="746123"/>
              <a:r>
                <a:rPr lang="pt-BR" sz="653" dirty="0">
                  <a:solidFill>
                    <a:srgbClr val="000000"/>
                  </a:solidFill>
                  <a:latin typeface="Segoe UI" panose="020B0502040204020203" pitchFamily="34" charset="0"/>
                  <a:cs typeface="Segoe UI" panose="020B0502040204020203" pitchFamily="34" charset="0"/>
                </a:rPr>
                <a:t>R213 G157 B255 </a:t>
              </a:r>
              <a:br>
                <a:rPr lang="pt-BR" sz="653" dirty="0">
                  <a:solidFill>
                    <a:srgbClr val="000000"/>
                  </a:solidFill>
                  <a:latin typeface="Segoe UI" panose="020B0502040204020203" pitchFamily="34" charset="0"/>
                  <a:cs typeface="Segoe UI" panose="020B0502040204020203" pitchFamily="34" charset="0"/>
                </a:rPr>
              </a:br>
              <a:r>
                <a:rPr lang="pt-BR" sz="653" dirty="0">
                  <a:solidFill>
                    <a:srgbClr val="000000"/>
                  </a:solidFill>
                  <a:latin typeface="Segoe UI" panose="020B0502040204020203" pitchFamily="34" charset="0"/>
                  <a:cs typeface="Segoe UI" panose="020B0502040204020203" pitchFamily="34" charset="0"/>
                </a:rPr>
                <a:t>Hex #D59DFF </a:t>
              </a:r>
              <a:endParaRPr lang="en-US" sz="653" dirty="0">
                <a:solidFill>
                  <a:srgbClr val="000000"/>
                </a:solidFill>
                <a:latin typeface="Segoe UI" panose="020B0502040204020203" pitchFamily="34" charset="0"/>
                <a:cs typeface="Segoe UI" panose="020B0502040204020203" pitchFamily="34" charset="0"/>
              </a:endParaRPr>
            </a:p>
          </p:txBody>
        </p:sp>
      </p:grpSp>
      <p:grpSp>
        <p:nvGrpSpPr>
          <p:cNvPr id="8" name="Brand colors" descr="Microsoft Brand colors with text in accessible brand colors">
            <a:extLst>
              <a:ext uri="{FF2B5EF4-FFF2-40B4-BE49-F238E27FC236}">
                <a16:creationId xmlns:a16="http://schemas.microsoft.com/office/drawing/2014/main" id="{8ACF8968-59CE-4886-948C-335CB2143BF8}"/>
              </a:ext>
            </a:extLst>
          </p:cNvPr>
          <p:cNvGrpSpPr/>
          <p:nvPr/>
        </p:nvGrpSpPr>
        <p:grpSpPr>
          <a:xfrm>
            <a:off x="4670306" y="2069168"/>
            <a:ext cx="6945151" cy="592860"/>
            <a:chOff x="4065588" y="2065908"/>
            <a:chExt cx="7549853" cy="601359"/>
          </a:xfrm>
        </p:grpSpPr>
        <p:sp>
          <p:nvSpPr>
            <p:cNvPr id="44" name="Rectangle 43" descr="Orange shape">
              <a:extLst>
                <a:ext uri="{FF2B5EF4-FFF2-40B4-BE49-F238E27FC236}">
                  <a16:creationId xmlns:a16="http://schemas.microsoft.com/office/drawing/2014/main" id="{EED6C192-0F39-417C-B412-BE8997774A8C}"/>
                </a:ext>
              </a:extLst>
            </p:cNvPr>
            <p:cNvSpPr/>
            <p:nvPr/>
          </p:nvSpPr>
          <p:spPr bwMode="auto">
            <a:xfrm>
              <a:off x="4065588" y="2065908"/>
              <a:ext cx="1225097" cy="601358"/>
            </a:xfrm>
            <a:prstGeom prst="rect">
              <a:avLst/>
            </a:prstGeom>
            <a:solidFill>
              <a:srgbClr val="D83B01"/>
            </a:solidFill>
            <a:ln>
              <a:noFill/>
            </a:ln>
            <a:effectLst/>
          </p:spPr>
          <p:style>
            <a:lnRef idx="1">
              <a:schemeClr val="accent1"/>
            </a:lnRef>
            <a:fillRef idx="3">
              <a:schemeClr val="accent1"/>
            </a:fillRef>
            <a:effectRef idx="2">
              <a:schemeClr val="accent1"/>
            </a:effectRef>
            <a:fontRef idx="minor">
              <a:schemeClr val="lt1"/>
            </a:fontRef>
          </p:style>
          <p:txBody>
            <a:bodyPr lIns="49735" rIns="49735" rtlCol="0" anchor="t"/>
            <a:lstStyle/>
            <a:p>
              <a:pPr defTabSz="746123"/>
              <a:r>
                <a:rPr lang="en-US" sz="800" b="1" dirty="0">
                  <a:solidFill>
                    <a:srgbClr val="FFFFFF"/>
                  </a:solidFill>
                  <a:latin typeface="Segoe UI" panose="020B0502040204020203" pitchFamily="34" charset="0"/>
                  <a:cs typeface="Segoe UI" panose="020B0502040204020203" pitchFamily="34" charset="0"/>
                </a:rPr>
                <a:t>White</a:t>
              </a:r>
            </a:p>
            <a:p>
              <a:pPr defTabSz="746123"/>
              <a:r>
                <a:rPr lang="en-US" sz="800" b="1" dirty="0">
                  <a:solidFill>
                    <a:srgbClr val="000000"/>
                  </a:solidFill>
                  <a:latin typeface="Segoe UI" panose="020B0502040204020203" pitchFamily="34" charset="0"/>
                  <a:cs typeface="Segoe UI" panose="020B0502040204020203" pitchFamily="34" charset="0"/>
                </a:rPr>
                <a:t>Rich Black</a:t>
              </a:r>
              <a:endParaRPr lang="en-US" sz="800" dirty="0">
                <a:solidFill>
                  <a:srgbClr val="FFFFFF"/>
                </a:solidFill>
                <a:latin typeface="Segoe UI" panose="020B0502040204020203" pitchFamily="34" charset="0"/>
                <a:cs typeface="Segoe UI" panose="020B0502040204020203" pitchFamily="34" charset="0"/>
              </a:endParaRPr>
            </a:p>
            <a:p>
              <a:pPr defTabSz="746123"/>
              <a:r>
                <a:rPr lang="en-US" sz="650" dirty="0">
                  <a:solidFill>
                    <a:srgbClr val="FFFFFF"/>
                  </a:solidFill>
                  <a:latin typeface="Segoe UI" panose="020B0502040204020203" pitchFamily="34" charset="0"/>
                  <a:cs typeface="Segoe UI" panose="020B0502040204020203" pitchFamily="34" charset="0"/>
                </a:rPr>
                <a:t>R216 G59 B1</a:t>
              </a:r>
            </a:p>
            <a:p>
              <a:pPr defTabSz="746123">
                <a:spcAft>
                  <a:spcPts val="326"/>
                </a:spcAft>
              </a:pPr>
              <a:r>
                <a:rPr lang="en-US" sz="650" dirty="0">
                  <a:solidFill>
                    <a:srgbClr val="FFFFFF"/>
                  </a:solidFill>
                  <a:latin typeface="Segoe UI" panose="020B0502040204020203" pitchFamily="34" charset="0"/>
                  <a:cs typeface="Segoe UI" panose="020B0502040204020203" pitchFamily="34" charset="0"/>
                </a:rPr>
                <a:t>Hex #D83B01</a:t>
              </a:r>
            </a:p>
            <a:p>
              <a:pPr defTabSz="746123"/>
              <a:endParaRPr lang="en-US" sz="650" b="1" dirty="0">
                <a:solidFill>
                  <a:srgbClr val="000000"/>
                </a:solidFill>
                <a:latin typeface="Segoe UI" panose="020B0502040204020203" pitchFamily="34" charset="0"/>
                <a:cs typeface="Segoe UI" panose="020B0502040204020203" pitchFamily="34" charset="0"/>
              </a:endParaRPr>
            </a:p>
            <a:p>
              <a:pPr defTabSz="746123"/>
              <a:endParaRPr lang="en-US" sz="650" b="1" dirty="0">
                <a:solidFill>
                  <a:srgbClr val="FFFFFF"/>
                </a:solidFill>
                <a:latin typeface="Segoe UI" panose="020B0502040204020203" pitchFamily="34" charset="0"/>
                <a:cs typeface="Segoe UI" panose="020B0502040204020203" pitchFamily="34" charset="0"/>
              </a:endParaRPr>
            </a:p>
          </p:txBody>
        </p:sp>
        <p:sp>
          <p:nvSpPr>
            <p:cNvPr id="63" name="Freeform 39" descr="Yellow shape">
              <a:extLst>
                <a:ext uri="{FF2B5EF4-FFF2-40B4-BE49-F238E27FC236}">
                  <a16:creationId xmlns:a16="http://schemas.microsoft.com/office/drawing/2014/main" id="{F7A163AB-16EC-4A9A-B9AE-4A55C7CBBD3E}"/>
                </a:ext>
              </a:extLst>
            </p:cNvPr>
            <p:cNvSpPr/>
            <p:nvPr/>
          </p:nvSpPr>
          <p:spPr bwMode="auto">
            <a:xfrm>
              <a:off x="5324151" y="2065908"/>
              <a:ext cx="1225097" cy="601358"/>
            </a:xfrm>
            <a:prstGeom prst="rect">
              <a:avLst/>
            </a:prstGeom>
            <a:solidFill>
              <a:srgbClr val="FFB900"/>
            </a:solidFill>
            <a:ln>
              <a:noFill/>
            </a:ln>
            <a:effectLst/>
          </p:spPr>
          <p:style>
            <a:lnRef idx="1">
              <a:schemeClr val="accent1"/>
            </a:lnRef>
            <a:fillRef idx="3">
              <a:schemeClr val="accent1"/>
            </a:fillRef>
            <a:effectRef idx="2">
              <a:schemeClr val="accent1"/>
            </a:effectRef>
            <a:fontRef idx="minor">
              <a:schemeClr val="lt1"/>
            </a:fontRef>
          </p:style>
          <p:txBody>
            <a:bodyPr wrap="square" lIns="49735" rIns="49735" rtlCol="0" anchor="t">
              <a:noAutofit/>
            </a:bodyPr>
            <a:lstStyle/>
            <a:p>
              <a:pPr defTabSz="746123"/>
              <a:r>
                <a:rPr lang="en-US" sz="800" b="1" dirty="0">
                  <a:solidFill>
                    <a:srgbClr val="000000"/>
                  </a:solidFill>
                  <a:latin typeface="Segoe UI" panose="020B0502040204020203" pitchFamily="34" charset="0"/>
                  <a:cs typeface="Segoe UI" panose="020B0502040204020203" pitchFamily="34" charset="0"/>
                </a:rPr>
                <a:t>Rich Black</a:t>
              </a:r>
            </a:p>
            <a:p>
              <a:pPr defTabSz="746123"/>
              <a:r>
                <a:rPr lang="pt-BR" sz="650" dirty="0">
                  <a:solidFill>
                    <a:srgbClr val="000000"/>
                  </a:solidFill>
                  <a:latin typeface="Segoe UI" panose="020B0502040204020203" pitchFamily="34" charset="0"/>
                  <a:cs typeface="Segoe UI" panose="020B0502040204020203" pitchFamily="34" charset="0"/>
                </a:rPr>
                <a:t>R255 G185 B0</a:t>
              </a:r>
            </a:p>
            <a:p>
              <a:pPr defTabSz="746123"/>
              <a:r>
                <a:rPr lang="pt-BR" sz="650" dirty="0">
                  <a:solidFill>
                    <a:srgbClr val="000000"/>
                  </a:solidFill>
                  <a:latin typeface="Segoe UI" panose="020B0502040204020203" pitchFamily="34" charset="0"/>
                  <a:cs typeface="Segoe UI" panose="020B0502040204020203" pitchFamily="34" charset="0"/>
                </a:rPr>
                <a:t>Hex #FFB900</a:t>
              </a:r>
            </a:p>
          </p:txBody>
        </p:sp>
        <p:sp>
          <p:nvSpPr>
            <p:cNvPr id="38" name="Rectangle 37" descr="Green shape">
              <a:extLst>
                <a:ext uri="{FF2B5EF4-FFF2-40B4-BE49-F238E27FC236}">
                  <a16:creationId xmlns:a16="http://schemas.microsoft.com/office/drawing/2014/main" id="{5BF02026-F3EE-4817-B184-CDBAFACB830F}"/>
                </a:ext>
              </a:extLst>
            </p:cNvPr>
            <p:cNvSpPr/>
            <p:nvPr/>
          </p:nvSpPr>
          <p:spPr bwMode="auto">
            <a:xfrm>
              <a:off x="6590700" y="2065908"/>
              <a:ext cx="1225097" cy="601358"/>
            </a:xfrm>
            <a:prstGeom prst="rect">
              <a:avLst/>
            </a:prstGeom>
            <a:solidFill>
              <a:srgbClr val="107C10"/>
            </a:solidFill>
            <a:ln>
              <a:noFill/>
            </a:ln>
            <a:effectLst/>
          </p:spPr>
          <p:style>
            <a:lnRef idx="1">
              <a:schemeClr val="accent1"/>
            </a:lnRef>
            <a:fillRef idx="3">
              <a:schemeClr val="accent1"/>
            </a:fillRef>
            <a:effectRef idx="2">
              <a:schemeClr val="accent1"/>
            </a:effectRef>
            <a:fontRef idx="minor">
              <a:schemeClr val="lt1"/>
            </a:fontRef>
          </p:style>
          <p:txBody>
            <a:bodyPr lIns="49735" rIns="49735" rtlCol="0" anchor="t"/>
            <a:lstStyle/>
            <a:p>
              <a:pPr defTabSz="746123"/>
              <a:r>
                <a:rPr lang="en-US" sz="800" b="1" dirty="0">
                  <a:solidFill>
                    <a:srgbClr val="FFFFFF"/>
                  </a:solidFill>
                  <a:latin typeface="Segoe UI" panose="020B0502040204020203" pitchFamily="34" charset="0"/>
                  <a:cs typeface="Segoe UI" panose="020B0502040204020203" pitchFamily="34" charset="0"/>
                </a:rPr>
                <a:t>White</a:t>
              </a:r>
            </a:p>
            <a:p>
              <a:pPr defTabSz="746123"/>
              <a:r>
                <a:rPr lang="pt-BR" sz="650" dirty="0">
                  <a:solidFill>
                    <a:srgbClr val="FFFFFF"/>
                  </a:solidFill>
                  <a:latin typeface="Segoe UI" panose="020B0502040204020203" pitchFamily="34" charset="0"/>
                  <a:cs typeface="Segoe UI" panose="020B0502040204020203" pitchFamily="34" charset="0"/>
                </a:rPr>
                <a:t>R16 G124 B16</a:t>
              </a:r>
            </a:p>
            <a:p>
              <a:pPr defTabSz="746123"/>
              <a:r>
                <a:rPr lang="pt-BR" sz="650" dirty="0">
                  <a:solidFill>
                    <a:srgbClr val="FFFFFF"/>
                  </a:solidFill>
                  <a:latin typeface="Segoe UI" panose="020B0502040204020203" pitchFamily="34" charset="0"/>
                  <a:cs typeface="Segoe UI" panose="020B0502040204020203" pitchFamily="34" charset="0"/>
                </a:rPr>
                <a:t>Hex #107C10</a:t>
              </a:r>
            </a:p>
            <a:p>
              <a:pPr defTabSz="746123"/>
              <a:endParaRPr lang="en-US" sz="650" b="1" dirty="0">
                <a:solidFill>
                  <a:srgbClr val="FFFFFF"/>
                </a:solidFill>
                <a:latin typeface="Segoe UI" panose="020B0502040204020203" pitchFamily="34" charset="0"/>
                <a:cs typeface="Segoe UI" panose="020B0502040204020203" pitchFamily="34" charset="0"/>
              </a:endParaRPr>
            </a:p>
          </p:txBody>
        </p:sp>
        <p:sp>
          <p:nvSpPr>
            <p:cNvPr id="39" name="Rectangle 38" descr="Teal shape">
              <a:extLst>
                <a:ext uri="{FF2B5EF4-FFF2-40B4-BE49-F238E27FC236}">
                  <a16:creationId xmlns:a16="http://schemas.microsoft.com/office/drawing/2014/main" id="{C75DECB7-6846-45E7-ADF8-FAAE77209BFA}"/>
                </a:ext>
              </a:extLst>
            </p:cNvPr>
            <p:cNvSpPr/>
            <p:nvPr/>
          </p:nvSpPr>
          <p:spPr bwMode="auto">
            <a:xfrm>
              <a:off x="7857249" y="2065908"/>
              <a:ext cx="1225097" cy="601358"/>
            </a:xfrm>
            <a:prstGeom prst="rect">
              <a:avLst/>
            </a:prstGeom>
            <a:solidFill>
              <a:srgbClr val="008575"/>
            </a:solidFill>
            <a:ln>
              <a:noFill/>
            </a:ln>
            <a:effectLst/>
          </p:spPr>
          <p:style>
            <a:lnRef idx="1">
              <a:schemeClr val="accent1"/>
            </a:lnRef>
            <a:fillRef idx="3">
              <a:schemeClr val="accent1"/>
            </a:fillRef>
            <a:effectRef idx="2">
              <a:schemeClr val="accent1"/>
            </a:effectRef>
            <a:fontRef idx="minor">
              <a:schemeClr val="lt1"/>
            </a:fontRef>
          </p:style>
          <p:txBody>
            <a:bodyPr lIns="49735" rIns="49735" rtlCol="0" anchor="t"/>
            <a:lstStyle/>
            <a:p>
              <a:pPr defTabSz="746123"/>
              <a:r>
                <a:rPr lang="en-US" sz="800" b="1" dirty="0">
                  <a:solidFill>
                    <a:srgbClr val="FFFFFF"/>
                  </a:solidFill>
                  <a:latin typeface="Segoe UI" panose="020B0502040204020203" pitchFamily="34" charset="0"/>
                  <a:cs typeface="Segoe UI" panose="020B0502040204020203" pitchFamily="34" charset="0"/>
                </a:rPr>
                <a:t>White</a:t>
              </a:r>
            </a:p>
            <a:p>
              <a:pPr defTabSz="746123"/>
              <a:r>
                <a:rPr lang="en-US" sz="800" b="1" dirty="0">
                  <a:solidFill>
                    <a:srgbClr val="000000"/>
                  </a:solidFill>
                  <a:latin typeface="Segoe UI" panose="020B0502040204020203" pitchFamily="34" charset="0"/>
                  <a:cs typeface="Segoe UI" panose="020B0502040204020203" pitchFamily="34" charset="0"/>
                </a:rPr>
                <a:t>Rich Black</a:t>
              </a:r>
            </a:p>
            <a:p>
              <a:pPr defTabSz="746123"/>
              <a:r>
                <a:rPr lang="pt-BR" sz="650" dirty="0">
                  <a:solidFill>
                    <a:srgbClr val="FFFFFF"/>
                  </a:solidFill>
                  <a:latin typeface="Segoe UI" panose="020B0502040204020203" pitchFamily="34" charset="0"/>
                  <a:cs typeface="Segoe UI" panose="020B0502040204020203" pitchFamily="34" charset="0"/>
                </a:rPr>
                <a:t>R0 G133 B117</a:t>
              </a:r>
            </a:p>
            <a:p>
              <a:pPr defTabSz="746123"/>
              <a:r>
                <a:rPr lang="pt-BR" sz="650" dirty="0">
                  <a:solidFill>
                    <a:srgbClr val="FFFFFF"/>
                  </a:solidFill>
                  <a:latin typeface="Segoe UI" panose="020B0502040204020203" pitchFamily="34" charset="0"/>
                  <a:cs typeface="Segoe UI" panose="020B0502040204020203" pitchFamily="34" charset="0"/>
                </a:rPr>
                <a:t>Hex #008575</a:t>
              </a:r>
            </a:p>
            <a:p>
              <a:pPr defTabSz="746123"/>
              <a:endParaRPr lang="en-US" sz="650" b="1" dirty="0">
                <a:solidFill>
                  <a:srgbClr val="000000"/>
                </a:solidFill>
                <a:latin typeface="Segoe UI" panose="020B0502040204020203" pitchFamily="34" charset="0"/>
                <a:cs typeface="Segoe UI" panose="020B0502040204020203" pitchFamily="34" charset="0"/>
              </a:endParaRPr>
            </a:p>
            <a:p>
              <a:pPr defTabSz="746123"/>
              <a:endParaRPr lang="en-US" sz="650" b="1" dirty="0">
                <a:solidFill>
                  <a:srgbClr val="FFFFFF"/>
                </a:solidFill>
                <a:latin typeface="Segoe UI" panose="020B0502040204020203" pitchFamily="34" charset="0"/>
                <a:cs typeface="Segoe UI" panose="020B0502040204020203" pitchFamily="34" charset="0"/>
              </a:endParaRPr>
            </a:p>
          </p:txBody>
        </p:sp>
        <p:sp>
          <p:nvSpPr>
            <p:cNvPr id="40" name="Rectangle 39" descr="Blue shape">
              <a:extLst>
                <a:ext uri="{FF2B5EF4-FFF2-40B4-BE49-F238E27FC236}">
                  <a16:creationId xmlns:a16="http://schemas.microsoft.com/office/drawing/2014/main" id="{85C19067-F49C-4B80-B492-5449238C0613}"/>
                </a:ext>
              </a:extLst>
            </p:cNvPr>
            <p:cNvSpPr/>
            <p:nvPr/>
          </p:nvSpPr>
          <p:spPr bwMode="auto">
            <a:xfrm>
              <a:off x="9123797" y="2065908"/>
              <a:ext cx="1225097" cy="601358"/>
            </a:xfrm>
            <a:prstGeom prst="rect">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lIns="49735" rIns="49735" rtlCol="0" anchor="t"/>
            <a:lstStyle/>
            <a:p>
              <a:pPr defTabSz="746123"/>
              <a:r>
                <a:rPr lang="en-US" sz="800" b="1" dirty="0">
                  <a:solidFill>
                    <a:srgbClr val="FFFFFF"/>
                  </a:solidFill>
                  <a:latin typeface="Segoe UI" panose="020B0502040204020203" pitchFamily="34" charset="0"/>
                  <a:cs typeface="Segoe UI" panose="020B0502040204020203" pitchFamily="34" charset="0"/>
                </a:rPr>
                <a:t>White</a:t>
              </a:r>
            </a:p>
            <a:p>
              <a:pPr defTabSz="746123"/>
              <a:r>
                <a:rPr lang="en-US" sz="800" b="1" dirty="0">
                  <a:solidFill>
                    <a:srgbClr val="000000"/>
                  </a:solidFill>
                  <a:latin typeface="Segoe UI" panose="020B0502040204020203" pitchFamily="34" charset="0"/>
                  <a:cs typeface="Segoe UI" panose="020B0502040204020203" pitchFamily="34" charset="0"/>
                </a:rPr>
                <a:t>Rich Black</a:t>
              </a:r>
            </a:p>
            <a:p>
              <a:pPr defTabSz="746123"/>
              <a:r>
                <a:rPr lang="pt-BR" sz="650" dirty="0">
                  <a:solidFill>
                    <a:srgbClr val="FFFFFF"/>
                  </a:solidFill>
                  <a:latin typeface="Segoe UI" panose="020B0502040204020203" pitchFamily="34" charset="0"/>
                  <a:cs typeface="Segoe UI" panose="020B0502040204020203" pitchFamily="34" charset="0"/>
                </a:rPr>
                <a:t>R0 G120 B212</a:t>
              </a:r>
            </a:p>
            <a:p>
              <a:pPr defTabSz="746123"/>
              <a:r>
                <a:rPr lang="pt-BR" sz="650" dirty="0">
                  <a:solidFill>
                    <a:srgbClr val="FFFFFF"/>
                  </a:solidFill>
                  <a:latin typeface="Segoe UI" panose="020B0502040204020203" pitchFamily="34" charset="0"/>
                  <a:cs typeface="Segoe UI" panose="020B0502040204020203" pitchFamily="34" charset="0"/>
                </a:rPr>
                <a:t>Hex #0078D4</a:t>
              </a:r>
            </a:p>
            <a:p>
              <a:pPr defTabSz="746123"/>
              <a:endParaRPr lang="en-US" sz="650" b="1" dirty="0">
                <a:solidFill>
                  <a:srgbClr val="000000"/>
                </a:solidFill>
                <a:latin typeface="Segoe UI" panose="020B0502040204020203" pitchFamily="34" charset="0"/>
                <a:cs typeface="Segoe UI" panose="020B0502040204020203" pitchFamily="34" charset="0"/>
              </a:endParaRPr>
            </a:p>
            <a:p>
              <a:pPr defTabSz="746123"/>
              <a:endParaRPr lang="en-US" sz="650" b="1" dirty="0">
                <a:solidFill>
                  <a:srgbClr val="FFFFFF"/>
                </a:solidFill>
                <a:latin typeface="Segoe UI" panose="020B0502040204020203" pitchFamily="34" charset="0"/>
                <a:cs typeface="Segoe UI" panose="020B0502040204020203" pitchFamily="34" charset="0"/>
              </a:endParaRPr>
            </a:p>
          </p:txBody>
        </p:sp>
        <p:sp>
          <p:nvSpPr>
            <p:cNvPr id="41" name="Rectangle 40" descr="Purple shape">
              <a:extLst>
                <a:ext uri="{FF2B5EF4-FFF2-40B4-BE49-F238E27FC236}">
                  <a16:creationId xmlns:a16="http://schemas.microsoft.com/office/drawing/2014/main" id="{42950567-0FD6-44FF-8285-6B2843BE41BE}"/>
                </a:ext>
              </a:extLst>
            </p:cNvPr>
            <p:cNvSpPr/>
            <p:nvPr/>
          </p:nvSpPr>
          <p:spPr bwMode="auto">
            <a:xfrm>
              <a:off x="10390344" y="2065909"/>
              <a:ext cx="1225097" cy="601358"/>
            </a:xfrm>
            <a:prstGeom prst="rect">
              <a:avLst/>
            </a:prstGeom>
            <a:solidFill>
              <a:srgbClr val="8661C5"/>
            </a:solidFill>
            <a:ln>
              <a:noFill/>
            </a:ln>
            <a:effectLst/>
          </p:spPr>
          <p:style>
            <a:lnRef idx="1">
              <a:schemeClr val="accent1"/>
            </a:lnRef>
            <a:fillRef idx="3">
              <a:schemeClr val="accent1"/>
            </a:fillRef>
            <a:effectRef idx="2">
              <a:schemeClr val="accent1"/>
            </a:effectRef>
            <a:fontRef idx="minor">
              <a:schemeClr val="lt1"/>
            </a:fontRef>
          </p:style>
          <p:txBody>
            <a:bodyPr lIns="49735" rIns="49735" rtlCol="0" anchor="t"/>
            <a:lstStyle/>
            <a:p>
              <a:pPr defTabSz="746123"/>
              <a:r>
                <a:rPr lang="en-US" sz="800" b="1" dirty="0">
                  <a:solidFill>
                    <a:srgbClr val="FFFFFF"/>
                  </a:solidFill>
                  <a:latin typeface="Segoe UI" panose="020B0502040204020203" pitchFamily="34" charset="0"/>
                  <a:cs typeface="Segoe UI" panose="020B0502040204020203" pitchFamily="34" charset="0"/>
                </a:rPr>
                <a:t>White</a:t>
              </a:r>
            </a:p>
            <a:p>
              <a:pPr defTabSz="746123"/>
              <a:r>
                <a:rPr lang="en-US" sz="800" b="1" dirty="0">
                  <a:solidFill>
                    <a:srgbClr val="000000"/>
                  </a:solidFill>
                  <a:latin typeface="Segoe UI" panose="020B0502040204020203" pitchFamily="34" charset="0"/>
                  <a:cs typeface="Segoe UI" panose="020B0502040204020203" pitchFamily="34" charset="0"/>
                </a:rPr>
                <a:t>Rich Black</a:t>
              </a:r>
              <a:endParaRPr lang="en-US" sz="800" b="1" dirty="0">
                <a:solidFill>
                  <a:srgbClr val="FFFFFF"/>
                </a:solidFill>
                <a:latin typeface="Segoe UI" panose="020B0502040204020203" pitchFamily="34" charset="0"/>
                <a:cs typeface="Segoe UI" panose="020B0502040204020203" pitchFamily="34" charset="0"/>
              </a:endParaRPr>
            </a:p>
            <a:p>
              <a:pPr defTabSz="746123"/>
              <a:r>
                <a:rPr lang="pt-BR" sz="650" dirty="0">
                  <a:solidFill>
                    <a:srgbClr val="FFFFFF"/>
                  </a:solidFill>
                  <a:latin typeface="Segoe UI" panose="020B0502040204020203" pitchFamily="34" charset="0"/>
                  <a:cs typeface="Segoe UI" panose="020B0502040204020203" pitchFamily="34" charset="0"/>
                </a:rPr>
                <a:t>R134 G97 B197</a:t>
              </a:r>
            </a:p>
            <a:p>
              <a:pPr defTabSz="746123"/>
              <a:r>
                <a:rPr lang="pt-BR" sz="650" dirty="0">
                  <a:solidFill>
                    <a:srgbClr val="FFFFFF"/>
                  </a:solidFill>
                  <a:latin typeface="Segoe UI" panose="020B0502040204020203" pitchFamily="34" charset="0"/>
                  <a:cs typeface="Segoe UI" panose="020B0502040204020203" pitchFamily="34" charset="0"/>
                </a:rPr>
                <a:t>Hex #8661C5</a:t>
              </a:r>
            </a:p>
            <a:p>
              <a:pPr defTabSz="746123"/>
              <a:endParaRPr lang="en-US" sz="650" b="1" dirty="0">
                <a:solidFill>
                  <a:srgbClr val="FFFFFF"/>
                </a:solidFill>
                <a:latin typeface="Segoe UI" panose="020B0502040204020203" pitchFamily="34" charset="0"/>
                <a:cs typeface="Segoe UI" panose="020B0502040204020203" pitchFamily="34" charset="0"/>
              </a:endParaRPr>
            </a:p>
          </p:txBody>
        </p:sp>
      </p:grpSp>
      <p:grpSp>
        <p:nvGrpSpPr>
          <p:cNvPr id="9" name="Dark Brand colors" descr="Dark Microsoft Brand colors with text in accessible brand colors">
            <a:extLst>
              <a:ext uri="{FF2B5EF4-FFF2-40B4-BE49-F238E27FC236}">
                <a16:creationId xmlns:a16="http://schemas.microsoft.com/office/drawing/2014/main" id="{2F096BB6-55F1-40FF-9B57-5E87B09575C0}"/>
              </a:ext>
            </a:extLst>
          </p:cNvPr>
          <p:cNvGrpSpPr/>
          <p:nvPr/>
        </p:nvGrpSpPr>
        <p:grpSpPr>
          <a:xfrm>
            <a:off x="4670306" y="2701649"/>
            <a:ext cx="6945151" cy="592860"/>
            <a:chOff x="4065588" y="2697627"/>
            <a:chExt cx="7549853" cy="601358"/>
          </a:xfrm>
        </p:grpSpPr>
        <p:sp>
          <p:nvSpPr>
            <p:cNvPr id="59" name="Rectangle 58" descr="Dark Orange shape">
              <a:extLst>
                <a:ext uri="{FF2B5EF4-FFF2-40B4-BE49-F238E27FC236}">
                  <a16:creationId xmlns:a16="http://schemas.microsoft.com/office/drawing/2014/main" id="{0CB66887-9ECF-4A45-9981-89E577AA18A3}"/>
                </a:ext>
              </a:extLst>
            </p:cNvPr>
            <p:cNvSpPr/>
            <p:nvPr/>
          </p:nvSpPr>
          <p:spPr bwMode="auto">
            <a:xfrm>
              <a:off x="4065588" y="2697627"/>
              <a:ext cx="1225097" cy="601358"/>
            </a:xfrm>
            <a:prstGeom prst="rect">
              <a:avLst/>
            </a:prstGeom>
            <a:solidFill>
              <a:srgbClr val="6B2929"/>
            </a:solidFill>
            <a:ln>
              <a:noFill/>
            </a:ln>
            <a:effectLst/>
          </p:spPr>
          <p:style>
            <a:lnRef idx="1">
              <a:schemeClr val="accent1"/>
            </a:lnRef>
            <a:fillRef idx="3">
              <a:schemeClr val="accent1"/>
            </a:fillRef>
            <a:effectRef idx="2">
              <a:schemeClr val="accent1"/>
            </a:effectRef>
            <a:fontRef idx="minor">
              <a:schemeClr val="lt1"/>
            </a:fontRef>
          </p:style>
          <p:txBody>
            <a:bodyPr lIns="49735" rIns="49735" rtlCol="0" anchor="t"/>
            <a:lstStyle/>
            <a:p>
              <a:pPr defTabSz="746123"/>
              <a:r>
                <a:rPr lang="en-US" sz="800" b="1" dirty="0">
                  <a:solidFill>
                    <a:srgbClr val="FF9349"/>
                  </a:solidFill>
                  <a:latin typeface="Segoe UI" panose="020B0502040204020203" pitchFamily="34" charset="0"/>
                  <a:cs typeface="Segoe UI" panose="020B0502040204020203" pitchFamily="34" charset="0"/>
                </a:rPr>
                <a:t>Light Orange</a:t>
              </a:r>
            </a:p>
            <a:p>
              <a:pPr defTabSz="746123"/>
              <a:r>
                <a:rPr lang="en-US" sz="800" b="1" dirty="0">
                  <a:solidFill>
                    <a:srgbClr val="FFFFFF"/>
                  </a:solidFill>
                  <a:latin typeface="Segoe UI" panose="020B0502040204020203" pitchFamily="34" charset="0"/>
                  <a:cs typeface="Segoe UI" panose="020B0502040204020203" pitchFamily="34" charset="0"/>
                </a:rPr>
                <a:t>White</a:t>
              </a:r>
            </a:p>
            <a:p>
              <a:pPr defTabSz="746123"/>
              <a:r>
                <a:rPr lang="pt-BR" sz="653" dirty="0">
                  <a:solidFill>
                    <a:srgbClr val="FFFFFF"/>
                  </a:solidFill>
                  <a:latin typeface="Segoe UI" panose="020B0502040204020203" pitchFamily="34" charset="0"/>
                  <a:cs typeface="Segoe UI" panose="020B0502040204020203" pitchFamily="34" charset="0"/>
                </a:rPr>
                <a:t>R107 G41 B41 </a:t>
              </a:r>
              <a:br>
                <a:rPr lang="pt-BR" sz="653" dirty="0">
                  <a:solidFill>
                    <a:srgbClr val="FFFFFF"/>
                  </a:solidFill>
                  <a:latin typeface="Segoe UI" panose="020B0502040204020203" pitchFamily="34" charset="0"/>
                  <a:cs typeface="Segoe UI" panose="020B0502040204020203" pitchFamily="34" charset="0"/>
                </a:rPr>
              </a:br>
              <a:r>
                <a:rPr lang="pt-BR" sz="653" dirty="0">
                  <a:solidFill>
                    <a:srgbClr val="FFFFFF"/>
                  </a:solidFill>
                  <a:latin typeface="Segoe UI" panose="020B0502040204020203" pitchFamily="34" charset="0"/>
                  <a:cs typeface="Segoe UI" panose="020B0502040204020203" pitchFamily="34" charset="0"/>
                </a:rPr>
                <a:t>Hex #6B2929</a:t>
              </a:r>
              <a:endParaRPr lang="en-US" sz="653" dirty="0">
                <a:solidFill>
                  <a:srgbClr val="FFFFFF"/>
                </a:solidFill>
                <a:latin typeface="Segoe UI" panose="020B0502040204020203" pitchFamily="34" charset="0"/>
                <a:cs typeface="Segoe UI" panose="020B0502040204020203" pitchFamily="34" charset="0"/>
              </a:endParaRPr>
            </a:p>
          </p:txBody>
        </p:sp>
        <p:sp>
          <p:nvSpPr>
            <p:cNvPr id="65" name="Rectangle 64" descr="Dark Yellow shape">
              <a:extLst>
                <a:ext uri="{FF2B5EF4-FFF2-40B4-BE49-F238E27FC236}">
                  <a16:creationId xmlns:a16="http://schemas.microsoft.com/office/drawing/2014/main" id="{99C9AF21-1991-4D27-AC88-4C44D45A013A}"/>
                </a:ext>
              </a:extLst>
            </p:cNvPr>
            <p:cNvSpPr/>
            <p:nvPr/>
          </p:nvSpPr>
          <p:spPr bwMode="auto">
            <a:xfrm>
              <a:off x="5324151" y="2697627"/>
              <a:ext cx="1225097" cy="601358"/>
            </a:xfrm>
            <a:prstGeom prst="rect">
              <a:avLst/>
            </a:prstGeom>
            <a:solidFill>
              <a:srgbClr val="6A4B16"/>
            </a:solidFill>
            <a:ln>
              <a:noFill/>
            </a:ln>
            <a:effectLst/>
          </p:spPr>
          <p:style>
            <a:lnRef idx="1">
              <a:schemeClr val="accent1"/>
            </a:lnRef>
            <a:fillRef idx="3">
              <a:schemeClr val="accent1"/>
            </a:fillRef>
            <a:effectRef idx="2">
              <a:schemeClr val="accent1"/>
            </a:effectRef>
            <a:fontRef idx="minor">
              <a:schemeClr val="lt1"/>
            </a:fontRef>
          </p:style>
          <p:txBody>
            <a:bodyPr lIns="49735" rIns="49735" rtlCol="0" anchor="t"/>
            <a:lstStyle/>
            <a:p>
              <a:pPr defTabSz="746123"/>
              <a:r>
                <a:rPr lang="en-US" sz="800" b="1" dirty="0">
                  <a:solidFill>
                    <a:srgbClr val="FEF000"/>
                  </a:solidFill>
                  <a:latin typeface="Segoe UI" panose="020B0502040204020203" pitchFamily="34" charset="0"/>
                  <a:cs typeface="Segoe UI" panose="020B0502040204020203" pitchFamily="34" charset="0"/>
                </a:rPr>
                <a:t>Light Yellow</a:t>
              </a:r>
            </a:p>
            <a:p>
              <a:pPr defTabSz="746123"/>
              <a:r>
                <a:rPr lang="en-US" sz="800" b="1" dirty="0">
                  <a:solidFill>
                    <a:srgbClr val="FFFFFF"/>
                  </a:solidFill>
                  <a:latin typeface="Segoe UI" panose="020B0502040204020203" pitchFamily="34" charset="0"/>
                  <a:cs typeface="Segoe UI" panose="020B0502040204020203" pitchFamily="34" charset="0"/>
                </a:rPr>
                <a:t>White</a:t>
              </a:r>
            </a:p>
            <a:p>
              <a:pPr defTabSz="746123"/>
              <a:r>
                <a:rPr lang="pt-BR" sz="653" dirty="0">
                  <a:solidFill>
                    <a:srgbClr val="FFFFFF"/>
                  </a:solidFill>
                  <a:latin typeface="Segoe UI" panose="020B0502040204020203" pitchFamily="34" charset="0"/>
                  <a:cs typeface="Segoe UI" panose="020B0502040204020203" pitchFamily="34" charset="0"/>
                </a:rPr>
                <a:t>R106 G75 B22 </a:t>
              </a:r>
              <a:br>
                <a:rPr lang="pt-BR" sz="653" dirty="0">
                  <a:solidFill>
                    <a:srgbClr val="FFFFFF"/>
                  </a:solidFill>
                  <a:latin typeface="Segoe UI" panose="020B0502040204020203" pitchFamily="34" charset="0"/>
                  <a:cs typeface="Segoe UI" panose="020B0502040204020203" pitchFamily="34" charset="0"/>
                </a:rPr>
              </a:br>
              <a:r>
                <a:rPr lang="pt-BR" sz="653" dirty="0">
                  <a:solidFill>
                    <a:srgbClr val="FFFFFF"/>
                  </a:solidFill>
                  <a:latin typeface="Segoe UI" panose="020B0502040204020203" pitchFamily="34" charset="0"/>
                  <a:cs typeface="Segoe UI" panose="020B0502040204020203" pitchFamily="34" charset="0"/>
                </a:rPr>
                <a:t>Hex #6A4B16 </a:t>
              </a:r>
              <a:endParaRPr lang="en-US" sz="653" dirty="0">
                <a:solidFill>
                  <a:srgbClr val="FFFFFF"/>
                </a:solidFill>
                <a:latin typeface="Segoe UI" panose="020B0502040204020203" pitchFamily="34" charset="0"/>
                <a:cs typeface="Segoe UI" panose="020B0502040204020203" pitchFamily="34" charset="0"/>
              </a:endParaRPr>
            </a:p>
          </p:txBody>
        </p:sp>
        <p:sp>
          <p:nvSpPr>
            <p:cNvPr id="51" name="Rectangle 50" descr="Dark Green shape">
              <a:extLst>
                <a:ext uri="{FF2B5EF4-FFF2-40B4-BE49-F238E27FC236}">
                  <a16:creationId xmlns:a16="http://schemas.microsoft.com/office/drawing/2014/main" id="{2A7BFABF-3160-4E9F-B050-B364ABE643BE}"/>
                </a:ext>
              </a:extLst>
            </p:cNvPr>
            <p:cNvSpPr/>
            <p:nvPr/>
          </p:nvSpPr>
          <p:spPr bwMode="auto">
            <a:xfrm>
              <a:off x="6590700" y="2697627"/>
              <a:ext cx="1225097" cy="601358"/>
            </a:xfrm>
            <a:prstGeom prst="rect">
              <a:avLst/>
            </a:prstGeom>
            <a:solidFill>
              <a:srgbClr val="054B16"/>
            </a:solidFill>
            <a:ln>
              <a:noFill/>
            </a:ln>
            <a:effectLst/>
          </p:spPr>
          <p:style>
            <a:lnRef idx="1">
              <a:schemeClr val="accent1"/>
            </a:lnRef>
            <a:fillRef idx="3">
              <a:schemeClr val="accent1"/>
            </a:fillRef>
            <a:effectRef idx="2">
              <a:schemeClr val="accent1"/>
            </a:effectRef>
            <a:fontRef idx="minor">
              <a:schemeClr val="lt1"/>
            </a:fontRef>
          </p:style>
          <p:txBody>
            <a:bodyPr lIns="49735" rIns="49735" rtlCol="0" anchor="t"/>
            <a:lstStyle/>
            <a:p>
              <a:pPr defTabSz="746123"/>
              <a:r>
                <a:rPr lang="en-US" sz="800" b="1" dirty="0">
                  <a:solidFill>
                    <a:srgbClr val="9BF00B"/>
                  </a:solidFill>
                  <a:latin typeface="Segoe UI" panose="020B0502040204020203" pitchFamily="34" charset="0"/>
                  <a:cs typeface="Segoe UI" panose="020B0502040204020203" pitchFamily="34" charset="0"/>
                </a:rPr>
                <a:t>Light Green</a:t>
              </a:r>
              <a:br>
                <a:rPr lang="en-US" sz="800" b="1" dirty="0">
                  <a:solidFill>
                    <a:srgbClr val="FFFFFF"/>
                  </a:solidFill>
                  <a:latin typeface="Segoe UI" panose="020B0502040204020203" pitchFamily="34" charset="0"/>
                  <a:cs typeface="Segoe UI" panose="020B0502040204020203" pitchFamily="34" charset="0"/>
                </a:rPr>
              </a:br>
              <a:r>
                <a:rPr lang="en-US" sz="800" b="1" dirty="0">
                  <a:solidFill>
                    <a:srgbClr val="FFFFFF"/>
                  </a:solidFill>
                  <a:latin typeface="Segoe UI" panose="020B0502040204020203" pitchFamily="34" charset="0"/>
                  <a:cs typeface="Segoe UI" panose="020B0502040204020203" pitchFamily="34" charset="0"/>
                </a:rPr>
                <a:t>White</a:t>
              </a:r>
            </a:p>
            <a:p>
              <a:pPr defTabSz="746123"/>
              <a:r>
                <a:rPr lang="pt-BR" sz="653" dirty="0">
                  <a:solidFill>
                    <a:srgbClr val="FFFFFF"/>
                  </a:solidFill>
                  <a:latin typeface="Segoe UI" panose="020B0502040204020203" pitchFamily="34" charset="0"/>
                  <a:cs typeface="Segoe UI" panose="020B0502040204020203" pitchFamily="34" charset="0"/>
                </a:rPr>
                <a:t>R5 G75 B22 </a:t>
              </a:r>
              <a:br>
                <a:rPr lang="pt-BR" sz="653" dirty="0">
                  <a:solidFill>
                    <a:srgbClr val="FFFFFF"/>
                  </a:solidFill>
                  <a:latin typeface="Segoe UI" panose="020B0502040204020203" pitchFamily="34" charset="0"/>
                  <a:cs typeface="Segoe UI" panose="020B0502040204020203" pitchFamily="34" charset="0"/>
                </a:rPr>
              </a:br>
              <a:r>
                <a:rPr lang="pt-BR" sz="653" dirty="0">
                  <a:solidFill>
                    <a:srgbClr val="FFFFFF"/>
                  </a:solidFill>
                  <a:latin typeface="Segoe UI" panose="020B0502040204020203" pitchFamily="34" charset="0"/>
                  <a:cs typeface="Segoe UI" panose="020B0502040204020203" pitchFamily="34" charset="0"/>
                </a:rPr>
                <a:t>Hex #054B16 </a:t>
              </a:r>
              <a:endParaRPr lang="en-US" sz="653" dirty="0">
                <a:solidFill>
                  <a:srgbClr val="FFFFFF"/>
                </a:solidFill>
                <a:latin typeface="Segoe UI" panose="020B0502040204020203" pitchFamily="34" charset="0"/>
                <a:cs typeface="Segoe UI" panose="020B0502040204020203" pitchFamily="34" charset="0"/>
              </a:endParaRPr>
            </a:p>
          </p:txBody>
        </p:sp>
        <p:sp>
          <p:nvSpPr>
            <p:cNvPr id="52" name="Rectangle 51" descr="Dark Teal shape">
              <a:extLst>
                <a:ext uri="{FF2B5EF4-FFF2-40B4-BE49-F238E27FC236}">
                  <a16:creationId xmlns:a16="http://schemas.microsoft.com/office/drawing/2014/main" id="{F6B28A2F-DEDA-44AD-B059-2638BE5AD203}"/>
                </a:ext>
              </a:extLst>
            </p:cNvPr>
            <p:cNvSpPr/>
            <p:nvPr/>
          </p:nvSpPr>
          <p:spPr bwMode="auto">
            <a:xfrm>
              <a:off x="7857249" y="2697627"/>
              <a:ext cx="1225097" cy="601358"/>
            </a:xfrm>
            <a:prstGeom prst="rect">
              <a:avLst/>
            </a:prstGeom>
            <a:solidFill>
              <a:srgbClr val="274B47"/>
            </a:solidFill>
            <a:ln>
              <a:noFill/>
            </a:ln>
            <a:effectLst/>
          </p:spPr>
          <p:style>
            <a:lnRef idx="1">
              <a:schemeClr val="accent1"/>
            </a:lnRef>
            <a:fillRef idx="3">
              <a:schemeClr val="accent1"/>
            </a:fillRef>
            <a:effectRef idx="2">
              <a:schemeClr val="accent1"/>
            </a:effectRef>
            <a:fontRef idx="minor">
              <a:schemeClr val="lt1"/>
            </a:fontRef>
          </p:style>
          <p:txBody>
            <a:bodyPr lIns="49735" rIns="49735" rtlCol="0" anchor="t"/>
            <a:lstStyle/>
            <a:p>
              <a:pPr defTabSz="746123"/>
              <a:r>
                <a:rPr lang="en-US" sz="800" b="1" dirty="0">
                  <a:solidFill>
                    <a:srgbClr val="30E5D0"/>
                  </a:solidFill>
                  <a:latin typeface="Segoe UI" panose="020B0502040204020203" pitchFamily="34" charset="0"/>
                  <a:cs typeface="Segoe UI" panose="020B0502040204020203" pitchFamily="34" charset="0"/>
                </a:rPr>
                <a:t>Light Teal</a:t>
              </a:r>
            </a:p>
            <a:p>
              <a:pPr defTabSz="746123"/>
              <a:r>
                <a:rPr lang="en-US" sz="800" b="1" dirty="0">
                  <a:solidFill>
                    <a:srgbClr val="FFFFFF"/>
                  </a:solidFill>
                  <a:latin typeface="Segoe UI" panose="020B0502040204020203" pitchFamily="34" charset="0"/>
                  <a:cs typeface="Segoe UI" panose="020B0502040204020203" pitchFamily="34" charset="0"/>
                </a:rPr>
                <a:t>White</a:t>
              </a:r>
            </a:p>
            <a:p>
              <a:pPr defTabSz="746123"/>
              <a:r>
                <a:rPr lang="pt-BR" sz="653" dirty="0">
                  <a:solidFill>
                    <a:srgbClr val="FFFFFF"/>
                  </a:solidFill>
                  <a:latin typeface="Segoe UI" panose="020B0502040204020203" pitchFamily="34" charset="0"/>
                  <a:cs typeface="Segoe UI" panose="020B0502040204020203" pitchFamily="34" charset="0"/>
                </a:rPr>
                <a:t>R39 G75 B71 </a:t>
              </a:r>
              <a:br>
                <a:rPr lang="pt-BR" sz="653" dirty="0">
                  <a:solidFill>
                    <a:srgbClr val="FFFFFF"/>
                  </a:solidFill>
                  <a:latin typeface="Segoe UI" panose="020B0502040204020203" pitchFamily="34" charset="0"/>
                  <a:cs typeface="Segoe UI" panose="020B0502040204020203" pitchFamily="34" charset="0"/>
                </a:rPr>
              </a:br>
              <a:r>
                <a:rPr lang="pt-BR" sz="653" dirty="0">
                  <a:solidFill>
                    <a:srgbClr val="FFFFFF"/>
                  </a:solidFill>
                  <a:latin typeface="Segoe UI" panose="020B0502040204020203" pitchFamily="34" charset="0"/>
                  <a:cs typeface="Segoe UI" panose="020B0502040204020203" pitchFamily="34" charset="0"/>
                </a:rPr>
                <a:t>Hex #274B47 </a:t>
              </a:r>
              <a:endParaRPr lang="en-US" sz="653" dirty="0">
                <a:solidFill>
                  <a:srgbClr val="FFFFFF"/>
                </a:solidFill>
                <a:latin typeface="Segoe UI" panose="020B0502040204020203" pitchFamily="34" charset="0"/>
                <a:cs typeface="Segoe UI" panose="020B0502040204020203" pitchFamily="34" charset="0"/>
              </a:endParaRPr>
            </a:p>
          </p:txBody>
        </p:sp>
        <p:sp>
          <p:nvSpPr>
            <p:cNvPr id="53" name="Rectangle 52" descr="Dark Blue shape">
              <a:extLst>
                <a:ext uri="{FF2B5EF4-FFF2-40B4-BE49-F238E27FC236}">
                  <a16:creationId xmlns:a16="http://schemas.microsoft.com/office/drawing/2014/main" id="{878696F7-4418-4869-A028-B46E208D1CC9}"/>
                </a:ext>
              </a:extLst>
            </p:cNvPr>
            <p:cNvSpPr/>
            <p:nvPr/>
          </p:nvSpPr>
          <p:spPr bwMode="auto">
            <a:xfrm>
              <a:off x="9123797" y="2697627"/>
              <a:ext cx="1225097" cy="601358"/>
            </a:xfrm>
            <a:prstGeom prst="rect">
              <a:avLst/>
            </a:prstGeom>
            <a:solidFill>
              <a:srgbClr val="243A5E"/>
            </a:solidFill>
            <a:ln>
              <a:noFill/>
            </a:ln>
            <a:effectLst/>
          </p:spPr>
          <p:style>
            <a:lnRef idx="1">
              <a:schemeClr val="accent1"/>
            </a:lnRef>
            <a:fillRef idx="3">
              <a:schemeClr val="accent1"/>
            </a:fillRef>
            <a:effectRef idx="2">
              <a:schemeClr val="accent1"/>
            </a:effectRef>
            <a:fontRef idx="minor">
              <a:schemeClr val="lt1"/>
            </a:fontRef>
          </p:style>
          <p:txBody>
            <a:bodyPr lIns="49735" rIns="49735" rtlCol="0" anchor="t"/>
            <a:lstStyle/>
            <a:p>
              <a:pPr defTabSz="746123"/>
              <a:r>
                <a:rPr lang="en-US" sz="800" b="1" dirty="0">
                  <a:solidFill>
                    <a:srgbClr val="50E6FF"/>
                  </a:solidFill>
                  <a:latin typeface="Segoe UI" panose="020B0502040204020203" pitchFamily="34" charset="0"/>
                  <a:cs typeface="Segoe UI" panose="020B0502040204020203" pitchFamily="34" charset="0"/>
                </a:rPr>
                <a:t>Light Blue</a:t>
              </a:r>
            </a:p>
            <a:p>
              <a:pPr defTabSz="746123"/>
              <a:r>
                <a:rPr lang="en-US" sz="800" b="1" dirty="0">
                  <a:solidFill>
                    <a:srgbClr val="FFFFFF"/>
                  </a:solidFill>
                  <a:latin typeface="Segoe UI" panose="020B0502040204020203" pitchFamily="34" charset="0"/>
                  <a:cs typeface="Segoe UI" panose="020B0502040204020203" pitchFamily="34" charset="0"/>
                </a:rPr>
                <a:t>White</a:t>
              </a:r>
            </a:p>
            <a:p>
              <a:pPr defTabSz="746123"/>
              <a:r>
                <a:rPr lang="pt-BR" sz="653" dirty="0">
                  <a:solidFill>
                    <a:srgbClr val="FFFFFF"/>
                  </a:solidFill>
                  <a:latin typeface="Segoe UI" panose="020B0502040204020203" pitchFamily="34" charset="0"/>
                  <a:cs typeface="Segoe UI" panose="020B0502040204020203" pitchFamily="34" charset="0"/>
                </a:rPr>
                <a:t>R36 G58 B94 </a:t>
              </a:r>
              <a:br>
                <a:rPr lang="pt-BR" sz="653" dirty="0">
                  <a:solidFill>
                    <a:srgbClr val="FFFFFF"/>
                  </a:solidFill>
                  <a:latin typeface="Segoe UI" panose="020B0502040204020203" pitchFamily="34" charset="0"/>
                  <a:cs typeface="Segoe UI" panose="020B0502040204020203" pitchFamily="34" charset="0"/>
                </a:rPr>
              </a:br>
              <a:r>
                <a:rPr lang="pt-BR" sz="653" dirty="0">
                  <a:solidFill>
                    <a:srgbClr val="FFFFFF"/>
                  </a:solidFill>
                  <a:latin typeface="Segoe UI" panose="020B0502040204020203" pitchFamily="34" charset="0"/>
                  <a:cs typeface="Segoe UI" panose="020B0502040204020203" pitchFamily="34" charset="0"/>
                </a:rPr>
                <a:t>Hex #243A5E </a:t>
              </a:r>
              <a:endParaRPr lang="en-US" sz="653" dirty="0">
                <a:solidFill>
                  <a:srgbClr val="FFFFFF"/>
                </a:solidFill>
                <a:latin typeface="Segoe UI" panose="020B0502040204020203" pitchFamily="34" charset="0"/>
                <a:cs typeface="Segoe UI" panose="020B0502040204020203" pitchFamily="34" charset="0"/>
              </a:endParaRPr>
            </a:p>
          </p:txBody>
        </p:sp>
        <p:sp>
          <p:nvSpPr>
            <p:cNvPr id="57" name="Rectangle 56" descr="Dark Purple shape">
              <a:extLst>
                <a:ext uri="{FF2B5EF4-FFF2-40B4-BE49-F238E27FC236}">
                  <a16:creationId xmlns:a16="http://schemas.microsoft.com/office/drawing/2014/main" id="{49AF7179-010B-461C-8775-B704C310D486}"/>
                </a:ext>
              </a:extLst>
            </p:cNvPr>
            <p:cNvSpPr/>
            <p:nvPr/>
          </p:nvSpPr>
          <p:spPr bwMode="auto">
            <a:xfrm>
              <a:off x="10390344" y="2697627"/>
              <a:ext cx="1225097" cy="601358"/>
            </a:xfrm>
            <a:prstGeom prst="rect">
              <a:avLst/>
            </a:prstGeom>
            <a:solidFill>
              <a:srgbClr val="3B2E58"/>
            </a:solidFill>
            <a:ln>
              <a:noFill/>
            </a:ln>
            <a:effectLst/>
          </p:spPr>
          <p:style>
            <a:lnRef idx="1">
              <a:schemeClr val="accent1"/>
            </a:lnRef>
            <a:fillRef idx="3">
              <a:schemeClr val="accent1"/>
            </a:fillRef>
            <a:effectRef idx="2">
              <a:schemeClr val="accent1"/>
            </a:effectRef>
            <a:fontRef idx="minor">
              <a:schemeClr val="lt1"/>
            </a:fontRef>
          </p:style>
          <p:txBody>
            <a:bodyPr lIns="49735" rIns="49735" rtlCol="0" anchor="t"/>
            <a:lstStyle/>
            <a:p>
              <a:pPr defTabSz="746123"/>
              <a:r>
                <a:rPr lang="en-US" sz="800" b="1" dirty="0">
                  <a:solidFill>
                    <a:srgbClr val="D59DFF"/>
                  </a:solidFill>
                  <a:latin typeface="Segoe UI" panose="020B0502040204020203" pitchFamily="34" charset="0"/>
                  <a:cs typeface="Segoe UI" panose="020B0502040204020203" pitchFamily="34" charset="0"/>
                </a:rPr>
                <a:t>Light Purple</a:t>
              </a:r>
            </a:p>
            <a:p>
              <a:pPr defTabSz="746123"/>
              <a:r>
                <a:rPr lang="en-US" sz="800" b="1" dirty="0">
                  <a:solidFill>
                    <a:srgbClr val="FFFFFF"/>
                  </a:solidFill>
                  <a:latin typeface="Segoe UI" panose="020B0502040204020203" pitchFamily="34" charset="0"/>
                  <a:cs typeface="Segoe UI" panose="020B0502040204020203" pitchFamily="34" charset="0"/>
                </a:rPr>
                <a:t>White</a:t>
              </a:r>
            </a:p>
            <a:p>
              <a:pPr defTabSz="746123"/>
              <a:r>
                <a:rPr lang="pt-BR" sz="653" dirty="0">
                  <a:solidFill>
                    <a:srgbClr val="FFFFFF"/>
                  </a:solidFill>
                  <a:latin typeface="Segoe UI" panose="020B0502040204020203" pitchFamily="34" charset="0"/>
                  <a:cs typeface="Segoe UI" panose="020B0502040204020203" pitchFamily="34" charset="0"/>
                </a:rPr>
                <a:t>R59 G46 B88 </a:t>
              </a:r>
              <a:br>
                <a:rPr lang="pt-BR" sz="653" dirty="0">
                  <a:solidFill>
                    <a:srgbClr val="FFFFFF"/>
                  </a:solidFill>
                  <a:latin typeface="Segoe UI" panose="020B0502040204020203" pitchFamily="34" charset="0"/>
                  <a:cs typeface="Segoe UI" panose="020B0502040204020203" pitchFamily="34" charset="0"/>
                </a:rPr>
              </a:br>
              <a:r>
                <a:rPr lang="pt-BR" sz="653" dirty="0">
                  <a:solidFill>
                    <a:srgbClr val="FFFFFF"/>
                  </a:solidFill>
                  <a:latin typeface="Segoe UI" panose="020B0502040204020203" pitchFamily="34" charset="0"/>
                  <a:cs typeface="Segoe UI" panose="020B0502040204020203" pitchFamily="34" charset="0"/>
                </a:rPr>
                <a:t>Hex #3B2E58 </a:t>
              </a:r>
              <a:endParaRPr lang="en-US" sz="653" dirty="0">
                <a:solidFill>
                  <a:srgbClr val="FFFFFF"/>
                </a:solidFill>
                <a:latin typeface="Segoe UI" panose="020B0502040204020203" pitchFamily="34" charset="0"/>
                <a:cs typeface="Segoe UI" panose="020B0502040204020203" pitchFamily="34" charset="0"/>
              </a:endParaRPr>
            </a:p>
          </p:txBody>
        </p:sp>
      </p:grpSp>
      <p:grpSp>
        <p:nvGrpSpPr>
          <p:cNvPr id="15" name="White with text in accessible brand colors" descr="White background with text in accessible brand colors">
            <a:extLst>
              <a:ext uri="{FF2B5EF4-FFF2-40B4-BE49-F238E27FC236}">
                <a16:creationId xmlns:a16="http://schemas.microsoft.com/office/drawing/2014/main" id="{BFA8ED99-3BCB-46F2-B065-6E15B2741324}"/>
              </a:ext>
            </a:extLst>
          </p:cNvPr>
          <p:cNvGrpSpPr/>
          <p:nvPr/>
        </p:nvGrpSpPr>
        <p:grpSpPr>
          <a:xfrm>
            <a:off x="3505201" y="3444416"/>
            <a:ext cx="8110256" cy="594360"/>
            <a:chOff x="3505201" y="3523946"/>
            <a:chExt cx="8110256" cy="601358"/>
          </a:xfrm>
        </p:grpSpPr>
        <p:sp>
          <p:nvSpPr>
            <p:cNvPr id="137" name="Freeform 36" descr="White">
              <a:extLst>
                <a:ext uri="{FF2B5EF4-FFF2-40B4-BE49-F238E27FC236}">
                  <a16:creationId xmlns:a16="http://schemas.microsoft.com/office/drawing/2014/main" id="{1F42FE65-354E-4159-84E5-6B73A2817141}"/>
                </a:ext>
              </a:extLst>
            </p:cNvPr>
            <p:cNvSpPr/>
            <p:nvPr/>
          </p:nvSpPr>
          <p:spPr bwMode="auto">
            <a:xfrm>
              <a:off x="3505201" y="3523946"/>
              <a:ext cx="1126973" cy="601358"/>
            </a:xfrm>
            <a:prstGeom prst="rect">
              <a:avLst/>
            </a:prstGeom>
            <a:solidFill>
              <a:srgbClr val="FFFFFF"/>
            </a:solidFill>
            <a:ln w="3175">
              <a:solidFill>
                <a:schemeClr val="tx1">
                  <a:alpha val="50000"/>
                </a:schemeClr>
              </a:solidFill>
            </a:ln>
            <a:effectLst/>
          </p:spPr>
          <p:style>
            <a:lnRef idx="1">
              <a:schemeClr val="accent1"/>
            </a:lnRef>
            <a:fillRef idx="3">
              <a:schemeClr val="accent1"/>
            </a:fillRef>
            <a:effectRef idx="2">
              <a:schemeClr val="accent1"/>
            </a:effectRef>
            <a:fontRef idx="minor">
              <a:schemeClr val="lt1"/>
            </a:fontRef>
          </p:style>
          <p:txBody>
            <a:bodyPr wrap="square" lIns="49735" rIns="49735" rtlCol="0" anchor="t">
              <a:noAutofit/>
            </a:bodyPr>
            <a:lstStyle/>
            <a:p>
              <a:pPr defTabSz="746123"/>
              <a:r>
                <a:rPr lang="en-US" sz="800" b="1" dirty="0">
                  <a:solidFill>
                    <a:srgbClr val="000000"/>
                  </a:solidFill>
                  <a:latin typeface="Segoe UI" panose="020B0502040204020203" pitchFamily="34" charset="0"/>
                  <a:cs typeface="Segoe UI" panose="020B0502040204020203" pitchFamily="34" charset="0"/>
                </a:rPr>
                <a:t>White</a:t>
              </a:r>
              <a:endParaRPr lang="en-US" sz="800" dirty="0">
                <a:solidFill>
                  <a:srgbClr val="000000"/>
                </a:solidFill>
                <a:latin typeface="Segoe UI" panose="020B0502040204020203" pitchFamily="34" charset="0"/>
                <a:cs typeface="Segoe UI" panose="020B0502040204020203" pitchFamily="34" charset="0"/>
              </a:endParaRPr>
            </a:p>
            <a:p>
              <a:pPr defTabSz="746123"/>
              <a:r>
                <a:rPr lang="en-US" sz="653" dirty="0">
                  <a:solidFill>
                    <a:srgbClr val="000000"/>
                  </a:solidFill>
                  <a:latin typeface="Segoe UI" panose="020B0502040204020203" pitchFamily="34" charset="0"/>
                  <a:cs typeface="Segoe UI" panose="020B0502040204020203" pitchFamily="34" charset="0"/>
                </a:rPr>
                <a:t>R255 G255 B255</a:t>
              </a:r>
            </a:p>
            <a:p>
              <a:pPr defTabSz="746123">
                <a:spcAft>
                  <a:spcPts val="326"/>
                </a:spcAft>
              </a:pPr>
              <a:r>
                <a:rPr lang="en-US" sz="653" dirty="0">
                  <a:solidFill>
                    <a:srgbClr val="000000"/>
                  </a:solidFill>
                  <a:latin typeface="Segoe UI" panose="020B0502040204020203" pitchFamily="34" charset="0"/>
                  <a:cs typeface="Segoe UI" panose="020B0502040204020203" pitchFamily="34" charset="0"/>
                </a:rPr>
                <a:t>Hex #FFFFFF</a:t>
              </a:r>
            </a:p>
          </p:txBody>
        </p:sp>
        <p:sp>
          <p:nvSpPr>
            <p:cNvPr id="124" name="Freeform 36" descr="White">
              <a:extLst>
                <a:ext uri="{FF2B5EF4-FFF2-40B4-BE49-F238E27FC236}">
                  <a16:creationId xmlns:a16="http://schemas.microsoft.com/office/drawing/2014/main" id="{BE05F652-6831-447C-9FF6-D39B57F9CF94}"/>
                </a:ext>
              </a:extLst>
            </p:cNvPr>
            <p:cNvSpPr/>
            <p:nvPr/>
          </p:nvSpPr>
          <p:spPr bwMode="auto">
            <a:xfrm>
              <a:off x="4669081" y="3523946"/>
              <a:ext cx="1126973" cy="601358"/>
            </a:xfrm>
            <a:prstGeom prst="rect">
              <a:avLst/>
            </a:prstGeom>
            <a:solidFill>
              <a:srgbClr val="FFFFFF"/>
            </a:solidFill>
            <a:ln w="3175">
              <a:solidFill>
                <a:schemeClr val="tx1">
                  <a:alpha val="50000"/>
                </a:schemeClr>
              </a:solidFill>
            </a:ln>
            <a:effectLst/>
          </p:spPr>
          <p:style>
            <a:lnRef idx="1">
              <a:schemeClr val="accent1"/>
            </a:lnRef>
            <a:fillRef idx="3">
              <a:schemeClr val="accent1"/>
            </a:fillRef>
            <a:effectRef idx="2">
              <a:schemeClr val="accent1"/>
            </a:effectRef>
            <a:fontRef idx="minor">
              <a:schemeClr val="lt1"/>
            </a:fontRef>
          </p:style>
          <p:txBody>
            <a:bodyPr wrap="square" lIns="49735" rIns="49735" rtlCol="0" anchor="t">
              <a:noAutofit/>
            </a:bodyPr>
            <a:lstStyle/>
            <a:p>
              <a:pPr defTabSz="746123"/>
              <a:r>
                <a:rPr lang="en-US" sz="800" b="1" dirty="0">
                  <a:solidFill>
                    <a:srgbClr val="D83B01"/>
                  </a:solidFill>
                  <a:latin typeface="Segoe UI" panose="020B0502040204020203" pitchFamily="34" charset="0"/>
                  <a:cs typeface="Segoe UI" panose="020B0502040204020203" pitchFamily="34" charset="0"/>
                </a:rPr>
                <a:t>Orange</a:t>
              </a:r>
            </a:p>
            <a:p>
              <a:pPr defTabSz="746123"/>
              <a:r>
                <a:rPr lang="en-US" sz="800" b="1" dirty="0">
                  <a:solidFill>
                    <a:srgbClr val="6B2929"/>
                  </a:solidFill>
                  <a:latin typeface="Segoe UI" panose="020B0502040204020203" pitchFamily="34" charset="0"/>
                  <a:cs typeface="Segoe UI" panose="020B0502040204020203" pitchFamily="34" charset="0"/>
                </a:rPr>
                <a:t>Dark Orange</a:t>
              </a:r>
            </a:p>
          </p:txBody>
        </p:sp>
        <p:sp>
          <p:nvSpPr>
            <p:cNvPr id="125" name="Freeform 38" descr="White">
              <a:extLst>
                <a:ext uri="{FF2B5EF4-FFF2-40B4-BE49-F238E27FC236}">
                  <a16:creationId xmlns:a16="http://schemas.microsoft.com/office/drawing/2014/main" id="{6DF44E05-D32A-41DF-B8AE-EBD407A63C49}"/>
                </a:ext>
              </a:extLst>
            </p:cNvPr>
            <p:cNvSpPr/>
            <p:nvPr/>
          </p:nvSpPr>
          <p:spPr bwMode="auto">
            <a:xfrm>
              <a:off x="5832962" y="3523946"/>
              <a:ext cx="1126973" cy="601358"/>
            </a:xfrm>
            <a:prstGeom prst="rect">
              <a:avLst/>
            </a:prstGeom>
            <a:solidFill>
              <a:srgbClr val="FFFFFF"/>
            </a:solidFill>
            <a:ln w="3175">
              <a:solidFill>
                <a:schemeClr val="tx1">
                  <a:alpha val="50000"/>
                </a:schemeClr>
              </a:solidFill>
            </a:ln>
            <a:effectLst/>
          </p:spPr>
          <p:style>
            <a:lnRef idx="1">
              <a:schemeClr val="accent1"/>
            </a:lnRef>
            <a:fillRef idx="3">
              <a:schemeClr val="accent1"/>
            </a:fillRef>
            <a:effectRef idx="2">
              <a:schemeClr val="accent1"/>
            </a:effectRef>
            <a:fontRef idx="minor">
              <a:schemeClr val="lt1"/>
            </a:fontRef>
          </p:style>
          <p:txBody>
            <a:bodyPr wrap="square" lIns="49735" rIns="49735" rtlCol="0" anchor="t">
              <a:noAutofit/>
            </a:bodyPr>
            <a:lstStyle/>
            <a:p>
              <a:pPr defTabSz="746123"/>
              <a:r>
                <a:rPr lang="en-US" sz="800" b="1" dirty="0">
                  <a:solidFill>
                    <a:srgbClr val="6A4B16"/>
                  </a:solidFill>
                  <a:latin typeface="Segoe UI" panose="020B0502040204020203" pitchFamily="34" charset="0"/>
                  <a:cs typeface="Segoe UI" panose="020B0502040204020203" pitchFamily="34" charset="0"/>
                </a:rPr>
                <a:t>Dark Yellow</a:t>
              </a:r>
            </a:p>
            <a:p>
              <a:pPr defTabSz="746123"/>
              <a:endParaRPr lang="en-US" sz="800" b="1" dirty="0">
                <a:solidFill>
                  <a:srgbClr val="000000"/>
                </a:solidFill>
                <a:latin typeface="Segoe UI" panose="020B0502040204020203" pitchFamily="34" charset="0"/>
                <a:cs typeface="Segoe UI" panose="020B0502040204020203" pitchFamily="34" charset="0"/>
              </a:endParaRPr>
            </a:p>
          </p:txBody>
        </p:sp>
        <p:sp>
          <p:nvSpPr>
            <p:cNvPr id="126" name="Freeform 37" descr="White">
              <a:extLst>
                <a:ext uri="{FF2B5EF4-FFF2-40B4-BE49-F238E27FC236}">
                  <a16:creationId xmlns:a16="http://schemas.microsoft.com/office/drawing/2014/main" id="{2EA2AE0B-472F-416F-8B30-4BFBD4D83E4B}"/>
                </a:ext>
              </a:extLst>
            </p:cNvPr>
            <p:cNvSpPr/>
            <p:nvPr/>
          </p:nvSpPr>
          <p:spPr bwMode="auto">
            <a:xfrm>
              <a:off x="6996843" y="3523946"/>
              <a:ext cx="1126973" cy="601358"/>
            </a:xfrm>
            <a:prstGeom prst="rect">
              <a:avLst/>
            </a:prstGeom>
            <a:solidFill>
              <a:srgbClr val="FFFFFF"/>
            </a:solidFill>
            <a:ln w="3175">
              <a:solidFill>
                <a:schemeClr val="tx1">
                  <a:alpha val="50000"/>
                </a:schemeClr>
              </a:solidFill>
            </a:ln>
            <a:effectLst/>
          </p:spPr>
          <p:style>
            <a:lnRef idx="1">
              <a:schemeClr val="accent1"/>
            </a:lnRef>
            <a:fillRef idx="3">
              <a:schemeClr val="accent1"/>
            </a:fillRef>
            <a:effectRef idx="2">
              <a:schemeClr val="accent1"/>
            </a:effectRef>
            <a:fontRef idx="minor">
              <a:schemeClr val="lt1"/>
            </a:fontRef>
          </p:style>
          <p:txBody>
            <a:bodyPr wrap="square" lIns="49735" rIns="49735" rtlCol="0" anchor="t">
              <a:noAutofit/>
            </a:bodyPr>
            <a:lstStyle/>
            <a:p>
              <a:pPr defTabSz="746123"/>
              <a:r>
                <a:rPr lang="en-US" sz="800" b="1" dirty="0">
                  <a:solidFill>
                    <a:srgbClr val="107C10"/>
                  </a:solidFill>
                  <a:latin typeface="Segoe UI" panose="020B0502040204020203" pitchFamily="34" charset="0"/>
                  <a:cs typeface="Segoe UI" panose="020B0502040204020203" pitchFamily="34" charset="0"/>
                </a:rPr>
                <a:t>Green</a:t>
              </a:r>
            </a:p>
            <a:p>
              <a:pPr defTabSz="746123"/>
              <a:r>
                <a:rPr lang="en-US" sz="800" b="1" dirty="0">
                  <a:solidFill>
                    <a:srgbClr val="054B16"/>
                  </a:solidFill>
                  <a:latin typeface="Segoe UI" panose="020B0502040204020203" pitchFamily="34" charset="0"/>
                  <a:cs typeface="Segoe UI" panose="020B0502040204020203" pitchFamily="34" charset="0"/>
                </a:rPr>
                <a:t>Dark Green</a:t>
              </a:r>
            </a:p>
          </p:txBody>
        </p:sp>
        <p:sp>
          <p:nvSpPr>
            <p:cNvPr id="127" name="Rectangle 126" descr="White">
              <a:extLst>
                <a:ext uri="{FF2B5EF4-FFF2-40B4-BE49-F238E27FC236}">
                  <a16:creationId xmlns:a16="http://schemas.microsoft.com/office/drawing/2014/main" id="{FF11CBDB-5352-4771-9BB6-9359E47062D8}"/>
                </a:ext>
              </a:extLst>
            </p:cNvPr>
            <p:cNvSpPr/>
            <p:nvPr/>
          </p:nvSpPr>
          <p:spPr bwMode="auto">
            <a:xfrm>
              <a:off x="8160724" y="3523946"/>
              <a:ext cx="1126973" cy="601358"/>
            </a:xfrm>
            <a:prstGeom prst="rect">
              <a:avLst/>
            </a:prstGeom>
            <a:solidFill>
              <a:srgbClr val="FFFFFF"/>
            </a:solidFill>
            <a:ln w="3175">
              <a:solidFill>
                <a:schemeClr val="tx1">
                  <a:alpha val="50000"/>
                </a:schemeClr>
              </a:solidFill>
            </a:ln>
            <a:effectLst/>
          </p:spPr>
          <p:style>
            <a:lnRef idx="1">
              <a:schemeClr val="accent1"/>
            </a:lnRef>
            <a:fillRef idx="3">
              <a:schemeClr val="accent1"/>
            </a:fillRef>
            <a:effectRef idx="2">
              <a:schemeClr val="accent1"/>
            </a:effectRef>
            <a:fontRef idx="minor">
              <a:schemeClr val="lt1"/>
            </a:fontRef>
          </p:style>
          <p:txBody>
            <a:bodyPr wrap="square" lIns="49735" rIns="49735" rtlCol="0" anchor="t">
              <a:noAutofit/>
            </a:bodyPr>
            <a:lstStyle/>
            <a:p>
              <a:pPr defTabSz="746123"/>
              <a:r>
                <a:rPr lang="en-US" sz="800" b="1" dirty="0">
                  <a:solidFill>
                    <a:srgbClr val="008575"/>
                  </a:solidFill>
                  <a:latin typeface="Segoe UI" panose="020B0502040204020203" pitchFamily="34" charset="0"/>
                  <a:cs typeface="Segoe UI" panose="020B0502040204020203" pitchFamily="34" charset="0"/>
                </a:rPr>
                <a:t>Teal</a:t>
              </a:r>
            </a:p>
            <a:p>
              <a:pPr defTabSz="746123"/>
              <a:r>
                <a:rPr lang="en-US" sz="800" b="1" dirty="0">
                  <a:solidFill>
                    <a:srgbClr val="274B47"/>
                  </a:solidFill>
                  <a:latin typeface="Segoe UI" panose="020B0502040204020203" pitchFamily="34" charset="0"/>
                  <a:cs typeface="Segoe UI" panose="020B0502040204020203" pitchFamily="34" charset="0"/>
                </a:rPr>
                <a:t>Dark Teal</a:t>
              </a:r>
            </a:p>
          </p:txBody>
        </p:sp>
        <p:sp>
          <p:nvSpPr>
            <p:cNvPr id="128" name="Rectangle 127" descr="White">
              <a:extLst>
                <a:ext uri="{FF2B5EF4-FFF2-40B4-BE49-F238E27FC236}">
                  <a16:creationId xmlns:a16="http://schemas.microsoft.com/office/drawing/2014/main" id="{186B3B85-4960-4F35-B220-7E5EFBCBA653}"/>
                </a:ext>
              </a:extLst>
            </p:cNvPr>
            <p:cNvSpPr/>
            <p:nvPr/>
          </p:nvSpPr>
          <p:spPr bwMode="auto">
            <a:xfrm>
              <a:off x="9324605" y="3523946"/>
              <a:ext cx="1126973" cy="601358"/>
            </a:xfrm>
            <a:prstGeom prst="rect">
              <a:avLst/>
            </a:prstGeom>
            <a:solidFill>
              <a:srgbClr val="FFFFFF"/>
            </a:solidFill>
            <a:ln w="3175">
              <a:solidFill>
                <a:schemeClr val="tx1">
                  <a:alpha val="50000"/>
                </a:schemeClr>
              </a:solidFill>
            </a:ln>
            <a:effectLst/>
          </p:spPr>
          <p:style>
            <a:lnRef idx="1">
              <a:schemeClr val="accent1"/>
            </a:lnRef>
            <a:fillRef idx="3">
              <a:schemeClr val="accent1"/>
            </a:fillRef>
            <a:effectRef idx="2">
              <a:schemeClr val="accent1"/>
            </a:effectRef>
            <a:fontRef idx="minor">
              <a:schemeClr val="lt1"/>
            </a:fontRef>
          </p:style>
          <p:txBody>
            <a:bodyPr wrap="square" lIns="49735" rIns="49735" rtlCol="0" anchor="t">
              <a:noAutofit/>
            </a:bodyPr>
            <a:lstStyle/>
            <a:p>
              <a:pPr defTabSz="746123"/>
              <a:r>
                <a:rPr lang="en-US" sz="800" b="1" dirty="0">
                  <a:solidFill>
                    <a:srgbClr val="0078D4"/>
                  </a:solidFill>
                  <a:latin typeface="Segoe UI" panose="020B0502040204020203" pitchFamily="34" charset="0"/>
                  <a:cs typeface="Segoe UI" panose="020B0502040204020203" pitchFamily="34" charset="0"/>
                </a:rPr>
                <a:t>Blue</a:t>
              </a:r>
            </a:p>
            <a:p>
              <a:pPr defTabSz="746123"/>
              <a:r>
                <a:rPr lang="en-US" sz="800" b="1" dirty="0">
                  <a:solidFill>
                    <a:srgbClr val="243A5E"/>
                  </a:solidFill>
                  <a:latin typeface="Segoe UI" panose="020B0502040204020203" pitchFamily="34" charset="0"/>
                  <a:cs typeface="Segoe UI" panose="020B0502040204020203" pitchFamily="34" charset="0"/>
                </a:rPr>
                <a:t>Dark Blue</a:t>
              </a:r>
            </a:p>
          </p:txBody>
        </p:sp>
        <p:sp>
          <p:nvSpPr>
            <p:cNvPr id="129" name="Rectangle 128" descr="White">
              <a:extLst>
                <a:ext uri="{FF2B5EF4-FFF2-40B4-BE49-F238E27FC236}">
                  <a16:creationId xmlns:a16="http://schemas.microsoft.com/office/drawing/2014/main" id="{5E11D87E-9585-484C-9999-9559E79D9742}"/>
                </a:ext>
              </a:extLst>
            </p:cNvPr>
            <p:cNvSpPr/>
            <p:nvPr/>
          </p:nvSpPr>
          <p:spPr bwMode="auto">
            <a:xfrm>
              <a:off x="10488484" y="3523946"/>
              <a:ext cx="1126973" cy="601358"/>
            </a:xfrm>
            <a:prstGeom prst="rect">
              <a:avLst/>
            </a:prstGeom>
            <a:solidFill>
              <a:srgbClr val="FFFFFF"/>
            </a:solidFill>
            <a:ln w="3175">
              <a:solidFill>
                <a:schemeClr val="tx1">
                  <a:alpha val="50000"/>
                </a:schemeClr>
              </a:solidFill>
            </a:ln>
            <a:effectLst/>
          </p:spPr>
          <p:style>
            <a:lnRef idx="1">
              <a:schemeClr val="accent1"/>
            </a:lnRef>
            <a:fillRef idx="3">
              <a:schemeClr val="accent1"/>
            </a:fillRef>
            <a:effectRef idx="2">
              <a:schemeClr val="accent1"/>
            </a:effectRef>
            <a:fontRef idx="minor">
              <a:schemeClr val="lt1"/>
            </a:fontRef>
          </p:style>
          <p:txBody>
            <a:bodyPr wrap="square" lIns="49735" rIns="49735" rtlCol="0" anchor="t">
              <a:noAutofit/>
            </a:bodyPr>
            <a:lstStyle/>
            <a:p>
              <a:pPr defTabSz="746123"/>
              <a:r>
                <a:rPr lang="en-US" sz="800" b="1" dirty="0">
                  <a:solidFill>
                    <a:srgbClr val="8661C5"/>
                  </a:solidFill>
                  <a:latin typeface="Segoe UI" panose="020B0502040204020203" pitchFamily="34" charset="0"/>
                  <a:cs typeface="Segoe UI" panose="020B0502040204020203" pitchFamily="34" charset="0"/>
                </a:rPr>
                <a:t>Purple </a:t>
              </a:r>
            </a:p>
            <a:p>
              <a:pPr defTabSz="746123"/>
              <a:r>
                <a:rPr lang="en-US" sz="800" b="1" dirty="0">
                  <a:solidFill>
                    <a:srgbClr val="3B2E58"/>
                  </a:solidFill>
                  <a:latin typeface="Segoe UI" panose="020B0502040204020203" pitchFamily="34" charset="0"/>
                  <a:cs typeface="Segoe UI" panose="020B0502040204020203" pitchFamily="34" charset="0"/>
                </a:rPr>
                <a:t>Dark Purple</a:t>
              </a:r>
            </a:p>
          </p:txBody>
        </p:sp>
      </p:grpSp>
      <p:grpSp>
        <p:nvGrpSpPr>
          <p:cNvPr id="3" name="Black background with text in accessible brand colors" descr="Rich Black background with text in accessible brand colors">
            <a:extLst>
              <a:ext uri="{FF2B5EF4-FFF2-40B4-BE49-F238E27FC236}">
                <a16:creationId xmlns:a16="http://schemas.microsoft.com/office/drawing/2014/main" id="{353A347B-2778-4ABC-96DB-BADBB0E1ACD1}"/>
              </a:ext>
            </a:extLst>
          </p:cNvPr>
          <p:cNvGrpSpPr/>
          <p:nvPr/>
        </p:nvGrpSpPr>
        <p:grpSpPr>
          <a:xfrm>
            <a:off x="3505200" y="4078398"/>
            <a:ext cx="8110257" cy="594360"/>
            <a:chOff x="3505200" y="4078398"/>
            <a:chExt cx="8110257" cy="594360"/>
          </a:xfrm>
        </p:grpSpPr>
        <p:sp>
          <p:nvSpPr>
            <p:cNvPr id="136" name="Freeform 36" descr="Black shape">
              <a:extLst>
                <a:ext uri="{FF2B5EF4-FFF2-40B4-BE49-F238E27FC236}">
                  <a16:creationId xmlns:a16="http://schemas.microsoft.com/office/drawing/2014/main" id="{04F014D8-B2C3-4C18-8784-9329A967C4CB}"/>
                </a:ext>
              </a:extLst>
            </p:cNvPr>
            <p:cNvSpPr/>
            <p:nvPr/>
          </p:nvSpPr>
          <p:spPr bwMode="auto">
            <a:xfrm>
              <a:off x="3505200" y="4078398"/>
              <a:ext cx="1126973" cy="594360"/>
            </a:xfrm>
            <a:prstGeom prst="rect">
              <a:avLst/>
            </a:prstGeom>
            <a:solidFill>
              <a:srgbClr val="000000"/>
            </a:solidFill>
            <a:ln w="3175">
              <a:solidFill>
                <a:srgbClr val="FFFFFF">
                  <a:alpha val="50196"/>
                </a:srgbClr>
              </a:solidFill>
            </a:ln>
            <a:effectLst/>
          </p:spPr>
          <p:style>
            <a:lnRef idx="1">
              <a:schemeClr val="accent1"/>
            </a:lnRef>
            <a:fillRef idx="3">
              <a:schemeClr val="accent1"/>
            </a:fillRef>
            <a:effectRef idx="2">
              <a:schemeClr val="accent1"/>
            </a:effectRef>
            <a:fontRef idx="minor">
              <a:schemeClr val="lt1"/>
            </a:fontRef>
          </p:style>
          <p:txBody>
            <a:bodyPr wrap="square" lIns="49735" rIns="49735" rtlCol="0" anchor="t">
              <a:noAutofit/>
            </a:bodyPr>
            <a:lstStyle/>
            <a:p>
              <a:pPr defTabSz="746123"/>
              <a:r>
                <a:rPr lang="en-US" sz="800" b="1" dirty="0">
                  <a:solidFill>
                    <a:srgbClr val="FFFFFF"/>
                  </a:solidFill>
                  <a:latin typeface="Segoe UI" panose="020B0502040204020203" pitchFamily="34" charset="0"/>
                  <a:cs typeface="Segoe UI" panose="020B0502040204020203" pitchFamily="34" charset="0"/>
                </a:rPr>
                <a:t>Rich Black</a:t>
              </a:r>
            </a:p>
            <a:p>
              <a:pPr defTabSz="746123"/>
              <a:r>
                <a:rPr lang="en-US" sz="653" dirty="0">
                  <a:solidFill>
                    <a:srgbClr val="FFFFFF"/>
                  </a:solidFill>
                  <a:latin typeface="Segoe UI" panose="020B0502040204020203" pitchFamily="34" charset="0"/>
                  <a:cs typeface="Segoe UI" panose="020B0502040204020203" pitchFamily="34" charset="0"/>
                </a:rPr>
                <a:t>R0 G0 B0 </a:t>
              </a:r>
            </a:p>
            <a:p>
              <a:pPr defTabSz="746123"/>
              <a:r>
                <a:rPr lang="en-US" sz="653" dirty="0">
                  <a:solidFill>
                    <a:srgbClr val="FFFFFF"/>
                  </a:solidFill>
                  <a:latin typeface="Segoe UI" panose="020B0502040204020203" pitchFamily="34" charset="0"/>
                  <a:cs typeface="Segoe UI" panose="020B0502040204020203" pitchFamily="34" charset="0"/>
                </a:rPr>
                <a:t>Hex #000000 </a:t>
              </a:r>
            </a:p>
          </p:txBody>
        </p:sp>
        <p:sp>
          <p:nvSpPr>
            <p:cNvPr id="130" name="Freeform 36" descr="Black shape">
              <a:extLst>
                <a:ext uri="{FF2B5EF4-FFF2-40B4-BE49-F238E27FC236}">
                  <a16:creationId xmlns:a16="http://schemas.microsoft.com/office/drawing/2014/main" id="{8B400AD9-F2CF-4F66-B13C-306373A2CCCA}"/>
                </a:ext>
              </a:extLst>
            </p:cNvPr>
            <p:cNvSpPr/>
            <p:nvPr/>
          </p:nvSpPr>
          <p:spPr bwMode="auto">
            <a:xfrm>
              <a:off x="4669081" y="4078398"/>
              <a:ext cx="1126973" cy="594360"/>
            </a:xfrm>
            <a:prstGeom prst="rect">
              <a:avLst/>
            </a:prstGeom>
            <a:solidFill>
              <a:srgbClr val="000000"/>
            </a:solidFill>
            <a:ln w="3175">
              <a:solidFill>
                <a:srgbClr val="FFFFFF">
                  <a:alpha val="50196"/>
                </a:srgbClr>
              </a:solidFill>
            </a:ln>
            <a:effectLst/>
          </p:spPr>
          <p:style>
            <a:lnRef idx="1">
              <a:schemeClr val="accent1"/>
            </a:lnRef>
            <a:fillRef idx="3">
              <a:schemeClr val="accent1"/>
            </a:fillRef>
            <a:effectRef idx="2">
              <a:schemeClr val="accent1"/>
            </a:effectRef>
            <a:fontRef idx="minor">
              <a:schemeClr val="lt1"/>
            </a:fontRef>
          </p:style>
          <p:txBody>
            <a:bodyPr wrap="square" lIns="49735" rIns="49735" rtlCol="0" anchor="t">
              <a:noAutofit/>
            </a:bodyPr>
            <a:lstStyle/>
            <a:p>
              <a:pPr defTabSz="746123"/>
              <a:r>
                <a:rPr lang="en-US" sz="800" b="1" dirty="0">
                  <a:solidFill>
                    <a:srgbClr val="FFFFFF"/>
                  </a:solidFill>
                  <a:latin typeface="Segoe UI" panose="020B0502040204020203" pitchFamily="34" charset="0"/>
                  <a:cs typeface="Segoe UI" panose="020B0502040204020203" pitchFamily="34" charset="0"/>
                </a:rPr>
                <a:t>White</a:t>
              </a:r>
            </a:p>
            <a:p>
              <a:pPr defTabSz="746123"/>
              <a:r>
                <a:rPr lang="en-US" sz="800" b="1" dirty="0">
                  <a:solidFill>
                    <a:srgbClr val="FF9349"/>
                  </a:solidFill>
                  <a:latin typeface="Segoe UI" panose="020B0502040204020203" pitchFamily="34" charset="0"/>
                  <a:cs typeface="Segoe UI" panose="020B0502040204020203" pitchFamily="34" charset="0"/>
                </a:rPr>
                <a:t>Light Orange</a:t>
              </a:r>
            </a:p>
            <a:p>
              <a:pPr defTabSz="746123"/>
              <a:r>
                <a:rPr lang="en-US" sz="800" b="1" dirty="0">
                  <a:solidFill>
                    <a:srgbClr val="D83B01"/>
                  </a:solidFill>
                  <a:latin typeface="Segoe UI" panose="020B0502040204020203" pitchFamily="34" charset="0"/>
                  <a:cs typeface="Segoe UI" panose="020B0502040204020203" pitchFamily="34" charset="0"/>
                </a:rPr>
                <a:t>Orange</a:t>
              </a:r>
            </a:p>
          </p:txBody>
        </p:sp>
        <p:sp>
          <p:nvSpPr>
            <p:cNvPr id="131" name="Freeform 38" descr="Black shape">
              <a:extLst>
                <a:ext uri="{FF2B5EF4-FFF2-40B4-BE49-F238E27FC236}">
                  <a16:creationId xmlns:a16="http://schemas.microsoft.com/office/drawing/2014/main" id="{72CC8C89-3AEA-43A3-B85D-1645A7AD2230}"/>
                </a:ext>
              </a:extLst>
            </p:cNvPr>
            <p:cNvSpPr/>
            <p:nvPr/>
          </p:nvSpPr>
          <p:spPr bwMode="auto">
            <a:xfrm>
              <a:off x="5832962" y="4078398"/>
              <a:ext cx="1126973" cy="594360"/>
            </a:xfrm>
            <a:prstGeom prst="rect">
              <a:avLst/>
            </a:prstGeom>
            <a:solidFill>
              <a:srgbClr val="000000"/>
            </a:solidFill>
            <a:ln w="3175">
              <a:solidFill>
                <a:srgbClr val="FFFFFF">
                  <a:alpha val="50196"/>
                </a:srgbClr>
              </a:solidFill>
            </a:ln>
            <a:effectLst/>
          </p:spPr>
          <p:style>
            <a:lnRef idx="1">
              <a:schemeClr val="accent1"/>
            </a:lnRef>
            <a:fillRef idx="3">
              <a:schemeClr val="accent1"/>
            </a:fillRef>
            <a:effectRef idx="2">
              <a:schemeClr val="accent1"/>
            </a:effectRef>
            <a:fontRef idx="minor">
              <a:schemeClr val="lt1"/>
            </a:fontRef>
          </p:style>
          <p:txBody>
            <a:bodyPr wrap="square" lIns="49735" rIns="49735" rtlCol="0" anchor="t">
              <a:noAutofit/>
            </a:bodyPr>
            <a:lstStyle/>
            <a:p>
              <a:pPr defTabSz="746123"/>
              <a:r>
                <a:rPr lang="en-US" sz="800" b="1" dirty="0">
                  <a:solidFill>
                    <a:srgbClr val="FFFFFF"/>
                  </a:solidFill>
                  <a:latin typeface="Segoe UI" panose="020B0502040204020203" pitchFamily="34" charset="0"/>
                  <a:cs typeface="Segoe UI" panose="020B0502040204020203" pitchFamily="34" charset="0"/>
                </a:rPr>
                <a:t>White</a:t>
              </a:r>
            </a:p>
            <a:p>
              <a:pPr defTabSz="746123"/>
              <a:r>
                <a:rPr lang="en-US" sz="800" b="1" dirty="0">
                  <a:solidFill>
                    <a:srgbClr val="FEF000"/>
                  </a:solidFill>
                  <a:latin typeface="Segoe UI" panose="020B0502040204020203" pitchFamily="34" charset="0"/>
                  <a:cs typeface="Segoe UI" panose="020B0502040204020203" pitchFamily="34" charset="0"/>
                </a:rPr>
                <a:t>Light Yellow</a:t>
              </a:r>
            </a:p>
            <a:p>
              <a:pPr defTabSz="746123"/>
              <a:r>
                <a:rPr lang="en-US" sz="800" b="1" dirty="0">
                  <a:solidFill>
                    <a:srgbClr val="FFB900"/>
                  </a:solidFill>
                  <a:latin typeface="Segoe UI" panose="020B0502040204020203" pitchFamily="34" charset="0"/>
                  <a:cs typeface="Segoe UI" panose="020B0502040204020203" pitchFamily="34" charset="0"/>
                </a:rPr>
                <a:t>Yellow</a:t>
              </a:r>
            </a:p>
            <a:p>
              <a:pPr defTabSz="746123"/>
              <a:endParaRPr lang="en-US" sz="800" b="1" dirty="0">
                <a:solidFill>
                  <a:srgbClr val="000000"/>
                </a:solidFill>
                <a:latin typeface="Segoe UI" panose="020B0502040204020203" pitchFamily="34" charset="0"/>
                <a:cs typeface="Segoe UI" panose="020B0502040204020203" pitchFamily="34" charset="0"/>
              </a:endParaRPr>
            </a:p>
          </p:txBody>
        </p:sp>
        <p:sp>
          <p:nvSpPr>
            <p:cNvPr id="132" name="Freeform 37" descr="Black shape">
              <a:extLst>
                <a:ext uri="{FF2B5EF4-FFF2-40B4-BE49-F238E27FC236}">
                  <a16:creationId xmlns:a16="http://schemas.microsoft.com/office/drawing/2014/main" id="{1C5FE1B1-C92A-45F9-9066-1AF75BA1664B}"/>
                </a:ext>
              </a:extLst>
            </p:cNvPr>
            <p:cNvSpPr/>
            <p:nvPr/>
          </p:nvSpPr>
          <p:spPr bwMode="auto">
            <a:xfrm>
              <a:off x="6996843" y="4078398"/>
              <a:ext cx="1126973" cy="594360"/>
            </a:xfrm>
            <a:prstGeom prst="rect">
              <a:avLst/>
            </a:prstGeom>
            <a:solidFill>
              <a:srgbClr val="000000"/>
            </a:solidFill>
            <a:ln w="3175">
              <a:solidFill>
                <a:srgbClr val="FFFFFF">
                  <a:alpha val="50196"/>
                </a:srgbClr>
              </a:solidFill>
            </a:ln>
            <a:effectLst/>
          </p:spPr>
          <p:style>
            <a:lnRef idx="1">
              <a:schemeClr val="accent1"/>
            </a:lnRef>
            <a:fillRef idx="3">
              <a:schemeClr val="accent1"/>
            </a:fillRef>
            <a:effectRef idx="2">
              <a:schemeClr val="accent1"/>
            </a:effectRef>
            <a:fontRef idx="minor">
              <a:schemeClr val="lt1"/>
            </a:fontRef>
          </p:style>
          <p:txBody>
            <a:bodyPr wrap="square" lIns="49735" rIns="49735" rtlCol="0" anchor="t">
              <a:noAutofit/>
            </a:bodyPr>
            <a:lstStyle/>
            <a:p>
              <a:pPr defTabSz="746123"/>
              <a:r>
                <a:rPr lang="en-US" sz="800" b="1" dirty="0">
                  <a:solidFill>
                    <a:srgbClr val="FFFFFF"/>
                  </a:solidFill>
                  <a:latin typeface="Segoe UI" panose="020B0502040204020203" pitchFamily="34" charset="0"/>
                  <a:cs typeface="Segoe UI" panose="020B0502040204020203" pitchFamily="34" charset="0"/>
                </a:rPr>
                <a:t>White</a:t>
              </a:r>
            </a:p>
            <a:p>
              <a:pPr defTabSz="746123"/>
              <a:r>
                <a:rPr lang="en-US" sz="800" b="1" dirty="0">
                  <a:solidFill>
                    <a:srgbClr val="9BF00B"/>
                  </a:solidFill>
                  <a:latin typeface="Segoe UI" panose="020B0502040204020203" pitchFamily="34" charset="0"/>
                  <a:cs typeface="Segoe UI" panose="020B0502040204020203" pitchFamily="34" charset="0"/>
                </a:rPr>
                <a:t>Light Green</a:t>
              </a:r>
            </a:p>
          </p:txBody>
        </p:sp>
        <p:sp>
          <p:nvSpPr>
            <p:cNvPr id="133" name="Rectangle 132" descr="Black shape">
              <a:extLst>
                <a:ext uri="{FF2B5EF4-FFF2-40B4-BE49-F238E27FC236}">
                  <a16:creationId xmlns:a16="http://schemas.microsoft.com/office/drawing/2014/main" id="{DBAD4086-4800-44D9-B9CE-64C01EDEFCFE}"/>
                </a:ext>
              </a:extLst>
            </p:cNvPr>
            <p:cNvSpPr/>
            <p:nvPr/>
          </p:nvSpPr>
          <p:spPr bwMode="auto">
            <a:xfrm>
              <a:off x="8160724" y="4078398"/>
              <a:ext cx="1126973" cy="594360"/>
            </a:xfrm>
            <a:prstGeom prst="rect">
              <a:avLst/>
            </a:prstGeom>
            <a:solidFill>
              <a:srgbClr val="000000"/>
            </a:solidFill>
            <a:ln w="3175">
              <a:solidFill>
                <a:srgbClr val="FFFFFF">
                  <a:alpha val="50196"/>
                </a:srgbClr>
              </a:solidFill>
            </a:ln>
            <a:effectLst/>
          </p:spPr>
          <p:style>
            <a:lnRef idx="1">
              <a:schemeClr val="accent1"/>
            </a:lnRef>
            <a:fillRef idx="3">
              <a:schemeClr val="accent1"/>
            </a:fillRef>
            <a:effectRef idx="2">
              <a:schemeClr val="accent1"/>
            </a:effectRef>
            <a:fontRef idx="minor">
              <a:schemeClr val="lt1"/>
            </a:fontRef>
          </p:style>
          <p:txBody>
            <a:bodyPr wrap="square" lIns="49735" rIns="49735" rtlCol="0" anchor="t">
              <a:noAutofit/>
            </a:bodyPr>
            <a:lstStyle/>
            <a:p>
              <a:pPr defTabSz="746123"/>
              <a:r>
                <a:rPr lang="en-US" sz="800" b="1" dirty="0">
                  <a:solidFill>
                    <a:srgbClr val="FFFFFF"/>
                  </a:solidFill>
                  <a:latin typeface="Segoe UI" panose="020B0502040204020203" pitchFamily="34" charset="0"/>
                  <a:cs typeface="Segoe UI" panose="020B0502040204020203" pitchFamily="34" charset="0"/>
                </a:rPr>
                <a:t>White</a:t>
              </a:r>
            </a:p>
            <a:p>
              <a:pPr defTabSz="746123"/>
              <a:r>
                <a:rPr lang="en-US" sz="800" b="1" dirty="0">
                  <a:solidFill>
                    <a:srgbClr val="30E5D0"/>
                  </a:solidFill>
                  <a:latin typeface="Segoe UI" panose="020B0502040204020203" pitchFamily="34" charset="0"/>
                  <a:cs typeface="Segoe UI" panose="020B0502040204020203" pitchFamily="34" charset="0"/>
                </a:rPr>
                <a:t>Light Teal</a:t>
              </a:r>
            </a:p>
            <a:p>
              <a:pPr defTabSz="746123"/>
              <a:r>
                <a:rPr lang="en-US" sz="800" b="1" dirty="0">
                  <a:solidFill>
                    <a:srgbClr val="008575"/>
                  </a:solidFill>
                  <a:latin typeface="Segoe UI" panose="020B0502040204020203" pitchFamily="34" charset="0"/>
                  <a:cs typeface="Segoe UI" panose="020B0502040204020203" pitchFamily="34" charset="0"/>
                </a:rPr>
                <a:t>Teal</a:t>
              </a:r>
            </a:p>
          </p:txBody>
        </p:sp>
        <p:sp>
          <p:nvSpPr>
            <p:cNvPr id="134" name="Rectangle 133" descr="Black shape">
              <a:extLst>
                <a:ext uri="{FF2B5EF4-FFF2-40B4-BE49-F238E27FC236}">
                  <a16:creationId xmlns:a16="http://schemas.microsoft.com/office/drawing/2014/main" id="{22F49AE8-1A03-4F6A-BE74-EAD2906BBDE5}"/>
                </a:ext>
              </a:extLst>
            </p:cNvPr>
            <p:cNvSpPr/>
            <p:nvPr/>
          </p:nvSpPr>
          <p:spPr bwMode="auto">
            <a:xfrm>
              <a:off x="9324605" y="4078398"/>
              <a:ext cx="1126973" cy="594360"/>
            </a:xfrm>
            <a:prstGeom prst="rect">
              <a:avLst/>
            </a:prstGeom>
            <a:solidFill>
              <a:srgbClr val="000000"/>
            </a:solidFill>
            <a:ln w="3175">
              <a:solidFill>
                <a:srgbClr val="FFFFFF">
                  <a:alpha val="50196"/>
                </a:srgbClr>
              </a:solidFill>
            </a:ln>
            <a:effectLst/>
          </p:spPr>
          <p:style>
            <a:lnRef idx="1">
              <a:schemeClr val="accent1"/>
            </a:lnRef>
            <a:fillRef idx="3">
              <a:schemeClr val="accent1"/>
            </a:fillRef>
            <a:effectRef idx="2">
              <a:schemeClr val="accent1"/>
            </a:effectRef>
            <a:fontRef idx="minor">
              <a:schemeClr val="lt1"/>
            </a:fontRef>
          </p:style>
          <p:txBody>
            <a:bodyPr wrap="square" lIns="49735" rIns="49735" rtlCol="0" anchor="t">
              <a:noAutofit/>
            </a:bodyPr>
            <a:lstStyle/>
            <a:p>
              <a:pPr defTabSz="746123"/>
              <a:r>
                <a:rPr lang="en-US" sz="800" b="1" dirty="0">
                  <a:solidFill>
                    <a:srgbClr val="FFFFFF"/>
                  </a:solidFill>
                  <a:latin typeface="Segoe UI" panose="020B0502040204020203" pitchFamily="34" charset="0"/>
                  <a:cs typeface="Segoe UI" panose="020B0502040204020203" pitchFamily="34" charset="0"/>
                </a:rPr>
                <a:t>White</a:t>
              </a:r>
            </a:p>
            <a:p>
              <a:pPr defTabSz="746123"/>
              <a:r>
                <a:rPr lang="en-US" sz="800" b="1" dirty="0">
                  <a:solidFill>
                    <a:srgbClr val="50E6FF"/>
                  </a:solidFill>
                  <a:latin typeface="Segoe UI" panose="020B0502040204020203" pitchFamily="34" charset="0"/>
                  <a:cs typeface="Segoe UI" panose="020B0502040204020203" pitchFamily="34" charset="0"/>
                </a:rPr>
                <a:t>Light Blue</a:t>
              </a:r>
            </a:p>
            <a:p>
              <a:pPr defTabSz="746123"/>
              <a:r>
                <a:rPr lang="en-US" sz="800" b="1" dirty="0">
                  <a:solidFill>
                    <a:srgbClr val="0078D4"/>
                  </a:solidFill>
                  <a:latin typeface="Segoe UI" panose="020B0502040204020203" pitchFamily="34" charset="0"/>
                  <a:cs typeface="Segoe UI" panose="020B0502040204020203" pitchFamily="34" charset="0"/>
                </a:rPr>
                <a:t>Blue</a:t>
              </a:r>
            </a:p>
          </p:txBody>
        </p:sp>
        <p:sp>
          <p:nvSpPr>
            <p:cNvPr id="135" name="Rectangle 134" descr="Black shape">
              <a:extLst>
                <a:ext uri="{FF2B5EF4-FFF2-40B4-BE49-F238E27FC236}">
                  <a16:creationId xmlns:a16="http://schemas.microsoft.com/office/drawing/2014/main" id="{23DFEDE6-C227-48FE-905F-A29EF6DA58C6}"/>
                </a:ext>
              </a:extLst>
            </p:cNvPr>
            <p:cNvSpPr/>
            <p:nvPr/>
          </p:nvSpPr>
          <p:spPr bwMode="auto">
            <a:xfrm>
              <a:off x="10488484" y="4078398"/>
              <a:ext cx="1126973" cy="594360"/>
            </a:xfrm>
            <a:prstGeom prst="rect">
              <a:avLst/>
            </a:prstGeom>
            <a:solidFill>
              <a:srgbClr val="000000"/>
            </a:solidFill>
            <a:ln w="3175">
              <a:solidFill>
                <a:srgbClr val="FFFFFF">
                  <a:alpha val="50196"/>
                </a:srgbClr>
              </a:solidFill>
            </a:ln>
            <a:effectLst/>
          </p:spPr>
          <p:style>
            <a:lnRef idx="1">
              <a:schemeClr val="accent1"/>
            </a:lnRef>
            <a:fillRef idx="3">
              <a:schemeClr val="accent1"/>
            </a:fillRef>
            <a:effectRef idx="2">
              <a:schemeClr val="accent1"/>
            </a:effectRef>
            <a:fontRef idx="minor">
              <a:schemeClr val="lt1"/>
            </a:fontRef>
          </p:style>
          <p:txBody>
            <a:bodyPr wrap="square" lIns="49735" rIns="49735" rtlCol="0" anchor="t">
              <a:noAutofit/>
            </a:bodyPr>
            <a:lstStyle/>
            <a:p>
              <a:pPr defTabSz="746123"/>
              <a:r>
                <a:rPr lang="en-US" sz="800" b="1" dirty="0">
                  <a:solidFill>
                    <a:srgbClr val="FFFFFF"/>
                  </a:solidFill>
                  <a:latin typeface="Segoe UI" panose="020B0502040204020203" pitchFamily="34" charset="0"/>
                  <a:cs typeface="Segoe UI" panose="020B0502040204020203" pitchFamily="34" charset="0"/>
                </a:rPr>
                <a:t>White</a:t>
              </a:r>
            </a:p>
            <a:p>
              <a:pPr defTabSz="746123"/>
              <a:r>
                <a:rPr lang="en-US" sz="800" b="1" dirty="0">
                  <a:solidFill>
                    <a:srgbClr val="D59DFF"/>
                  </a:solidFill>
                  <a:latin typeface="Segoe UI" panose="020B0502040204020203" pitchFamily="34" charset="0"/>
                  <a:cs typeface="Segoe UI" panose="020B0502040204020203" pitchFamily="34" charset="0"/>
                </a:rPr>
                <a:t>Light Purple </a:t>
              </a:r>
            </a:p>
            <a:p>
              <a:pPr defTabSz="746123"/>
              <a:r>
                <a:rPr lang="en-US" sz="800" b="1" dirty="0">
                  <a:solidFill>
                    <a:srgbClr val="8661C5"/>
                  </a:solidFill>
                  <a:latin typeface="Segoe UI" panose="020B0502040204020203" pitchFamily="34" charset="0"/>
                  <a:cs typeface="Segoe UI" panose="020B0502040204020203" pitchFamily="34" charset="0"/>
                </a:rPr>
                <a:t>Purple</a:t>
              </a:r>
            </a:p>
          </p:txBody>
        </p:sp>
      </p:grpSp>
      <p:grpSp>
        <p:nvGrpSpPr>
          <p:cNvPr id="20" name="Microsoft Grays" descr="Microsoft Grays brand colors with text in accessible brand colors">
            <a:extLst>
              <a:ext uri="{FF2B5EF4-FFF2-40B4-BE49-F238E27FC236}">
                <a16:creationId xmlns:a16="http://schemas.microsoft.com/office/drawing/2014/main" id="{81570CF1-DB50-4E3E-A239-D911DDF197E5}"/>
              </a:ext>
            </a:extLst>
          </p:cNvPr>
          <p:cNvGrpSpPr/>
          <p:nvPr/>
        </p:nvGrpSpPr>
        <p:grpSpPr>
          <a:xfrm>
            <a:off x="4666239" y="4709378"/>
            <a:ext cx="6949218" cy="593184"/>
            <a:chOff x="4661043" y="5436477"/>
            <a:chExt cx="6949218" cy="832559"/>
          </a:xfrm>
        </p:grpSpPr>
        <p:sp>
          <p:nvSpPr>
            <p:cNvPr id="139" name="Freeform 38" descr="Extra Light Gray shape">
              <a:extLst>
                <a:ext uri="{FF2B5EF4-FFF2-40B4-BE49-F238E27FC236}">
                  <a16:creationId xmlns:a16="http://schemas.microsoft.com/office/drawing/2014/main" id="{38BAFFCF-05CF-49D7-9BA6-88A45B470A84}"/>
                </a:ext>
              </a:extLst>
            </p:cNvPr>
            <p:cNvSpPr/>
            <p:nvPr/>
          </p:nvSpPr>
          <p:spPr bwMode="auto">
            <a:xfrm>
              <a:off x="4661043" y="5436477"/>
              <a:ext cx="1126973" cy="832559"/>
            </a:xfrm>
            <a:prstGeom prst="rect">
              <a:avLst/>
            </a:prstGeom>
            <a:solidFill>
              <a:srgbClr val="F2F2F2"/>
            </a:solidFill>
            <a:ln w="3175">
              <a:solidFill>
                <a:schemeClr val="bg1">
                  <a:lumMod val="75000"/>
                </a:schemeClr>
              </a:solidFill>
            </a:ln>
            <a:effectLst/>
          </p:spPr>
          <p:style>
            <a:lnRef idx="1">
              <a:schemeClr val="accent1"/>
            </a:lnRef>
            <a:fillRef idx="3">
              <a:schemeClr val="accent1"/>
            </a:fillRef>
            <a:effectRef idx="2">
              <a:schemeClr val="accent1"/>
            </a:effectRef>
            <a:fontRef idx="minor">
              <a:schemeClr val="lt1"/>
            </a:fontRef>
          </p:style>
          <p:txBody>
            <a:bodyPr wrap="square" lIns="49735" rIns="49735" rtlCol="0" anchor="t">
              <a:noAutofit/>
            </a:bodyPr>
            <a:lstStyle/>
            <a:p>
              <a:pPr defTabSz="746123"/>
              <a:r>
                <a:rPr lang="en-US" sz="800" b="1" dirty="0">
                  <a:solidFill>
                    <a:srgbClr val="000000"/>
                  </a:solidFill>
                  <a:latin typeface="Segoe UI" panose="020B0502040204020203" pitchFamily="34" charset="0"/>
                  <a:cs typeface="Segoe UI" panose="020B0502040204020203" pitchFamily="34" charset="0"/>
                </a:rPr>
                <a:t>Extra Light Gray</a:t>
              </a:r>
              <a:endParaRPr lang="en-US" sz="800" dirty="0">
                <a:solidFill>
                  <a:srgbClr val="000000"/>
                </a:solidFill>
                <a:latin typeface="Segoe UI" panose="020B0502040204020203" pitchFamily="34" charset="0"/>
                <a:cs typeface="Segoe UI" panose="020B0502040204020203" pitchFamily="34" charset="0"/>
              </a:endParaRPr>
            </a:p>
            <a:p>
              <a:pPr defTabSz="746123"/>
              <a:r>
                <a:rPr lang="en-US" sz="653" dirty="0">
                  <a:solidFill>
                    <a:srgbClr val="000000"/>
                  </a:solidFill>
                  <a:latin typeface="Segoe UI" panose="020B0502040204020203" pitchFamily="34" charset="0"/>
                  <a:cs typeface="Segoe UI" panose="020B0502040204020203" pitchFamily="34" charset="0"/>
                </a:rPr>
                <a:t>R242 G242 B242</a:t>
              </a:r>
            </a:p>
            <a:p>
              <a:pPr defTabSz="746123">
                <a:spcAft>
                  <a:spcPts val="326"/>
                </a:spcAft>
              </a:pPr>
              <a:r>
                <a:rPr lang="en-US" sz="653" dirty="0">
                  <a:solidFill>
                    <a:srgbClr val="000000"/>
                  </a:solidFill>
                  <a:latin typeface="Segoe UI" panose="020B0502040204020203" pitchFamily="34" charset="0"/>
                  <a:cs typeface="Segoe UI" panose="020B0502040204020203" pitchFamily="34" charset="0"/>
                </a:rPr>
                <a:t>Hex #F2F2F2</a:t>
              </a:r>
            </a:p>
          </p:txBody>
        </p:sp>
        <p:sp>
          <p:nvSpPr>
            <p:cNvPr id="100" name="Freeform 38" descr="Light Gray shape">
              <a:extLst>
                <a:ext uri="{FF2B5EF4-FFF2-40B4-BE49-F238E27FC236}">
                  <a16:creationId xmlns:a16="http://schemas.microsoft.com/office/drawing/2014/main" id="{3ABCEDAE-65FC-42FD-8EE1-674C6BF3C9F7}"/>
                </a:ext>
              </a:extLst>
            </p:cNvPr>
            <p:cNvSpPr/>
            <p:nvPr/>
          </p:nvSpPr>
          <p:spPr bwMode="auto">
            <a:xfrm>
              <a:off x="5822869" y="5436477"/>
              <a:ext cx="1126973" cy="832559"/>
            </a:xfrm>
            <a:prstGeom prst="rect">
              <a:avLst/>
            </a:prstGeom>
            <a:solidFill>
              <a:srgbClr val="E6E6E6"/>
            </a:solidFill>
            <a:ln w="3175">
              <a:solidFill>
                <a:schemeClr val="bg1">
                  <a:lumMod val="75000"/>
                </a:schemeClr>
              </a:solidFill>
            </a:ln>
            <a:effectLst/>
          </p:spPr>
          <p:style>
            <a:lnRef idx="1">
              <a:schemeClr val="accent1"/>
            </a:lnRef>
            <a:fillRef idx="3">
              <a:schemeClr val="accent1"/>
            </a:fillRef>
            <a:effectRef idx="2">
              <a:schemeClr val="accent1"/>
            </a:effectRef>
            <a:fontRef idx="minor">
              <a:schemeClr val="lt1"/>
            </a:fontRef>
          </p:style>
          <p:txBody>
            <a:bodyPr wrap="square" lIns="49735" rIns="49735" rtlCol="0" anchor="t">
              <a:noAutofit/>
            </a:bodyPr>
            <a:lstStyle/>
            <a:p>
              <a:pPr defTabSz="746123"/>
              <a:r>
                <a:rPr lang="en-US" sz="800" b="1" dirty="0">
                  <a:solidFill>
                    <a:srgbClr val="000000"/>
                  </a:solidFill>
                  <a:latin typeface="Segoe UI" panose="020B0502040204020203" pitchFamily="34" charset="0"/>
                  <a:cs typeface="Segoe UI" panose="020B0502040204020203" pitchFamily="34" charset="0"/>
                </a:rPr>
                <a:t>Light Gray</a:t>
              </a:r>
              <a:endParaRPr lang="en-US" sz="800" dirty="0">
                <a:solidFill>
                  <a:srgbClr val="000000"/>
                </a:solidFill>
                <a:latin typeface="Segoe UI" panose="020B0502040204020203" pitchFamily="34" charset="0"/>
                <a:cs typeface="Segoe UI" panose="020B0502040204020203" pitchFamily="34" charset="0"/>
              </a:endParaRPr>
            </a:p>
            <a:p>
              <a:pPr defTabSz="746123"/>
              <a:r>
                <a:rPr lang="en-US" sz="653" dirty="0">
                  <a:solidFill>
                    <a:srgbClr val="000000"/>
                  </a:solidFill>
                  <a:latin typeface="Segoe UI" panose="020B0502040204020203" pitchFamily="34" charset="0"/>
                  <a:cs typeface="Segoe UI" panose="020B0502040204020203" pitchFamily="34" charset="0"/>
                </a:rPr>
                <a:t>R230 G230 B230</a:t>
              </a:r>
            </a:p>
            <a:p>
              <a:pPr defTabSz="746123">
                <a:spcAft>
                  <a:spcPts val="326"/>
                </a:spcAft>
              </a:pPr>
              <a:r>
                <a:rPr lang="en-US" sz="653" dirty="0">
                  <a:solidFill>
                    <a:srgbClr val="000000"/>
                  </a:solidFill>
                  <a:latin typeface="Segoe UI" panose="020B0502040204020203" pitchFamily="34" charset="0"/>
                  <a:cs typeface="Segoe UI" panose="020B0502040204020203" pitchFamily="34" charset="0"/>
                </a:rPr>
                <a:t>Hex #E6E6E6</a:t>
              </a:r>
            </a:p>
          </p:txBody>
        </p:sp>
        <p:sp>
          <p:nvSpPr>
            <p:cNvPr id="101" name="Freeform 37">
              <a:extLst>
                <a:ext uri="{FF2B5EF4-FFF2-40B4-BE49-F238E27FC236}">
                  <a16:creationId xmlns:a16="http://schemas.microsoft.com/office/drawing/2014/main" id="{B43D8244-47E6-4089-A1F6-4388BB86A052}"/>
                </a:ext>
              </a:extLst>
            </p:cNvPr>
            <p:cNvSpPr/>
            <p:nvPr/>
          </p:nvSpPr>
          <p:spPr bwMode="auto">
            <a:xfrm>
              <a:off x="6987974" y="5436477"/>
              <a:ext cx="1126973" cy="832559"/>
            </a:xfrm>
            <a:prstGeom prst="rect">
              <a:avLst/>
            </a:prstGeom>
            <a:solidFill>
              <a:srgbClr val="D2D2D2"/>
            </a:solidFill>
            <a:ln w="3175">
              <a:solidFill>
                <a:schemeClr val="bg1">
                  <a:lumMod val="75000"/>
                </a:schemeClr>
              </a:solidFill>
            </a:ln>
            <a:effectLst/>
          </p:spPr>
          <p:style>
            <a:lnRef idx="1">
              <a:schemeClr val="accent1"/>
            </a:lnRef>
            <a:fillRef idx="3">
              <a:schemeClr val="accent1"/>
            </a:fillRef>
            <a:effectRef idx="2">
              <a:schemeClr val="accent1"/>
            </a:effectRef>
            <a:fontRef idx="minor">
              <a:schemeClr val="lt1"/>
            </a:fontRef>
          </p:style>
          <p:txBody>
            <a:bodyPr wrap="square" lIns="49735" rIns="49735" rtlCol="0" anchor="t">
              <a:noAutofit/>
            </a:bodyPr>
            <a:lstStyle/>
            <a:p>
              <a:pPr defTabSz="746123"/>
              <a:r>
                <a:rPr lang="en-US" sz="800" b="1" dirty="0">
                  <a:solidFill>
                    <a:srgbClr val="000000"/>
                  </a:solidFill>
                  <a:latin typeface="Segoe UI" panose="020B0502040204020203" pitchFamily="34" charset="0"/>
                  <a:cs typeface="Segoe UI" panose="020B0502040204020203" pitchFamily="34" charset="0"/>
                </a:rPr>
                <a:t>Gray</a:t>
              </a:r>
              <a:endParaRPr lang="en-US" sz="800" dirty="0">
                <a:solidFill>
                  <a:srgbClr val="000000"/>
                </a:solidFill>
                <a:latin typeface="Segoe UI" panose="020B0502040204020203" pitchFamily="34" charset="0"/>
                <a:cs typeface="Segoe UI" panose="020B0502040204020203" pitchFamily="34" charset="0"/>
              </a:endParaRPr>
            </a:p>
            <a:p>
              <a:pPr defTabSz="746123"/>
              <a:r>
                <a:rPr lang="pt-BR" sz="653" dirty="0">
                  <a:solidFill>
                    <a:srgbClr val="000000"/>
                  </a:solidFill>
                  <a:latin typeface="Segoe UI" panose="020B0502040204020203" pitchFamily="34" charset="0"/>
                  <a:cs typeface="Segoe UI" panose="020B0502040204020203" pitchFamily="34" charset="0"/>
                </a:rPr>
                <a:t>R210 G210 B210 </a:t>
              </a:r>
            </a:p>
            <a:p>
              <a:pPr defTabSz="746123"/>
              <a:r>
                <a:rPr lang="pt-BR" sz="653" dirty="0">
                  <a:solidFill>
                    <a:srgbClr val="000000"/>
                  </a:solidFill>
                  <a:latin typeface="Segoe UI" panose="020B0502040204020203" pitchFamily="34" charset="0"/>
                  <a:cs typeface="Segoe UI" panose="020B0502040204020203" pitchFamily="34" charset="0"/>
                </a:rPr>
                <a:t>Hex #D2D2D2</a:t>
              </a:r>
              <a:endParaRPr lang="en-US" sz="653" dirty="0">
                <a:solidFill>
                  <a:srgbClr val="000000"/>
                </a:solidFill>
                <a:latin typeface="Segoe UI" panose="020B0502040204020203" pitchFamily="34" charset="0"/>
                <a:cs typeface="Segoe UI" panose="020B0502040204020203" pitchFamily="34" charset="0"/>
              </a:endParaRPr>
            </a:p>
          </p:txBody>
        </p:sp>
        <p:sp>
          <p:nvSpPr>
            <p:cNvPr id="102" name="Rectangle 101" descr="Mid Gray shape">
              <a:extLst>
                <a:ext uri="{FF2B5EF4-FFF2-40B4-BE49-F238E27FC236}">
                  <a16:creationId xmlns:a16="http://schemas.microsoft.com/office/drawing/2014/main" id="{D4FCD3F0-594D-4313-870D-781BE8B2C91D}"/>
                </a:ext>
              </a:extLst>
            </p:cNvPr>
            <p:cNvSpPr/>
            <p:nvPr/>
          </p:nvSpPr>
          <p:spPr bwMode="auto">
            <a:xfrm>
              <a:off x="8153080" y="5436477"/>
              <a:ext cx="1126973" cy="832559"/>
            </a:xfrm>
            <a:prstGeom prst="rect">
              <a:avLst/>
            </a:prstGeom>
            <a:solidFill>
              <a:srgbClr val="737373"/>
            </a:solidFill>
            <a:ln w="3175">
              <a:solidFill>
                <a:schemeClr val="bg1">
                  <a:lumMod val="75000"/>
                </a:schemeClr>
              </a:solidFill>
            </a:ln>
            <a:effectLst/>
          </p:spPr>
          <p:style>
            <a:lnRef idx="1">
              <a:schemeClr val="accent1"/>
            </a:lnRef>
            <a:fillRef idx="3">
              <a:schemeClr val="accent1"/>
            </a:fillRef>
            <a:effectRef idx="2">
              <a:schemeClr val="accent1"/>
            </a:effectRef>
            <a:fontRef idx="minor">
              <a:schemeClr val="lt1"/>
            </a:fontRef>
          </p:style>
          <p:txBody>
            <a:bodyPr wrap="square" lIns="49735" rIns="49735" rtlCol="0" anchor="t">
              <a:noAutofit/>
            </a:bodyPr>
            <a:lstStyle/>
            <a:p>
              <a:pPr defTabSz="746123"/>
              <a:r>
                <a:rPr lang="en-US" sz="800" b="1" dirty="0">
                  <a:solidFill>
                    <a:srgbClr val="FFFFFF"/>
                  </a:solidFill>
                  <a:latin typeface="Segoe UI" panose="020B0502040204020203" pitchFamily="34" charset="0"/>
                  <a:cs typeface="Segoe UI" panose="020B0502040204020203" pitchFamily="34" charset="0"/>
                </a:rPr>
                <a:t>Mid Gray</a:t>
              </a:r>
              <a:endParaRPr lang="en-US" sz="800" dirty="0">
                <a:solidFill>
                  <a:srgbClr val="000000"/>
                </a:solidFill>
                <a:latin typeface="Segoe UI" panose="020B0502040204020203" pitchFamily="34" charset="0"/>
                <a:cs typeface="Segoe UI" panose="020B0502040204020203" pitchFamily="34" charset="0"/>
              </a:endParaRPr>
            </a:p>
            <a:p>
              <a:pPr defTabSz="746123"/>
              <a:r>
                <a:rPr lang="pt-BR" sz="653" dirty="0">
                  <a:solidFill>
                    <a:srgbClr val="FFFFFF"/>
                  </a:solidFill>
                  <a:latin typeface="Segoe UI" panose="020B0502040204020203" pitchFamily="34" charset="0"/>
                  <a:cs typeface="Segoe UI" panose="020B0502040204020203" pitchFamily="34" charset="0"/>
                </a:rPr>
                <a:t>R115 G115 B115 </a:t>
              </a:r>
            </a:p>
            <a:p>
              <a:pPr defTabSz="746123"/>
              <a:r>
                <a:rPr lang="pt-BR" sz="653" dirty="0">
                  <a:solidFill>
                    <a:srgbClr val="FFFFFF"/>
                  </a:solidFill>
                  <a:latin typeface="Segoe UI" panose="020B0502040204020203" pitchFamily="34" charset="0"/>
                  <a:cs typeface="Segoe UI" panose="020B0502040204020203" pitchFamily="34" charset="0"/>
                </a:rPr>
                <a:t>Hex #737373</a:t>
              </a:r>
              <a:endParaRPr lang="en-US" sz="653" dirty="0">
                <a:solidFill>
                  <a:srgbClr val="FFFFFF"/>
                </a:solidFill>
                <a:latin typeface="Segoe UI" panose="020B0502040204020203" pitchFamily="34" charset="0"/>
                <a:cs typeface="Segoe UI" panose="020B0502040204020203" pitchFamily="34" charset="0"/>
              </a:endParaRPr>
            </a:p>
          </p:txBody>
        </p:sp>
        <p:sp>
          <p:nvSpPr>
            <p:cNvPr id="103" name="Rectangle 102" descr="Dark Gray shape">
              <a:extLst>
                <a:ext uri="{FF2B5EF4-FFF2-40B4-BE49-F238E27FC236}">
                  <a16:creationId xmlns:a16="http://schemas.microsoft.com/office/drawing/2014/main" id="{DC776785-45D4-42F2-A35B-705D39B99E98}"/>
                </a:ext>
              </a:extLst>
            </p:cNvPr>
            <p:cNvSpPr/>
            <p:nvPr/>
          </p:nvSpPr>
          <p:spPr bwMode="auto">
            <a:xfrm>
              <a:off x="9318184" y="5436477"/>
              <a:ext cx="1126973" cy="832559"/>
            </a:xfrm>
            <a:prstGeom prst="rect">
              <a:avLst/>
            </a:prstGeom>
            <a:solidFill>
              <a:srgbClr val="525252"/>
            </a:solidFill>
            <a:ln>
              <a:noFill/>
            </a:ln>
            <a:effectLst/>
          </p:spPr>
          <p:style>
            <a:lnRef idx="1">
              <a:schemeClr val="accent1"/>
            </a:lnRef>
            <a:fillRef idx="3">
              <a:schemeClr val="accent1"/>
            </a:fillRef>
            <a:effectRef idx="2">
              <a:schemeClr val="accent1"/>
            </a:effectRef>
            <a:fontRef idx="minor">
              <a:schemeClr val="lt1"/>
            </a:fontRef>
          </p:style>
          <p:txBody>
            <a:bodyPr wrap="square" lIns="49735" rIns="49735" rtlCol="0" anchor="t">
              <a:noAutofit/>
            </a:bodyPr>
            <a:lstStyle/>
            <a:p>
              <a:pPr defTabSz="746123"/>
              <a:r>
                <a:rPr lang="en-US" sz="800" b="1" dirty="0">
                  <a:solidFill>
                    <a:srgbClr val="FFFFFF"/>
                  </a:solidFill>
                  <a:latin typeface="Segoe UI" panose="020B0502040204020203" pitchFamily="34" charset="0"/>
                  <a:cs typeface="Segoe UI" panose="020B0502040204020203" pitchFamily="34" charset="0"/>
                </a:rPr>
                <a:t>Dark Gray</a:t>
              </a:r>
              <a:endParaRPr lang="en-US" sz="800" dirty="0">
                <a:solidFill>
                  <a:srgbClr val="000000"/>
                </a:solidFill>
                <a:latin typeface="Segoe UI" panose="020B0502040204020203" pitchFamily="34" charset="0"/>
                <a:cs typeface="Segoe UI" panose="020B0502040204020203" pitchFamily="34" charset="0"/>
              </a:endParaRPr>
            </a:p>
            <a:p>
              <a:pPr defTabSz="746123"/>
              <a:r>
                <a:rPr lang="pt-BR" sz="653" dirty="0">
                  <a:solidFill>
                    <a:srgbClr val="FFFFFF"/>
                  </a:solidFill>
                  <a:latin typeface="Segoe UI" panose="020B0502040204020203" pitchFamily="34" charset="0"/>
                  <a:cs typeface="Segoe UI" panose="020B0502040204020203" pitchFamily="34" charset="0"/>
                </a:rPr>
                <a:t>R80 G80 B80 </a:t>
              </a:r>
            </a:p>
            <a:p>
              <a:pPr defTabSz="746123"/>
              <a:r>
                <a:rPr lang="pt-BR" sz="653" dirty="0">
                  <a:solidFill>
                    <a:srgbClr val="FFFFFF"/>
                  </a:solidFill>
                  <a:latin typeface="Segoe UI" panose="020B0502040204020203" pitchFamily="34" charset="0"/>
                  <a:cs typeface="Segoe UI" panose="020B0502040204020203" pitchFamily="34" charset="0"/>
                </a:rPr>
                <a:t>Hex #505050</a:t>
              </a:r>
              <a:endParaRPr lang="en-US" sz="653" dirty="0">
                <a:solidFill>
                  <a:srgbClr val="FFFFFF"/>
                </a:solidFill>
                <a:latin typeface="Segoe UI" panose="020B0502040204020203" pitchFamily="34" charset="0"/>
                <a:cs typeface="Segoe UI" panose="020B0502040204020203" pitchFamily="34" charset="0"/>
              </a:endParaRPr>
            </a:p>
          </p:txBody>
        </p:sp>
        <p:sp>
          <p:nvSpPr>
            <p:cNvPr id="104" name="Rectangle 103" descr="Extra Dark Gray shape">
              <a:extLst>
                <a:ext uri="{FF2B5EF4-FFF2-40B4-BE49-F238E27FC236}">
                  <a16:creationId xmlns:a16="http://schemas.microsoft.com/office/drawing/2014/main" id="{22FA0E82-9D51-4C8C-984D-F91C1E5A46B5}"/>
                </a:ext>
              </a:extLst>
            </p:cNvPr>
            <p:cNvSpPr/>
            <p:nvPr/>
          </p:nvSpPr>
          <p:spPr bwMode="auto">
            <a:xfrm>
              <a:off x="10483288" y="5436477"/>
              <a:ext cx="1126973" cy="832559"/>
            </a:xfrm>
            <a:prstGeom prst="rect">
              <a:avLst/>
            </a:prstGeom>
            <a:solidFill>
              <a:srgbClr val="2F2F2F"/>
            </a:solidFill>
            <a:ln w="3175">
              <a:solidFill>
                <a:schemeClr val="tx1">
                  <a:alpha val="50000"/>
                </a:schemeClr>
              </a:solidFill>
            </a:ln>
            <a:effectLst/>
          </p:spPr>
          <p:style>
            <a:lnRef idx="1">
              <a:schemeClr val="accent1"/>
            </a:lnRef>
            <a:fillRef idx="3">
              <a:schemeClr val="accent1"/>
            </a:fillRef>
            <a:effectRef idx="2">
              <a:schemeClr val="accent1"/>
            </a:effectRef>
            <a:fontRef idx="minor">
              <a:schemeClr val="lt1"/>
            </a:fontRef>
          </p:style>
          <p:txBody>
            <a:bodyPr lIns="49735" rIns="49735" rtlCol="0" anchor="t"/>
            <a:lstStyle/>
            <a:p>
              <a:pPr defTabSz="746123"/>
              <a:r>
                <a:rPr lang="en-US" sz="800" b="1" dirty="0">
                  <a:solidFill>
                    <a:srgbClr val="FFFFFF"/>
                  </a:solidFill>
                  <a:latin typeface="Segoe UI" panose="020B0502040204020203" pitchFamily="34" charset="0"/>
                  <a:cs typeface="Segoe UI" panose="020B0502040204020203" pitchFamily="34" charset="0"/>
                </a:rPr>
                <a:t>Extra Dark Gray</a:t>
              </a:r>
            </a:p>
            <a:p>
              <a:pPr defTabSz="746123"/>
              <a:r>
                <a:rPr lang="pt-BR" sz="653" dirty="0">
                  <a:solidFill>
                    <a:srgbClr val="FFFFFF"/>
                  </a:solidFill>
                  <a:latin typeface="Segoe UI" panose="020B0502040204020203" pitchFamily="34" charset="0"/>
                  <a:cs typeface="Segoe UI" panose="020B0502040204020203" pitchFamily="34" charset="0"/>
                </a:rPr>
                <a:t>R47 G47 B47 </a:t>
              </a:r>
            </a:p>
            <a:p>
              <a:pPr defTabSz="746123"/>
              <a:r>
                <a:rPr lang="pt-BR" sz="653" dirty="0">
                  <a:solidFill>
                    <a:srgbClr val="FFFFFF"/>
                  </a:solidFill>
                  <a:latin typeface="Segoe UI" panose="020B0502040204020203" pitchFamily="34" charset="0"/>
                  <a:cs typeface="Segoe UI" panose="020B0502040204020203" pitchFamily="34" charset="0"/>
                </a:rPr>
                <a:t>Hex #</a:t>
              </a:r>
              <a:r>
                <a:rPr lang="en-US" sz="653" dirty="0">
                  <a:solidFill>
                    <a:srgbClr val="FFFFFF"/>
                  </a:solidFill>
                  <a:latin typeface="Segoe UI" panose="020B0502040204020203" pitchFamily="34" charset="0"/>
                  <a:cs typeface="Segoe UI" panose="020B0502040204020203" pitchFamily="34" charset="0"/>
                </a:rPr>
                <a:t>2F2F2F</a:t>
              </a:r>
            </a:p>
            <a:p>
              <a:pPr defTabSz="746123"/>
              <a:endParaRPr lang="en-US" sz="800" b="1" dirty="0">
                <a:solidFill>
                  <a:srgbClr val="FFFFFF"/>
                </a:solidFill>
                <a:latin typeface="Segoe UI" panose="020B0502040204020203" pitchFamily="34" charset="0"/>
                <a:cs typeface="Segoe UI" panose="020B0502040204020203" pitchFamily="34" charset="0"/>
              </a:endParaRPr>
            </a:p>
          </p:txBody>
        </p:sp>
      </p:grpSp>
    </p:spTree>
    <p:extLst>
      <p:ext uri="{BB962C8B-B14F-4D97-AF65-F5344CB8AC3E}">
        <p14:creationId xmlns:p14="http://schemas.microsoft.com/office/powerpoint/2010/main" val="129101152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000" dirty="0">
                <a:solidFill>
                  <a:schemeClr val="tx1"/>
                </a:solidFill>
              </a:rPr>
              <a:t>PowerPoint Desig</a:t>
            </a:r>
            <a:r>
              <a:rPr lang="en-US" dirty="0">
                <a:solidFill>
                  <a:schemeClr val="tx1"/>
                </a:solidFill>
              </a:rPr>
              <a:t>n Ideas</a:t>
            </a:r>
            <a:endParaRPr lang="en-US" sz="2000" dirty="0">
              <a:solidFill>
                <a:schemeClr val="tx1"/>
              </a:solidFill>
            </a:endParaRPr>
          </a:p>
        </p:txBody>
      </p:sp>
      <p:sp>
        <p:nvSpPr>
          <p:cNvPr id="13" name="TextBox 12"/>
          <p:cNvSpPr txBox="1"/>
          <p:nvPr/>
        </p:nvSpPr>
        <p:spPr>
          <a:xfrm>
            <a:off x="590868" y="1436688"/>
            <a:ext cx="3474720" cy="2139047"/>
          </a:xfrm>
          <a:prstGeom prst="rect">
            <a:avLst/>
          </a:prstGeom>
          <a:noFill/>
        </p:spPr>
        <p:txBody>
          <a:bodyPr wrap="square" lIns="0" tIns="0" rIns="0" bIns="0" rtlCol="0">
            <a:spAutoFit/>
          </a:bodyPr>
          <a:lstStyle/>
          <a:p>
            <a:pPr>
              <a:spcAft>
                <a:spcPts val="600"/>
              </a:spcAft>
              <a:buSzPct val="90000"/>
              <a:defRPr/>
            </a:pPr>
            <a:r>
              <a:rPr lang="en-US" sz="1600" b="1" dirty="0">
                <a:cs typeface="Segoe UI Semibold" panose="020B0702040204020203" pitchFamily="34" charset="0"/>
              </a:rPr>
              <a:t>Get suggestions for slides</a:t>
            </a:r>
          </a:p>
          <a:p>
            <a:pPr defTabSz="903827">
              <a:spcBef>
                <a:spcPts val="775"/>
              </a:spcBef>
              <a:buSzPct val="90000"/>
              <a:defRPr/>
            </a:pPr>
            <a:r>
              <a:rPr lang="en-US" sz="1400" dirty="0">
                <a:latin typeface="+mj-lt"/>
                <a:cs typeface="Segoe UI" panose="020B0502040204020203" pitchFamily="34" charset="0"/>
              </a:rPr>
              <a:t>PowerPoint Designer </a:t>
            </a:r>
            <a:r>
              <a:rPr lang="en-US" sz="1400" dirty="0">
                <a:cs typeface="Segoe UI" panose="020B0502040204020203" pitchFamily="34" charset="0"/>
              </a:rPr>
              <a:t>can create suggestions for your slide content. </a:t>
            </a:r>
          </a:p>
          <a:p>
            <a:pPr lvl="0" defTabSz="903827">
              <a:spcBef>
                <a:spcPts val="775"/>
              </a:spcBef>
              <a:buSzPct val="90000"/>
              <a:defRPr/>
            </a:pPr>
            <a:r>
              <a:rPr lang="en-US" sz="1400" dirty="0">
                <a:cs typeface="Segoe UI" panose="020B0502040204020203" pitchFamily="34" charset="0"/>
              </a:rPr>
              <a:t>To access Design Ideas, click the </a:t>
            </a:r>
            <a:br>
              <a:rPr lang="en-US" sz="1400" dirty="0">
                <a:cs typeface="Segoe UI" panose="020B0502040204020203" pitchFamily="34" charset="0"/>
              </a:rPr>
            </a:br>
            <a:r>
              <a:rPr lang="en-US" sz="1400" dirty="0">
                <a:cs typeface="Segoe UI" panose="020B0502040204020203" pitchFamily="34" charset="0"/>
              </a:rPr>
              <a:t>“</a:t>
            </a:r>
            <a:r>
              <a:rPr lang="en-US" sz="1400" dirty="0">
                <a:latin typeface="Segoe UI Semibold"/>
                <a:cs typeface="Segoe UI" panose="020B0502040204020203" pitchFamily="34" charset="0"/>
              </a:rPr>
              <a:t>Design</a:t>
            </a:r>
            <a:r>
              <a:rPr lang="en-US" sz="1400" dirty="0">
                <a:cs typeface="Segoe UI" panose="020B0502040204020203" pitchFamily="34" charset="0"/>
              </a:rPr>
              <a:t>” tab in the Ribbon and </a:t>
            </a:r>
            <a:br>
              <a:rPr lang="en-US" sz="1400" dirty="0">
                <a:cs typeface="Segoe UI" panose="020B0502040204020203" pitchFamily="34" charset="0"/>
              </a:rPr>
            </a:br>
            <a:r>
              <a:rPr lang="en-US" sz="1400" dirty="0">
                <a:cs typeface="Segoe UI" panose="020B0502040204020203" pitchFamily="34" charset="0"/>
              </a:rPr>
              <a:t>then “</a:t>
            </a:r>
            <a:r>
              <a:rPr lang="en-US" sz="1400" dirty="0">
                <a:latin typeface="Segoe UI Semibold"/>
                <a:cs typeface="Segoe UI" panose="020B0502040204020203" pitchFamily="34" charset="0"/>
              </a:rPr>
              <a:t>Design Ideas</a:t>
            </a:r>
            <a:r>
              <a:rPr lang="en-US" sz="1400" dirty="0">
                <a:cs typeface="Segoe UI" panose="020B0502040204020203" pitchFamily="34" charset="0"/>
              </a:rPr>
              <a:t>” on the right.</a:t>
            </a:r>
          </a:p>
          <a:p>
            <a:pPr lvl="0" defTabSz="903827">
              <a:spcBef>
                <a:spcPts val="775"/>
              </a:spcBef>
              <a:buSzPct val="90000"/>
              <a:defRPr/>
            </a:pPr>
            <a:r>
              <a:rPr lang="en-US" sz="1400" dirty="0">
                <a:latin typeface="Segoe UI Semibold"/>
                <a:cs typeface="Segoe UI" panose="020B0502040204020203" pitchFamily="34" charset="0"/>
              </a:rPr>
              <a:t>Designer</a:t>
            </a:r>
            <a:r>
              <a:rPr lang="en-US" sz="1400" dirty="0">
                <a:cs typeface="Segoe UI" panose="020B0502040204020203" pitchFamily="34" charset="0"/>
              </a:rPr>
              <a:t> will also trigger when </a:t>
            </a:r>
            <a:br>
              <a:rPr lang="en-US" sz="1400" dirty="0">
                <a:cs typeface="Segoe UI" panose="020B0502040204020203" pitchFamily="34" charset="0"/>
              </a:rPr>
            </a:br>
            <a:r>
              <a:rPr lang="en-US" sz="1400" dirty="0">
                <a:cs typeface="Segoe UI" panose="020B0502040204020203" pitchFamily="34" charset="0"/>
              </a:rPr>
              <a:t>you insert an image.</a:t>
            </a:r>
          </a:p>
        </p:txBody>
      </p:sp>
      <p:pic>
        <p:nvPicPr>
          <p:cNvPr id="11" name="Graphic 10" descr="Design Ideas icon found on the Design tab on the Ribbon menu">
            <a:extLst>
              <a:ext uri="{FF2B5EF4-FFF2-40B4-BE49-F238E27FC236}">
                <a16:creationId xmlns:a16="http://schemas.microsoft.com/office/drawing/2014/main" id="{3DFF0FEE-B504-47B5-97D7-7058E4899AE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90868" y="4060271"/>
            <a:ext cx="1117282" cy="1575183"/>
          </a:xfrm>
          <a:prstGeom prst="rect">
            <a:avLst/>
          </a:prstGeom>
        </p:spPr>
      </p:pic>
      <p:pic>
        <p:nvPicPr>
          <p:cNvPr id="28" name="Picture 27" descr="PowerPoint Designer slide layout example.">
            <a:extLst>
              <a:ext uri="{FF2B5EF4-FFF2-40B4-BE49-F238E27FC236}">
                <a16:creationId xmlns:a16="http://schemas.microsoft.com/office/drawing/2014/main" id="{03C22175-52B3-400C-BB01-71154D819DC2}"/>
              </a:ext>
            </a:extLst>
          </p:cNvPr>
          <p:cNvPicPr>
            <a:picLocks noChangeAspect="1"/>
          </p:cNvPicPr>
          <p:nvPr/>
        </p:nvPicPr>
        <p:blipFill>
          <a:blip r:embed="rId4"/>
          <a:stretch>
            <a:fillRect/>
          </a:stretch>
        </p:blipFill>
        <p:spPr bwMode="ltGray">
          <a:xfrm>
            <a:off x="4355260" y="1443082"/>
            <a:ext cx="3474718" cy="1958854"/>
          </a:xfrm>
          <a:prstGeom prst="rect">
            <a:avLst/>
          </a:prstGeom>
        </p:spPr>
      </p:pic>
      <p:pic>
        <p:nvPicPr>
          <p:cNvPr id="26" name="Picture 25" descr="PowerPoint Designer slide layout example.">
            <a:extLst>
              <a:ext uri="{FF2B5EF4-FFF2-40B4-BE49-F238E27FC236}">
                <a16:creationId xmlns:a16="http://schemas.microsoft.com/office/drawing/2014/main" id="{C8F11940-521A-4955-AE86-D32D37EF3532}"/>
              </a:ext>
            </a:extLst>
          </p:cNvPr>
          <p:cNvPicPr>
            <a:picLocks noChangeAspect="1"/>
          </p:cNvPicPr>
          <p:nvPr/>
        </p:nvPicPr>
        <p:blipFill>
          <a:blip r:embed="rId5"/>
          <a:stretch>
            <a:fillRect/>
          </a:stretch>
        </p:blipFill>
        <p:spPr bwMode="ltGray">
          <a:xfrm>
            <a:off x="8134462" y="1431063"/>
            <a:ext cx="3474718" cy="1965776"/>
          </a:xfrm>
          <a:prstGeom prst="rect">
            <a:avLst/>
          </a:prstGeom>
        </p:spPr>
      </p:pic>
      <p:pic>
        <p:nvPicPr>
          <p:cNvPr id="24" name="Picture 23" descr="PowerPoint Designer slide layout example.">
            <a:extLst>
              <a:ext uri="{FF2B5EF4-FFF2-40B4-BE49-F238E27FC236}">
                <a16:creationId xmlns:a16="http://schemas.microsoft.com/office/drawing/2014/main" id="{FF603395-DB1E-434B-A081-8329D5AAA286}"/>
              </a:ext>
            </a:extLst>
          </p:cNvPr>
          <p:cNvPicPr>
            <a:picLocks noChangeAspect="1"/>
          </p:cNvPicPr>
          <p:nvPr/>
        </p:nvPicPr>
        <p:blipFill>
          <a:blip r:embed="rId6"/>
          <a:stretch>
            <a:fillRect/>
          </a:stretch>
        </p:blipFill>
        <p:spPr bwMode="ltGray">
          <a:xfrm>
            <a:off x="4365802" y="3676600"/>
            <a:ext cx="3474718" cy="1958854"/>
          </a:xfrm>
          <a:prstGeom prst="rect">
            <a:avLst/>
          </a:prstGeom>
        </p:spPr>
      </p:pic>
      <p:pic>
        <p:nvPicPr>
          <p:cNvPr id="22" name="Picture 21" descr="PowerPoint Designer slide layout example.">
            <a:extLst>
              <a:ext uri="{FF2B5EF4-FFF2-40B4-BE49-F238E27FC236}">
                <a16:creationId xmlns:a16="http://schemas.microsoft.com/office/drawing/2014/main" id="{09F0598E-8836-43BD-A96E-1CF73EA72223}"/>
              </a:ext>
            </a:extLst>
          </p:cNvPr>
          <p:cNvPicPr>
            <a:picLocks noChangeAspect="1"/>
          </p:cNvPicPr>
          <p:nvPr/>
        </p:nvPicPr>
        <p:blipFill>
          <a:blip r:embed="rId7"/>
          <a:stretch>
            <a:fillRect/>
          </a:stretch>
        </p:blipFill>
        <p:spPr bwMode="ltGray">
          <a:xfrm>
            <a:off x="8134462" y="3669875"/>
            <a:ext cx="3474718" cy="1965776"/>
          </a:xfrm>
          <a:prstGeom prst="rect">
            <a:avLst/>
          </a:prstGeom>
        </p:spPr>
      </p:pic>
    </p:spTree>
    <p:extLst>
      <p:ext uri="{BB962C8B-B14F-4D97-AF65-F5344CB8AC3E}">
        <p14:creationId xmlns:p14="http://schemas.microsoft.com/office/powerpoint/2010/main" val="410729868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000" dirty="0">
                <a:solidFill>
                  <a:schemeClr val="tx1"/>
                </a:solidFill>
              </a:rPr>
              <a:t>Microsoft monoline icons</a:t>
            </a:r>
          </a:p>
        </p:txBody>
      </p:sp>
      <p:sp>
        <p:nvSpPr>
          <p:cNvPr id="13" name="TextBox 12"/>
          <p:cNvSpPr txBox="1"/>
          <p:nvPr/>
        </p:nvSpPr>
        <p:spPr>
          <a:xfrm>
            <a:off x="590868" y="1436688"/>
            <a:ext cx="3474720" cy="2139047"/>
          </a:xfrm>
          <a:prstGeom prst="rect">
            <a:avLst/>
          </a:prstGeom>
          <a:noFill/>
        </p:spPr>
        <p:txBody>
          <a:bodyPr wrap="square" lIns="0" tIns="0" rIns="0" bIns="0" rtlCol="0">
            <a:spAutoFit/>
          </a:bodyPr>
          <a:lstStyle/>
          <a:p>
            <a:pPr>
              <a:spcAft>
                <a:spcPts val="600"/>
              </a:spcAft>
              <a:buSzPct val="90000"/>
              <a:defRPr/>
            </a:pPr>
            <a:r>
              <a:rPr lang="en-US" sz="1600" b="1" dirty="0">
                <a:cs typeface="Segoe UI Semibold" panose="020B0702040204020203" pitchFamily="34" charset="0"/>
              </a:rPr>
              <a:t>Looking for icon resources?</a:t>
            </a:r>
          </a:p>
          <a:p>
            <a:pPr defTabSz="903827">
              <a:spcBef>
                <a:spcPts val="775"/>
              </a:spcBef>
              <a:buSzPct val="90000"/>
              <a:defRPr/>
            </a:pPr>
            <a:r>
              <a:rPr lang="en-US" sz="1400" dirty="0">
                <a:latin typeface="Segoe UI" panose="020B0502040204020203" pitchFamily="34" charset="0"/>
                <a:cs typeface="Segoe UI" panose="020B0502040204020203" pitchFamily="34" charset="0"/>
              </a:rPr>
              <a:t>The Monoline icon library for PowerPoint is a slide deck that provides a library of icons for use in PowerPoint presentations. </a:t>
            </a:r>
          </a:p>
          <a:p>
            <a:pPr defTabSz="903827">
              <a:spcBef>
                <a:spcPts val="775"/>
              </a:spcBef>
              <a:buSzPct val="90000"/>
              <a:defRPr/>
            </a:pPr>
            <a:r>
              <a:rPr lang="en-US" sz="1400" dirty="0">
                <a:latin typeface="Segoe UI" panose="020B0502040204020203" pitchFamily="34" charset="0"/>
                <a:cs typeface="Segoe UI" panose="020B0502040204020203" pitchFamily="34" charset="0"/>
              </a:rPr>
              <a:t>The Monoline icon style guide for PowerPoint is a pdf with additional guidelines. </a:t>
            </a:r>
          </a:p>
          <a:p>
            <a:pPr defTabSz="903827">
              <a:spcBef>
                <a:spcPts val="775"/>
              </a:spcBef>
              <a:buSzPct val="90000"/>
              <a:defRPr/>
            </a:pPr>
            <a:r>
              <a:rPr lang="en-US" sz="1400" dirty="0"/>
              <a:t>Download both from </a:t>
            </a:r>
            <a:r>
              <a:rPr lang="en-US" sz="1400" dirty="0">
                <a:hlinkClick r:id="rId3"/>
              </a:rPr>
              <a:t>Brand Central</a:t>
            </a:r>
            <a:r>
              <a:rPr lang="en-US" sz="1400" dirty="0"/>
              <a:t>.</a:t>
            </a:r>
            <a:endParaRPr lang="en-US" sz="1400" dirty="0">
              <a:latin typeface="Segoe UI" panose="020B0502040204020203" pitchFamily="34" charset="0"/>
              <a:cs typeface="Segoe UI" panose="020B0502040204020203" pitchFamily="34" charset="0"/>
            </a:endParaRPr>
          </a:p>
        </p:txBody>
      </p:sp>
      <p:pic>
        <p:nvPicPr>
          <p:cNvPr id="11" name="Picture 10">
            <a:extLst>
              <a:ext uri="{FF2B5EF4-FFF2-40B4-BE49-F238E27FC236}">
                <a16:creationId xmlns:a16="http://schemas.microsoft.com/office/drawing/2014/main" id="{D0FF32AF-1F5D-4E9A-A156-0DB4C6031BB3}"/>
              </a:ex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4355466" y="1436688"/>
            <a:ext cx="3474718" cy="1954529"/>
          </a:xfrm>
          <a:prstGeom prst="rect">
            <a:avLst/>
          </a:prstGeom>
        </p:spPr>
      </p:pic>
      <p:pic>
        <p:nvPicPr>
          <p:cNvPr id="6" name="Picture 5" descr="Slide example showing monoline icons">
            <a:extLst>
              <a:ext uri="{FF2B5EF4-FFF2-40B4-BE49-F238E27FC236}">
                <a16:creationId xmlns:a16="http://schemas.microsoft.com/office/drawing/2014/main" id="{BED3E115-417E-4480-A560-9A1D37BA427F}"/>
              </a:ext>
            </a:extLst>
          </p:cNvPr>
          <p:cNvPicPr>
            <a:picLocks noChangeAspect="1"/>
          </p:cNvPicPr>
          <p:nvPr/>
        </p:nvPicPr>
        <p:blipFill>
          <a:blip r:embed="rId5"/>
          <a:stretch>
            <a:fillRect/>
          </a:stretch>
        </p:blipFill>
        <p:spPr>
          <a:xfrm>
            <a:off x="8134668" y="1443081"/>
            <a:ext cx="3474720" cy="1954529"/>
          </a:xfrm>
          <a:prstGeom prst="rect">
            <a:avLst/>
          </a:prstGeom>
          <a:ln>
            <a:solidFill>
              <a:schemeClr val="tx1">
                <a:alpha val="27000"/>
              </a:schemeClr>
            </a:solidFill>
          </a:ln>
        </p:spPr>
      </p:pic>
      <p:pic>
        <p:nvPicPr>
          <p:cNvPr id="4" name="Picture 3" descr="Slide example showing usage guidelines for monoline icons">
            <a:extLst>
              <a:ext uri="{FF2B5EF4-FFF2-40B4-BE49-F238E27FC236}">
                <a16:creationId xmlns:a16="http://schemas.microsoft.com/office/drawing/2014/main" id="{F840AA2B-186A-42FF-9518-01FAFBD9AA6A}"/>
              </a:ext>
            </a:extLst>
          </p:cNvPr>
          <p:cNvPicPr>
            <a:picLocks noChangeAspect="1"/>
          </p:cNvPicPr>
          <p:nvPr/>
        </p:nvPicPr>
        <p:blipFill>
          <a:blip r:embed="rId6"/>
          <a:stretch>
            <a:fillRect/>
          </a:stretch>
        </p:blipFill>
        <p:spPr>
          <a:xfrm>
            <a:off x="4365802" y="3680925"/>
            <a:ext cx="3474720" cy="1954530"/>
          </a:xfrm>
          <a:prstGeom prst="rect">
            <a:avLst/>
          </a:prstGeom>
          <a:ln>
            <a:solidFill>
              <a:schemeClr val="tx1">
                <a:alpha val="27000"/>
              </a:schemeClr>
            </a:solidFill>
          </a:ln>
        </p:spPr>
      </p:pic>
      <p:pic>
        <p:nvPicPr>
          <p:cNvPr id="7" name="Picture 6" descr="Slide example showing monoline icons">
            <a:extLst>
              <a:ext uri="{FF2B5EF4-FFF2-40B4-BE49-F238E27FC236}">
                <a16:creationId xmlns:a16="http://schemas.microsoft.com/office/drawing/2014/main" id="{2254EDC7-4C49-4DD7-A920-E2333F14F76C}"/>
              </a:ext>
            </a:extLst>
          </p:cNvPr>
          <p:cNvPicPr>
            <a:picLocks noChangeAspect="1"/>
          </p:cNvPicPr>
          <p:nvPr/>
        </p:nvPicPr>
        <p:blipFill>
          <a:blip r:embed="rId7"/>
          <a:stretch>
            <a:fillRect/>
          </a:stretch>
        </p:blipFill>
        <p:spPr>
          <a:xfrm>
            <a:off x="8134668" y="3680925"/>
            <a:ext cx="3474720" cy="1954530"/>
          </a:xfrm>
          <a:prstGeom prst="rect">
            <a:avLst/>
          </a:prstGeom>
          <a:ln>
            <a:solidFill>
              <a:schemeClr val="tx1">
                <a:alpha val="27000"/>
              </a:schemeClr>
            </a:solidFill>
          </a:ln>
        </p:spPr>
      </p:pic>
    </p:spTree>
    <p:extLst>
      <p:ext uri="{BB962C8B-B14F-4D97-AF65-F5344CB8AC3E}">
        <p14:creationId xmlns:p14="http://schemas.microsoft.com/office/powerpoint/2010/main" val="73753886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588263" y="457200"/>
            <a:ext cx="11018520" cy="553998"/>
          </a:xfrm>
        </p:spPr>
        <p:txBody>
          <a:bodyPr/>
          <a:lstStyle/>
          <a:p>
            <a:r>
              <a:rPr lang="en-US" dirty="0"/>
              <a:t>Software code layout</a:t>
            </a:r>
          </a:p>
        </p:txBody>
      </p:sp>
      <p:sp>
        <p:nvSpPr>
          <p:cNvPr id="9" name="Text Placeholder 8">
            <a:extLst>
              <a:ext uri="{FF2B5EF4-FFF2-40B4-BE49-F238E27FC236}">
                <a16:creationId xmlns:a16="http://schemas.microsoft.com/office/drawing/2014/main" id="{A7E4170E-63AA-43C4-A6A1-CFD422B79A8C}"/>
              </a:ext>
            </a:extLst>
          </p:cNvPr>
          <p:cNvSpPr>
            <a:spLocks noGrp="1"/>
          </p:cNvSpPr>
          <p:nvPr>
            <p:ph type="body" sz="quarter" idx="13"/>
          </p:nvPr>
        </p:nvSpPr>
        <p:spPr>
          <a:xfrm>
            <a:off x="0" y="1436688"/>
            <a:ext cx="3788358" cy="446148"/>
          </a:xfrm>
        </p:spPr>
        <p:txBody>
          <a:bodyPr/>
          <a:lstStyle/>
          <a:p>
            <a:r>
              <a:rPr lang="en-US" dirty="0"/>
              <a:t>main.js</a:t>
            </a:r>
          </a:p>
        </p:txBody>
      </p:sp>
      <p:sp>
        <p:nvSpPr>
          <p:cNvPr id="5" name="Text Placeholder 4"/>
          <p:cNvSpPr>
            <a:spLocks noGrp="1"/>
          </p:cNvSpPr>
          <p:nvPr>
            <p:ph type="body" sz="quarter" idx="10"/>
          </p:nvPr>
        </p:nvSpPr>
        <p:spPr>
          <a:xfrm>
            <a:off x="588963" y="2098675"/>
            <a:ext cx="11017250" cy="2141484"/>
          </a:xfrm>
        </p:spPr>
        <p:txBody>
          <a:bodyPr/>
          <a:lstStyle/>
          <a:p>
            <a:r>
              <a:rPr lang="en-US" sz="2399" dirty="0">
                <a:solidFill>
                  <a:srgbClr val="0000FF"/>
                </a:solidFill>
              </a:rPr>
              <a:t>async</a:t>
            </a:r>
            <a:r>
              <a:rPr lang="en-US" sz="2399" dirty="0"/>
              <a:t> </a:t>
            </a:r>
            <a:r>
              <a:rPr lang="en-US" sz="2399" dirty="0">
                <a:solidFill>
                  <a:srgbClr val="795E26"/>
                </a:solidFill>
              </a:rPr>
              <a:t>loadHeroes</a:t>
            </a:r>
            <a:r>
              <a:rPr lang="en-US" sz="2399" dirty="0"/>
              <a:t>() {</a:t>
            </a:r>
          </a:p>
          <a:p>
            <a:r>
              <a:rPr lang="en-US" sz="2399" dirty="0"/>
              <a:t>  </a:t>
            </a:r>
            <a:r>
              <a:rPr lang="en-US" sz="2399" dirty="0">
                <a:solidFill>
                  <a:srgbClr val="0000FF"/>
                </a:solidFill>
              </a:rPr>
              <a:t>this</a:t>
            </a:r>
            <a:r>
              <a:rPr lang="en-US" sz="2399" dirty="0"/>
              <a:t>.</a:t>
            </a:r>
            <a:r>
              <a:rPr lang="en-US" sz="2399" dirty="0">
                <a:solidFill>
                  <a:srgbClr val="001080"/>
                </a:solidFill>
              </a:rPr>
              <a:t>message</a:t>
            </a:r>
            <a:r>
              <a:rPr lang="en-US" sz="2399" dirty="0"/>
              <a:t> = </a:t>
            </a:r>
            <a:r>
              <a:rPr lang="en-US" sz="2399" dirty="0">
                <a:solidFill>
                  <a:srgbClr val="A31515"/>
                </a:solidFill>
              </a:rPr>
              <a:t>'getting the heroes, please be patient'</a:t>
            </a:r>
            <a:r>
              <a:rPr lang="en-US" sz="2399" dirty="0"/>
              <a:t>;</a:t>
            </a:r>
          </a:p>
          <a:p>
            <a:r>
              <a:rPr lang="en-US" sz="2399" dirty="0"/>
              <a:t>  </a:t>
            </a:r>
            <a:r>
              <a:rPr lang="en-US" sz="2399" dirty="0">
                <a:solidFill>
                  <a:srgbClr val="AF00DB"/>
                </a:solidFill>
              </a:rPr>
              <a:t>await</a:t>
            </a:r>
            <a:r>
              <a:rPr lang="en-US" sz="2399" dirty="0"/>
              <a:t> </a:t>
            </a:r>
            <a:r>
              <a:rPr lang="en-US" sz="2399" dirty="0">
                <a:solidFill>
                  <a:srgbClr val="0000FF"/>
                </a:solidFill>
              </a:rPr>
              <a:t>this</a:t>
            </a:r>
            <a:r>
              <a:rPr lang="en-US" sz="2399" dirty="0"/>
              <a:t>.</a:t>
            </a:r>
            <a:r>
              <a:rPr lang="en-US" sz="2399" dirty="0">
                <a:solidFill>
                  <a:srgbClr val="795E26"/>
                </a:solidFill>
              </a:rPr>
              <a:t>getHeroesAction</a:t>
            </a:r>
            <a:r>
              <a:rPr lang="en-US" sz="2399" dirty="0"/>
              <a:t>();</a:t>
            </a:r>
          </a:p>
          <a:p>
            <a:r>
              <a:rPr lang="en-US" sz="2399" dirty="0"/>
              <a:t>  </a:t>
            </a:r>
            <a:r>
              <a:rPr lang="en-US" sz="2399" dirty="0">
                <a:solidFill>
                  <a:srgbClr val="0000FF"/>
                </a:solidFill>
              </a:rPr>
              <a:t>this</a:t>
            </a:r>
            <a:r>
              <a:rPr lang="en-US" sz="2399" dirty="0"/>
              <a:t>.</a:t>
            </a:r>
            <a:r>
              <a:rPr lang="en-US" sz="2399" dirty="0">
                <a:solidFill>
                  <a:srgbClr val="001080"/>
                </a:solidFill>
              </a:rPr>
              <a:t>message</a:t>
            </a:r>
            <a:r>
              <a:rPr lang="en-US" sz="2399" dirty="0"/>
              <a:t> = </a:t>
            </a:r>
            <a:r>
              <a:rPr lang="en-US" sz="2399" dirty="0">
                <a:solidFill>
                  <a:srgbClr val="A31515"/>
                </a:solidFill>
              </a:rPr>
              <a:t>''</a:t>
            </a:r>
            <a:r>
              <a:rPr lang="en-US" sz="2399" dirty="0"/>
              <a:t>;</a:t>
            </a:r>
          </a:p>
          <a:p>
            <a:r>
              <a:rPr lang="en-US" sz="2399" dirty="0"/>
              <a:t>},</a:t>
            </a:r>
          </a:p>
        </p:txBody>
      </p:sp>
    </p:spTree>
    <p:extLst>
      <p:ext uri="{BB962C8B-B14F-4D97-AF65-F5344CB8AC3E}">
        <p14:creationId xmlns:p14="http://schemas.microsoft.com/office/powerpoint/2010/main" val="321033149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585216" y="3033223"/>
            <a:ext cx="9144000" cy="498598"/>
          </a:xfrm>
        </p:spPr>
        <p:txBody>
          <a:bodyPr/>
          <a:lstStyle/>
          <a:p>
            <a:r>
              <a:rPr lang="en-US" dirty="0"/>
              <a:t>Demo</a:t>
            </a:r>
          </a:p>
        </p:txBody>
      </p:sp>
      <p:sp>
        <p:nvSpPr>
          <p:cNvPr id="4" name="Text Placeholder 3"/>
          <p:cNvSpPr>
            <a:spLocks noGrp="1"/>
          </p:cNvSpPr>
          <p:nvPr>
            <p:ph type="body" sz="quarter" idx="12"/>
          </p:nvPr>
        </p:nvSpPr>
        <p:spPr>
          <a:xfrm>
            <a:off x="585216" y="3977319"/>
            <a:ext cx="9144000" cy="338554"/>
          </a:xfrm>
        </p:spPr>
        <p:txBody>
          <a:bodyPr/>
          <a:lstStyle/>
          <a:p>
            <a:r>
              <a:rPr lang="en-US" dirty="0"/>
              <a:t>Speaker name</a:t>
            </a:r>
          </a:p>
        </p:txBody>
      </p:sp>
    </p:spTree>
    <p:extLst>
      <p:ext uri="{BB962C8B-B14F-4D97-AF65-F5344CB8AC3E}">
        <p14:creationId xmlns:p14="http://schemas.microsoft.com/office/powerpoint/2010/main" val="20320308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585216" y="3033223"/>
            <a:ext cx="9144000" cy="498598"/>
          </a:xfrm>
        </p:spPr>
        <p:txBody>
          <a:bodyPr/>
          <a:lstStyle/>
          <a:p>
            <a:r>
              <a:rPr lang="en-US" dirty="0"/>
              <a:t>Demo</a:t>
            </a:r>
          </a:p>
        </p:txBody>
      </p:sp>
      <p:sp>
        <p:nvSpPr>
          <p:cNvPr id="4" name="Text Placeholder 3"/>
          <p:cNvSpPr>
            <a:spLocks noGrp="1"/>
          </p:cNvSpPr>
          <p:nvPr>
            <p:ph type="body" sz="quarter" idx="12"/>
          </p:nvPr>
        </p:nvSpPr>
        <p:spPr>
          <a:xfrm>
            <a:off x="585216" y="3977319"/>
            <a:ext cx="9144000" cy="338554"/>
          </a:xfrm>
        </p:spPr>
        <p:txBody>
          <a:bodyPr/>
          <a:lstStyle/>
          <a:p>
            <a:r>
              <a:rPr lang="en-US" dirty="0"/>
              <a:t>Speaker name</a:t>
            </a:r>
          </a:p>
        </p:txBody>
      </p:sp>
    </p:spTree>
    <p:extLst>
      <p:ext uri="{BB962C8B-B14F-4D97-AF65-F5344CB8AC3E}">
        <p14:creationId xmlns:p14="http://schemas.microsoft.com/office/powerpoint/2010/main" val="327518919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585216" y="3033223"/>
            <a:ext cx="9144000" cy="498598"/>
          </a:xfrm>
        </p:spPr>
        <p:txBody>
          <a:bodyPr/>
          <a:lstStyle/>
          <a:p>
            <a:r>
              <a:rPr lang="en-US" dirty="0"/>
              <a:t>Demo</a:t>
            </a:r>
          </a:p>
        </p:txBody>
      </p:sp>
      <p:sp>
        <p:nvSpPr>
          <p:cNvPr id="4" name="Text Placeholder 3"/>
          <p:cNvSpPr>
            <a:spLocks noGrp="1"/>
          </p:cNvSpPr>
          <p:nvPr>
            <p:ph type="body" sz="quarter" idx="12"/>
          </p:nvPr>
        </p:nvSpPr>
        <p:spPr>
          <a:xfrm>
            <a:off x="585216" y="3977319"/>
            <a:ext cx="9144000" cy="338554"/>
          </a:xfrm>
        </p:spPr>
        <p:txBody>
          <a:bodyPr/>
          <a:lstStyle/>
          <a:p>
            <a:r>
              <a:rPr lang="en-US" dirty="0"/>
              <a:t>Speaker name</a:t>
            </a:r>
          </a:p>
        </p:txBody>
      </p:sp>
    </p:spTree>
    <p:extLst>
      <p:ext uri="{BB962C8B-B14F-4D97-AF65-F5344CB8AC3E}">
        <p14:creationId xmlns:p14="http://schemas.microsoft.com/office/powerpoint/2010/main" val="111969769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Notes (hidden)</a:t>
            </a:r>
          </a:p>
        </p:txBody>
      </p:sp>
      <p:sp>
        <p:nvSpPr>
          <p:cNvPr id="6" name="Text Placeholder 5"/>
          <p:cNvSpPr>
            <a:spLocks noGrp="1"/>
          </p:cNvSpPr>
          <p:nvPr>
            <p:ph type="body" sz="quarter" idx="12"/>
          </p:nvPr>
        </p:nvSpPr>
        <p:spPr/>
        <p:txBody>
          <a:bodyPr/>
          <a:lstStyle/>
          <a:p>
            <a:r>
              <a:rPr lang="en-US" dirty="0"/>
              <a:t>Some speakers at Microsoft like to use this slide for hidden “notes slides”. </a:t>
            </a:r>
          </a:p>
          <a:p>
            <a:r>
              <a:rPr lang="en-US" dirty="0"/>
              <a:t>Delete it if you don’t want to use it.</a:t>
            </a:r>
          </a:p>
        </p:txBody>
      </p:sp>
      <p:sp>
        <p:nvSpPr>
          <p:cNvPr id="7" name="Text Placeholder 6"/>
          <p:cNvSpPr>
            <a:spLocks noGrp="1"/>
          </p:cNvSpPr>
          <p:nvPr>
            <p:ph type="body" sz="quarter" idx="11"/>
          </p:nvPr>
        </p:nvSpPr>
        <p:spPr/>
        <p:txBody>
          <a:bodyPr/>
          <a:lstStyle/>
          <a:p>
            <a:r>
              <a:rPr lang="en-US" dirty="0"/>
              <a:t>NEXT: &lt;next slide title&gt;</a:t>
            </a:r>
          </a:p>
        </p:txBody>
      </p:sp>
    </p:spTree>
    <p:extLst>
      <p:ext uri="{BB962C8B-B14F-4D97-AF65-F5344CB8AC3E}">
        <p14:creationId xmlns:p14="http://schemas.microsoft.com/office/powerpoint/2010/main" val="178986530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43E07A6-7389-4348-A681-27B056A4001C}"/>
              </a:ext>
            </a:extLst>
          </p:cNvPr>
          <p:cNvSpPr>
            <a:spLocks noGrp="1"/>
          </p:cNvSpPr>
          <p:nvPr>
            <p:ph type="title" idx="4294967295"/>
          </p:nvPr>
        </p:nvSpPr>
        <p:spPr>
          <a:xfrm>
            <a:off x="588263" y="3035808"/>
            <a:ext cx="11018520" cy="553998"/>
          </a:xfrm>
        </p:spPr>
        <p:txBody>
          <a:bodyPr/>
          <a:lstStyle/>
          <a:p>
            <a:r>
              <a:rPr lang="en-US" dirty="0">
                <a:solidFill>
                  <a:schemeClr val="tx1">
                    <a:alpha val="0"/>
                  </a:schemeClr>
                </a:solidFill>
              </a:rPr>
              <a:t>End of presentation</a:t>
            </a:r>
          </a:p>
        </p:txBody>
      </p:sp>
    </p:spTree>
    <p:extLst>
      <p:ext uri="{BB962C8B-B14F-4D97-AF65-F5344CB8AC3E}">
        <p14:creationId xmlns:p14="http://schemas.microsoft.com/office/powerpoint/2010/main" val="240282864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theme/theme1.xml><?xml version="1.0" encoding="utf-8"?>
<a:theme xmlns:a="http://schemas.openxmlformats.org/drawingml/2006/main" name="Microsoft D365 template">
  <a:themeElements>
    <a:clrScheme name="Microsoft D365">
      <a:dk1>
        <a:srgbClr val="000000"/>
      </a:dk1>
      <a:lt1>
        <a:srgbClr val="FFFFFF"/>
      </a:lt1>
      <a:dk2>
        <a:srgbClr val="0A1B45"/>
      </a:dk2>
      <a:lt2>
        <a:srgbClr val="FFFFFF"/>
      </a:lt2>
      <a:accent1>
        <a:srgbClr val="0078D4"/>
      </a:accent1>
      <a:accent2>
        <a:srgbClr val="770180"/>
      </a:accent2>
      <a:accent3>
        <a:srgbClr val="1392B4"/>
      </a:accent3>
      <a:accent4>
        <a:srgbClr val="FFB900"/>
      </a:accent4>
      <a:accent5>
        <a:srgbClr val="D83B01"/>
      </a:accent5>
      <a:accent6>
        <a:srgbClr val="EAE4DC"/>
      </a:accent6>
      <a:hlink>
        <a:srgbClr val="0078D4"/>
      </a:hlink>
      <a:folHlink>
        <a:srgbClr val="0078D4"/>
      </a:folHlink>
    </a:clrScheme>
    <a:fontScheme name="Microsoft 2019 Brand Templates">
      <a:majorFont>
        <a:latin typeface="Segoe UI Semibold"/>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algn="l" defTabSz="932472" fontAlgn="base">
          <a:spcBef>
            <a:spcPct val="0"/>
          </a:spcBef>
          <a:spcAft>
            <a:spcPct val="0"/>
          </a:spcAft>
          <a:defRPr sz="2000" dirty="0" err="1" smtClean="0">
            <a:solidFill>
              <a:srgbClr val="FFFFFF"/>
            </a:soli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w="lg" len="med"/>
          <a:tailEnd type="none" w="lg" len="me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sz="2000" dirty="0" err="1" smtClean="0"/>
        </a:defPPr>
      </a:lstStyle>
    </a:txDef>
  </a:objectDefaults>
  <a:extraClrSchemeLst/>
  <a:custClrLst>
    <a:custClr name="Light Orange">
      <a:srgbClr val="FF9349"/>
    </a:custClr>
    <a:custClr name="Light Yellow">
      <a:srgbClr val="FEF000"/>
    </a:custClr>
    <a:custClr name="Light Green">
      <a:srgbClr val="9BF00B"/>
    </a:custClr>
    <a:custClr name="Light Teal">
      <a:srgbClr val="30E5D0"/>
    </a:custClr>
    <a:custClr name="Light Blue">
      <a:srgbClr val="50E6FF"/>
    </a:custClr>
    <a:custClr name="Light Purple">
      <a:srgbClr val="D59DFF"/>
    </a:custClr>
    <a:custClr name="White">
      <a:srgbClr val="FFFFFF"/>
    </a:custClr>
    <a:custClr name="Extra Light Gray">
      <a:srgbClr val="F2F2F2"/>
    </a:custClr>
    <a:custClr name="Light Gray">
      <a:srgbClr val="E6E6E6"/>
    </a:custClr>
    <a:custClr name="Gray">
      <a:srgbClr val="D2D2D2"/>
    </a:custClr>
    <a:custClr name="Orange">
      <a:srgbClr val="D83B01"/>
    </a:custClr>
    <a:custClr name="Yellow">
      <a:srgbClr val="FFB900"/>
    </a:custClr>
    <a:custClr name="Green">
      <a:srgbClr val="107C10"/>
    </a:custClr>
    <a:custClr name="Teal">
      <a:srgbClr val="008575"/>
    </a:custClr>
    <a:custClr name="Blue">
      <a:srgbClr val="0078D4"/>
    </a:custClr>
    <a:custClr name="Purple">
      <a:srgbClr val="8661C5"/>
    </a:custClr>
    <a:custClr name="Mid Gray">
      <a:srgbClr val="737373"/>
    </a:custClr>
    <a:custClr name="Dark Gray">
      <a:srgbClr val="505050"/>
    </a:custClr>
    <a:custClr name="Extra Dark Gray">
      <a:srgbClr val="2F2F2F"/>
    </a:custClr>
    <a:custClr name="Rick Black">
      <a:srgbClr val="000000"/>
    </a:custClr>
    <a:custClr name="Dark Orange">
      <a:srgbClr val="6B2929"/>
    </a:custClr>
    <a:custClr name="Dark Yellow">
      <a:srgbClr val="6A4B16"/>
    </a:custClr>
    <a:custClr name="Dark Green">
      <a:srgbClr val="054B16"/>
    </a:custClr>
    <a:custClr name="Dark Teal">
      <a:srgbClr val="274B47"/>
    </a:custClr>
    <a:custClr name="Dark Blue">
      <a:srgbClr val="243A5E"/>
    </a:custClr>
    <a:custClr name="Dark Purple">
      <a:srgbClr val="3B2E58"/>
    </a:custClr>
  </a:custClrLst>
  <a:extLst>
    <a:ext uri="{05A4C25C-085E-4340-85A3-A5531E510DB2}">
      <thm15:themeFamily xmlns:thm15="http://schemas.microsoft.com/office/thememl/2012/main" name="Presentation3" id="{A27CBA14-79C9-4147-B54D-D1CDFA6A7ECC}" vid="{FA88690D-C47D-D141-9748-5076AC231E5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custClrLst>
    <a:custClr name="Light Orange">
      <a:srgbClr val="FF9349"/>
    </a:custClr>
    <a:custClr name="Light Yellow">
      <a:srgbClr val="FEF000"/>
    </a:custClr>
    <a:custClr name="Light Green">
      <a:srgbClr val="9BF00B"/>
    </a:custClr>
    <a:custClr name="Light Teal">
      <a:srgbClr val="30E5D0"/>
    </a:custClr>
    <a:custClr name="Light Blue">
      <a:srgbClr val="50E6FF"/>
    </a:custClr>
    <a:custClr name="Light Purple">
      <a:srgbClr val="D59DFF"/>
    </a:custClr>
    <a:custClr name="White">
      <a:srgbClr val="FFFFFF"/>
    </a:custClr>
    <a:custClr name="Extra Light Gray">
      <a:srgbClr val="F2F2F2"/>
    </a:custClr>
    <a:custClr name="Light Gray">
      <a:srgbClr val="E6E6E6"/>
    </a:custClr>
    <a:custClr name="Gray">
      <a:srgbClr val="D2D2D2"/>
    </a:custClr>
    <a:custClr name="Orange">
      <a:srgbClr val="D83B01"/>
    </a:custClr>
    <a:custClr name="Yellow">
      <a:srgbClr val="FFB900"/>
    </a:custClr>
    <a:custClr name="Green">
      <a:srgbClr val="107C10"/>
    </a:custClr>
    <a:custClr name="Teal">
      <a:srgbClr val="008575"/>
    </a:custClr>
    <a:custClr name="Blue">
      <a:srgbClr val="0078D4"/>
    </a:custClr>
    <a:custClr name="Purple">
      <a:srgbClr val="8661C5"/>
    </a:custClr>
    <a:custClr name="Mid Gray">
      <a:srgbClr val="737373"/>
    </a:custClr>
    <a:custClr name="Dark Gray">
      <a:srgbClr val="505050"/>
    </a:custClr>
    <a:custClr name="Extra Dark Gray">
      <a:srgbClr val="2F2F2F"/>
    </a:custClr>
    <a:custClr name="Rick Black">
      <a:srgbClr val="000000"/>
    </a:custClr>
    <a:custClr name="Dark Orange">
      <a:srgbClr val="6B2929"/>
    </a:custClr>
    <a:custClr name="Dark Yellow">
      <a:srgbClr val="6A4B16"/>
    </a:custClr>
    <a:custClr name="Dark Green">
      <a:srgbClr val="054B16"/>
    </a:custClr>
    <a:custClr name="Dark Teal">
      <a:srgbClr val="274B47"/>
    </a:custClr>
    <a:custClr name="Dark Blue">
      <a:srgbClr val="243A5E"/>
    </a:custClr>
    <a:custClr name="Dark Purple">
      <a:srgbClr val="3B2E58"/>
    </a:custClr>
  </a:custClr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custClrLst>
    <a:custClr name="Light Orange">
      <a:srgbClr val="FF9349"/>
    </a:custClr>
    <a:custClr name="Light Yellow">
      <a:srgbClr val="FEF000"/>
    </a:custClr>
    <a:custClr name="Light Green">
      <a:srgbClr val="9BF00B"/>
    </a:custClr>
    <a:custClr name="Light Teal">
      <a:srgbClr val="30E5D0"/>
    </a:custClr>
    <a:custClr name="Light Blue">
      <a:srgbClr val="50E6FF"/>
    </a:custClr>
    <a:custClr name="Light Purple">
      <a:srgbClr val="D59DFF"/>
    </a:custClr>
    <a:custClr name="White">
      <a:srgbClr val="FFFFFF"/>
    </a:custClr>
    <a:custClr name="Extra Light Gray">
      <a:srgbClr val="F2F2F2"/>
    </a:custClr>
    <a:custClr name="Light Gray">
      <a:srgbClr val="E6E6E6"/>
    </a:custClr>
    <a:custClr name="Gray">
      <a:srgbClr val="D2D2D2"/>
    </a:custClr>
    <a:custClr name="Orange">
      <a:srgbClr val="D83B01"/>
    </a:custClr>
    <a:custClr name="Yellow">
      <a:srgbClr val="FFB900"/>
    </a:custClr>
    <a:custClr name="Green">
      <a:srgbClr val="107C10"/>
    </a:custClr>
    <a:custClr name="Teal">
      <a:srgbClr val="008575"/>
    </a:custClr>
    <a:custClr name="Blue">
      <a:srgbClr val="0078D4"/>
    </a:custClr>
    <a:custClr name="Purple">
      <a:srgbClr val="8661C5"/>
    </a:custClr>
    <a:custClr name="Mid Gray">
      <a:srgbClr val="737373"/>
    </a:custClr>
    <a:custClr name="Dark Gray">
      <a:srgbClr val="505050"/>
    </a:custClr>
    <a:custClr name="Extra Dark Gray">
      <a:srgbClr val="2F2F2F"/>
    </a:custClr>
    <a:custClr name="Rick Black">
      <a:srgbClr val="000000"/>
    </a:custClr>
    <a:custClr name="Dark Orange">
      <a:srgbClr val="6B2929"/>
    </a:custClr>
    <a:custClr name="Dark Yellow">
      <a:srgbClr val="6A4B16"/>
    </a:custClr>
    <a:custClr name="Dark Green">
      <a:srgbClr val="054B16"/>
    </a:custClr>
    <a:custClr name="Dark Teal">
      <a:srgbClr val="274B47"/>
    </a:custClr>
    <a:custClr name="Dark Blue">
      <a:srgbClr val="243A5E"/>
    </a:custClr>
    <a:custClr name="Dark Purple">
      <a:srgbClr val="3B2E58"/>
    </a:custClr>
  </a:custClr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MediaServiceKeyPoints xmlns="17012f8d-dfee-46cb-a314-eed379f2338a" xsi:nil="true"/>
    <_ip_UnifiedCompliancePolicyUIAction xmlns="http://schemas.microsoft.com/sharepoint/v3" xsi:nil="true"/>
    <_ip_UnifiedCompliancePolicyProperties xmlns="http://schemas.microsoft.com/sharepoint/v3"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4F24400607199A40B33B787452AC6853" ma:contentTypeVersion="9" ma:contentTypeDescription="Create a new document." ma:contentTypeScope="" ma:versionID="babec4a2049e33215b60716c520e3afe">
  <xsd:schema xmlns:xsd="http://www.w3.org/2001/XMLSchema" xmlns:xs="http://www.w3.org/2001/XMLSchema" xmlns:p="http://schemas.microsoft.com/office/2006/metadata/properties" xmlns:ns1="http://schemas.microsoft.com/sharepoint/v3" xmlns:ns2="f784ab01-3b00-4499-a3fe-88ca86405c7b" xmlns:ns3="17012f8d-dfee-46cb-a314-eed379f2338a" targetNamespace="http://schemas.microsoft.com/office/2006/metadata/properties" ma:root="true" ma:fieldsID="032a612d3e9e87c19e3b336ea234385b" ns1:_="" ns2:_="" ns3:_="">
    <xsd:import namespace="http://schemas.microsoft.com/sharepoint/v3"/>
    <xsd:import namespace="f784ab01-3b00-4499-a3fe-88ca86405c7b"/>
    <xsd:import namespace="17012f8d-dfee-46cb-a314-eed379f2338a"/>
    <xsd:element name="properties">
      <xsd:complexType>
        <xsd:sequence>
          <xsd:element name="documentManagement">
            <xsd:complexType>
              <xsd:all>
                <xsd:element ref="ns2:SharedWithUsers" minOccurs="0"/>
                <xsd:element ref="ns2:SharedWithDetails" minOccurs="0"/>
                <xsd:element ref="ns3:MediaServiceMetadata" minOccurs="0"/>
                <xsd:element ref="ns3:MediaServiceFastMetadata" minOccurs="0"/>
                <xsd:element ref="ns3:MediaServiceAutoKeyPoints" minOccurs="0"/>
                <xsd:element ref="ns3:MediaServiceKeyPoints" minOccurs="0"/>
                <xsd:element ref="ns1:_ip_UnifiedCompliancePolicyProperties" minOccurs="0"/>
                <xsd:element ref="ns1:_ip_UnifiedCompliancePolicyUIAction" minOccurs="0"/>
                <xsd:element ref="ns3: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14" nillable="true" ma:displayName="Unified Compliance Policy Properties" ma:hidden="true" ma:internalName="_ip_UnifiedCompliancePolicyProperties">
      <xsd:simpleType>
        <xsd:restriction base="dms:Note"/>
      </xsd:simpleType>
    </xsd:element>
    <xsd:element name="_ip_UnifiedCompliancePolicyUIAction" ma:index="15"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f784ab01-3b00-4499-a3fe-88ca86405c7b"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17012f8d-dfee-46cb-a314-eed379f2338a" elementFormDefault="qualified">
    <xsd:import namespace="http://schemas.microsoft.com/office/2006/documentManagement/types"/>
    <xsd:import namespace="http://schemas.microsoft.com/office/infopath/2007/PartnerControls"/>
    <xsd:element name="MediaServiceMetadata" ma:index="10" nillable="true" ma:displayName="MediaServiceMetadata" ma:hidden="true" ma:internalName="MediaServiceMetadata" ma:readOnly="true">
      <xsd:simpleType>
        <xsd:restriction base="dms:Note"/>
      </xsd:simpleType>
    </xsd:element>
    <xsd:element name="MediaServiceFastMetadata" ma:index="11" nillable="true" ma:displayName="MediaServiceFastMetadata" ma:hidden="true" ma:internalName="MediaServiceFastMetadata" ma:readOnly="true">
      <xsd:simpleType>
        <xsd:restriction base="dms:Note"/>
      </xsd:simpleType>
    </xsd:element>
    <xsd:element name="MediaServiceAutoKeyPoints" ma:index="12" nillable="true" ma:displayName="MediaServiceAutoKeyPoints" ma:hidden="true" ma:internalName="MediaServiceAutoKeyPoints" ma:readOnly="true">
      <xsd:simpleType>
        <xsd:restriction base="dms:Note"/>
      </xsd:simpleType>
    </xsd:element>
    <xsd:element name="MediaServiceKeyPoints" ma:index="13" nillable="true" ma:displayName="KeyPoints" ma:internalName="MediaServiceKeyPoints" ma:readOnly="true">
      <xsd:simpleType>
        <xsd:restriction base="dms:Note">
          <xsd:maxLength value="255"/>
        </xsd:restriction>
      </xsd:simpleType>
    </xsd:element>
    <xsd:element name="MediaServiceObjectDetectorVersions" ma:index="16" nillable="true" ma:displayName="MediaServiceObjectDetectorVersions" ma:hidden="true" ma:indexed="true" ma:internalName="MediaServiceObjectDetectorVersions"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758FDAC0-319D-4A54-8D8E-1D42CB1F8004}">
  <ds:schemaRefs>
    <ds:schemaRef ds:uri="http://schemas.microsoft.com/sharepoint/v3/contenttype/forms"/>
  </ds:schemaRefs>
</ds:datastoreItem>
</file>

<file path=customXml/itemProps2.xml><?xml version="1.0" encoding="utf-8"?>
<ds:datastoreItem xmlns:ds="http://schemas.openxmlformats.org/officeDocument/2006/customXml" ds:itemID="{F990F116-B58F-4255-B05B-DA3808E0E5C6}">
  <ds:schemaRefs>
    <ds:schemaRef ds:uri="http://purl.org/dc/dcmitype/"/>
    <ds:schemaRef ds:uri="http://schemas.microsoft.com/office/2006/documentManagement/types"/>
    <ds:schemaRef ds:uri="dcf5ddc1-fb1d-440f-849a-6450bddbaed7"/>
    <ds:schemaRef ds:uri="http://purl.org/dc/terms/"/>
    <ds:schemaRef ds:uri="http://schemas.microsoft.com/sharepoint/v3"/>
    <ds:schemaRef ds:uri="965de625-df5b-42e9-a277-2113da4f1195"/>
    <ds:schemaRef ds:uri="http://schemas.microsoft.com/office/2006/metadata/properties"/>
    <ds:schemaRef ds:uri="http://www.w3.org/XML/1998/namespace"/>
    <ds:schemaRef ds:uri="http://schemas.microsoft.com/office/infopath/2007/PartnerControls"/>
    <ds:schemaRef ds:uri="http://schemas.openxmlformats.org/package/2006/metadata/core-properties"/>
    <ds:schemaRef ds:uri="http://purl.org/dc/elements/1.1/"/>
    <ds:schemaRef ds:uri="17012f8d-dfee-46cb-a314-eed379f2338a"/>
  </ds:schemaRefs>
</ds:datastoreItem>
</file>

<file path=customXml/itemProps3.xml><?xml version="1.0" encoding="utf-8"?>
<ds:datastoreItem xmlns:ds="http://schemas.openxmlformats.org/officeDocument/2006/customXml" ds:itemID="{4C738DFD-B6ED-4004-A3E1-EC29CB44DDAB}">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f784ab01-3b00-4499-a3fe-88ca86405c7b"/>
    <ds:schemaRef ds:uri="17012f8d-dfee-46cb-a314-eed379f2338a"/>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clbl:label id="{f42aa342-8706-4288-bd11-ebb85995028c}" enabled="1" method="Privileged" siteId="{72f988bf-86f1-41af-91ab-2d7cd011db47}" removed="0"/>
</clbl:labelList>
</file>

<file path=docProps/app.xml><?xml version="1.0" encoding="utf-8"?>
<Properties xmlns="http://schemas.openxmlformats.org/officeDocument/2006/extended-properties" xmlns:vt="http://schemas.openxmlformats.org/officeDocument/2006/docPropsVTypes">
  <Template>Dynamics 365 brand template</Template>
  <TotalTime>2</TotalTime>
  <Words>2807</Words>
  <Application>Microsoft Office PowerPoint</Application>
  <PresentationFormat>Widescreen</PresentationFormat>
  <Paragraphs>429</Paragraphs>
  <Slides>46</Slides>
  <Notes>31</Notes>
  <HiddenSlides>1</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46</vt:i4>
      </vt:variant>
    </vt:vector>
  </HeadingPairs>
  <TitlesOfParts>
    <vt:vector size="52" baseType="lpstr">
      <vt:lpstr>Arial</vt:lpstr>
      <vt:lpstr>Consolas</vt:lpstr>
      <vt:lpstr>Segoe UI</vt:lpstr>
      <vt:lpstr>Segoe UI Semibold</vt:lpstr>
      <vt:lpstr>Wingdings</vt:lpstr>
      <vt:lpstr>Microsoft D365 template</vt:lpstr>
      <vt:lpstr>Event name or presentation title</vt:lpstr>
      <vt:lpstr>Event name or presentation title</vt:lpstr>
      <vt:lpstr>Event name or presentation title</vt:lpstr>
      <vt:lpstr>Agenda</vt:lpstr>
      <vt:lpstr>Agenda</vt:lpstr>
      <vt:lpstr>Section title</vt:lpstr>
      <vt:lpstr>Section title</vt:lpstr>
      <vt:lpstr>Section title</vt:lpstr>
      <vt:lpstr>Section title</vt:lpstr>
      <vt:lpstr>Lorem ipsum dolor sit amet, consectetuer adipiscing elit. Maecenas porttitor congue massa. Fusce posuere, magna sed pulvinar ultricies, purus lectus malesuada libero, sit amet commodo magna eros quis urna.</vt:lpstr>
      <vt:lpstr>Lorem ipsum dolor sit amet, consectetuer adipiscing elit. Maecenas porttitor congue massa. Fusce posuere, magna sed pulvinar ultricies, purus lectus malesuada libero, sit amet commodo magna eros quis urna.</vt:lpstr>
      <vt:lpstr>Lorem ipsum dolor sit amet, consectetuer adipiscing elit. Maecenas porttitor congue massa. Fusce posuere, magna sed pulvinar ultricies, purus lectus malesuada libero, sit amet commodo magna eros quis urna.</vt:lpstr>
      <vt:lpstr>Lorem ipsum dolor sit amet, consectetuer adipiscing elit. Maecenas porttitor congue massa. Fusce posuere, magna sed pulvinar ultricies, purus lectus malesuada libero, sit amet commodo magna eros quis urna.</vt:lpstr>
      <vt:lpstr>Thank you</vt:lpstr>
      <vt:lpstr>Thank you</vt:lpstr>
      <vt:lpstr>Screenshot layout</vt:lpstr>
      <vt:lpstr>Mobile screenshot layout</vt:lpstr>
      <vt:lpstr>Chart design</vt:lpstr>
      <vt:lpstr>Event name or  presentation title</vt:lpstr>
      <vt:lpstr>Agenda</vt:lpstr>
      <vt:lpstr>Text layout (without bullet points)</vt:lpstr>
      <vt:lpstr>Text layout with bulleted text</vt:lpstr>
      <vt:lpstr>Two text columns with subheads</vt:lpstr>
      <vt:lpstr>Three text columns with subheads</vt:lpstr>
      <vt:lpstr>Four text columns with subheads</vt:lpstr>
      <vt:lpstr>Title square photo layout</vt:lpstr>
      <vt:lpstr>Square photo layout </vt:lpstr>
      <vt:lpstr>Two photos side-by-side layout</vt:lpstr>
      <vt:lpstr>Three photos layout</vt:lpstr>
      <vt:lpstr>Four photos layout</vt:lpstr>
      <vt:lpstr>Four round photos</vt:lpstr>
      <vt:lpstr>Two filmstrip photos</vt:lpstr>
      <vt:lpstr>Five filmstrip photos</vt:lpstr>
      <vt:lpstr>Top photo with Title</vt:lpstr>
      <vt:lpstr>Full bleed photo lower Title</vt:lpstr>
      <vt:lpstr>Slide palette info</vt:lpstr>
      <vt:lpstr>Ensure slide content is accessible</vt:lpstr>
      <vt:lpstr>Brand and accent colors accessibility</vt:lpstr>
      <vt:lpstr>PowerPoint Design Ideas</vt:lpstr>
      <vt:lpstr>Microsoft monoline icons</vt:lpstr>
      <vt:lpstr>Software code layout</vt:lpstr>
      <vt:lpstr>Demo</vt:lpstr>
      <vt:lpstr>Demo</vt:lpstr>
      <vt:lpstr>Demo</vt:lpstr>
      <vt:lpstr>Notes (hidden)</vt:lpstr>
      <vt:lpstr>End of presentation</vt:lpstr>
    </vt:vector>
  </TitlesOfParts>
  <Manager>&lt;Comms manager name here&gt;</Manager>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&lt;Event name&gt;</dc:subject>
  <dc:creator>Marc Jones</dc:creator>
  <cp:keywords/>
  <dc:description/>
  <cp:lastModifiedBy>Marc Jones</cp:lastModifiedBy>
  <cp:revision>1</cp:revision>
  <dcterms:created xsi:type="dcterms:W3CDTF">2026-04-30T09:02:25Z</dcterms:created>
  <dcterms:modified xsi:type="dcterms:W3CDTF">2026-04-30T09:04:57Z</dcterms:modified>
  <cp:category>Microsoft D365</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0x0101004F24400607199A40B33B787452AC6853</vt:lpwstr>
  </property>
  <property fmtid="{D5CDD505-2E9C-101B-9397-08002B2CF9AE}" pid="3" name="Product">
    <vt:lpwstr/>
  </property>
  <property fmtid="{D5CDD505-2E9C-101B-9397-08002B2CF9AE}" pid="4" name="Event1">
    <vt:lpwstr>622;#Unassigned|2c8af875-f38a-40b8-a0a9-056aed3fc8c0</vt:lpwstr>
  </property>
  <property fmtid="{D5CDD505-2E9C-101B-9397-08002B2CF9AE}" pid="5" name="Audience">
    <vt:lpwstr/>
  </property>
  <property fmtid="{D5CDD505-2E9C-101B-9397-08002B2CF9AE}" pid="6" name="Event Venue">
    <vt:lpwstr/>
  </property>
  <property fmtid="{D5CDD505-2E9C-101B-9397-08002B2CF9AE}" pid="7" name="Track">
    <vt:lpwstr/>
  </property>
  <property fmtid="{D5CDD505-2E9C-101B-9397-08002B2CF9AE}" pid="8" name="Event Location">
    <vt:lpwstr/>
  </property>
  <property fmtid="{D5CDD505-2E9C-101B-9397-08002B2CF9AE}" pid="9" name="Campaign">
    <vt:lpwstr/>
  </property>
  <property fmtid="{D5CDD505-2E9C-101B-9397-08002B2CF9AE}" pid="10" name="IsMyDocuments">
    <vt:bool>true</vt:bool>
  </property>
  <property fmtid="{D5CDD505-2E9C-101B-9397-08002B2CF9AE}" pid="11" name="MSIP_Label_f42aa342-8706-4288-bd11-ebb85995028c_Enabled">
    <vt:lpwstr>True</vt:lpwstr>
  </property>
  <property fmtid="{D5CDD505-2E9C-101B-9397-08002B2CF9AE}" pid="12" name="MSIP_Label_f42aa342-8706-4288-bd11-ebb85995028c_SiteId">
    <vt:lpwstr>72f988bf-86f1-41af-91ab-2d7cd011db47</vt:lpwstr>
  </property>
  <property fmtid="{D5CDD505-2E9C-101B-9397-08002B2CF9AE}" pid="13" name="MSIP_Label_f42aa342-8706-4288-bd11-ebb85995028c_Ref">
    <vt:lpwstr>https://api.informationprotection.azure.com/api/72f988bf-86f1-41af-91ab-2d7cd011db47</vt:lpwstr>
  </property>
  <property fmtid="{D5CDD505-2E9C-101B-9397-08002B2CF9AE}" pid="14" name="MSIP_Label_f42aa342-8706-4288-bd11-ebb85995028c_SetDate">
    <vt:lpwstr>2017-08-29T14:27:20.8568347-07:00</vt:lpwstr>
  </property>
  <property fmtid="{D5CDD505-2E9C-101B-9397-08002B2CF9AE}" pid="15" name="MSIP_Label_f42aa342-8706-4288-bd11-ebb85995028c_Name">
    <vt:lpwstr>General</vt:lpwstr>
  </property>
  <property fmtid="{D5CDD505-2E9C-101B-9397-08002B2CF9AE}" pid="16" name="MSIP_Label_f42aa342-8706-4288-bd11-ebb85995028c_Extended_MSFT_Method">
    <vt:lpwstr>Automatic</vt:lpwstr>
  </property>
  <property fmtid="{D5CDD505-2E9C-101B-9397-08002B2CF9AE}" pid="17" name="Sensitivity">
    <vt:lpwstr>General</vt:lpwstr>
  </property>
</Properties>
</file>